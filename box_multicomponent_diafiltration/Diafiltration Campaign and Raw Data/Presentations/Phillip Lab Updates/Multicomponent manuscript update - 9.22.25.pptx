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1" r:id="rId2"/>
  </p:sldMasterIdLst>
  <p:notesMasterIdLst>
    <p:notesMasterId r:id="rId10"/>
  </p:notesMasterIdLst>
  <p:handoutMasterIdLst>
    <p:handoutMasterId r:id="rId11"/>
  </p:handoutMasterIdLst>
  <p:sldIdLst>
    <p:sldId id="819" r:id="rId3"/>
    <p:sldId id="835" r:id="rId4"/>
    <p:sldId id="834" r:id="rId5"/>
    <p:sldId id="839" r:id="rId6"/>
    <p:sldId id="844" r:id="rId7"/>
    <p:sldId id="838" r:id="rId8"/>
    <p:sldId id="842" r:id="rId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7B8DA-8D88-4DBB-ACEE-EF95B93A5101}" v="165" dt="2025-09-22T13:19:00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85" autoAdjust="0"/>
    <p:restoredTop sz="94980" autoAdjust="0"/>
  </p:normalViewPr>
  <p:slideViewPr>
    <p:cSldViewPr>
      <p:cViewPr varScale="1">
        <p:scale>
          <a:sx n="75" d="100"/>
          <a:sy n="75" d="100"/>
        </p:scale>
        <p:origin x="1133" y="2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Estrada" userId="877d0e272dd2d022" providerId="LiveId" clId="{C1D7DA7F-8F3A-4E32-9D09-38066CBECD6A}"/>
    <pc:docChg chg="undo custSel addSld delSld modSld sldOrd">
      <pc:chgData name="Laurianne Estrada" userId="877d0e272dd2d022" providerId="LiveId" clId="{C1D7DA7F-8F3A-4E32-9D09-38066CBECD6A}" dt="2025-07-02T16:57:21.522" v="6807" actId="1076"/>
      <pc:docMkLst>
        <pc:docMk/>
      </pc:docMkLst>
      <pc:sldChg chg="del">
        <pc:chgData name="Laurianne Estrada" userId="877d0e272dd2d022" providerId="LiveId" clId="{C1D7DA7F-8F3A-4E32-9D09-38066CBECD6A}" dt="2025-07-01T14:44:30.977" v="463" actId="2696"/>
        <pc:sldMkLst>
          <pc:docMk/>
          <pc:sldMk cId="0" sldId="257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544932440" sldId="275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4100267567" sldId="482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189721621" sldId="504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3271533192" sldId="545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919900640" sldId="547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2198760520" sldId="553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81246824" sldId="561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476563436" sldId="564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151504639" sldId="565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047703517" sldId="566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394856239" sldId="569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834725893" sldId="570"/>
        </pc:sldMkLst>
      </pc:sldChg>
      <pc:sldChg chg="addSp modSp mod ord modAnim">
        <pc:chgData name="Laurianne Estrada" userId="877d0e272dd2d022" providerId="LiveId" clId="{C1D7DA7F-8F3A-4E32-9D09-38066CBECD6A}" dt="2025-07-02T15:28:34.840" v="6710" actId="20577"/>
        <pc:sldMkLst>
          <pc:docMk/>
          <pc:sldMk cId="2922693038" sldId="654"/>
        </pc:sldMkLst>
      </pc:sldChg>
      <pc:sldChg chg="modSp mod ord">
        <pc:chgData name="Laurianne Estrada" userId="877d0e272dd2d022" providerId="LiveId" clId="{C1D7DA7F-8F3A-4E32-9D09-38066CBECD6A}" dt="2025-07-02T13:21:24.939" v="4792" actId="20577"/>
        <pc:sldMkLst>
          <pc:docMk/>
          <pc:sldMk cId="2815548228" sldId="662"/>
        </pc:sldMkLst>
      </pc:sldChg>
      <pc:sldChg chg="del">
        <pc:chgData name="Laurianne Estrada" userId="877d0e272dd2d022" providerId="LiveId" clId="{C1D7DA7F-8F3A-4E32-9D09-38066CBECD6A}" dt="2025-07-01T14:02:10.564" v="1" actId="2696"/>
        <pc:sldMkLst>
          <pc:docMk/>
          <pc:sldMk cId="207612167" sldId="665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3401228219" sldId="667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700889858" sldId="673"/>
        </pc:sldMkLst>
      </pc:sldChg>
      <pc:sldChg chg="modNotesTx">
        <pc:chgData name="Laurianne Estrada" userId="877d0e272dd2d022" providerId="LiveId" clId="{C1D7DA7F-8F3A-4E32-9D09-38066CBECD6A}" dt="2025-07-02T16:40:46.482" v="6797" actId="20577"/>
        <pc:sldMkLst>
          <pc:docMk/>
          <pc:sldMk cId="3383353871" sldId="685"/>
        </pc:sldMkLst>
      </pc:sldChg>
      <pc:sldChg chg="modNotesTx">
        <pc:chgData name="Laurianne Estrada" userId="877d0e272dd2d022" providerId="LiveId" clId="{C1D7DA7F-8F3A-4E32-9D09-38066CBECD6A}" dt="2025-07-02T13:34:37.361" v="4932" actId="20577"/>
        <pc:sldMkLst>
          <pc:docMk/>
          <pc:sldMk cId="275756174" sldId="687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2166894092" sldId="689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678944947" sldId="695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002037995" sldId="706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681369536" sldId="721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373193787" sldId="749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788797708" sldId="758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4246132712" sldId="759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86815464" sldId="760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865263785" sldId="761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4244152021" sldId="762"/>
        </pc:sldMkLst>
      </pc:sldChg>
      <pc:sldChg chg="del">
        <pc:chgData name="Laurianne Estrada" userId="877d0e272dd2d022" providerId="LiveId" clId="{C1D7DA7F-8F3A-4E32-9D09-38066CBECD6A}" dt="2025-07-01T14:01:50.429" v="0" actId="2696"/>
        <pc:sldMkLst>
          <pc:docMk/>
          <pc:sldMk cId="152613114" sldId="764"/>
        </pc:sldMkLst>
      </pc:sldChg>
      <pc:sldChg chg="delSp modSp mod ord delAnim modAnim modShow">
        <pc:chgData name="Laurianne Estrada" userId="877d0e272dd2d022" providerId="LiveId" clId="{C1D7DA7F-8F3A-4E32-9D09-38066CBECD6A}" dt="2025-07-02T13:21:30.836" v="4795" actId="20577"/>
        <pc:sldMkLst>
          <pc:docMk/>
          <pc:sldMk cId="3336641882" sldId="765"/>
        </pc:sldMkLst>
      </pc:sldChg>
      <pc:sldChg chg="delSp modSp del mod delAnim">
        <pc:chgData name="Laurianne Estrada" userId="877d0e272dd2d022" providerId="LiveId" clId="{C1D7DA7F-8F3A-4E32-9D09-38066CBECD6A}" dt="2025-07-01T18:59:00.947" v="887" actId="2696"/>
        <pc:sldMkLst>
          <pc:docMk/>
          <pc:sldMk cId="3219882189" sldId="766"/>
        </pc:sldMkLst>
      </pc:sldChg>
      <pc:sldChg chg="delSp modSp mod">
        <pc:chgData name="Laurianne Estrada" userId="877d0e272dd2d022" providerId="LiveId" clId="{C1D7DA7F-8F3A-4E32-9D09-38066CBECD6A}" dt="2025-07-02T15:28:28.111" v="6706" actId="20577"/>
        <pc:sldMkLst>
          <pc:docMk/>
          <pc:sldMk cId="2338700961" sldId="767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877204209" sldId="768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378130217" sldId="769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99620141" sldId="770"/>
        </pc:sldMkLst>
      </pc:sldChg>
      <pc:sldChg chg="addSp delSp modSp mod delAnim modAnim modNotesTx">
        <pc:chgData name="Laurianne Estrada" userId="877d0e272dd2d022" providerId="LiveId" clId="{C1D7DA7F-8F3A-4E32-9D09-38066CBECD6A}" dt="2025-07-02T13:41:08.182" v="5424" actId="20577"/>
        <pc:sldMkLst>
          <pc:docMk/>
          <pc:sldMk cId="1208354569" sldId="772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2598200223" sldId="773"/>
        </pc:sldMkLst>
      </pc:sldChg>
      <pc:sldChg chg="del">
        <pc:chgData name="Laurianne Estrada" userId="877d0e272dd2d022" providerId="LiveId" clId="{C1D7DA7F-8F3A-4E32-9D09-38066CBECD6A}" dt="2025-07-01T14:02:10.564" v="1" actId="2696"/>
        <pc:sldMkLst>
          <pc:docMk/>
          <pc:sldMk cId="2027617251" sldId="774"/>
        </pc:sldMkLst>
      </pc:sldChg>
      <pc:sldChg chg="modSp add mod modShow">
        <pc:chgData name="Laurianne Estrada" userId="877d0e272dd2d022" providerId="LiveId" clId="{C1D7DA7F-8F3A-4E32-9D09-38066CBECD6A}" dt="2025-07-02T15:29:36.506" v="6759" actId="20577"/>
        <pc:sldMkLst>
          <pc:docMk/>
          <pc:sldMk cId="3388231499" sldId="774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412949541" sldId="775"/>
        </pc:sldMkLst>
      </pc:sldChg>
      <pc:sldChg chg="del">
        <pc:chgData name="Laurianne Estrada" userId="877d0e272dd2d022" providerId="LiveId" clId="{C1D7DA7F-8F3A-4E32-9D09-38066CBECD6A}" dt="2025-07-01T14:10:50.162" v="112" actId="2696"/>
        <pc:sldMkLst>
          <pc:docMk/>
          <pc:sldMk cId="3060723729" sldId="777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2065375214" sldId="778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442056629" sldId="779"/>
        </pc:sldMkLst>
      </pc:sldChg>
      <pc:sldChg chg="delSp modSp mod ord delAnim modShow">
        <pc:chgData name="Laurianne Estrada" userId="877d0e272dd2d022" providerId="LiveId" clId="{C1D7DA7F-8F3A-4E32-9D09-38066CBECD6A}" dt="2025-07-02T15:29:24.972" v="6748" actId="20577"/>
        <pc:sldMkLst>
          <pc:docMk/>
          <pc:sldMk cId="3493689531" sldId="780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2559450218" sldId="784"/>
        </pc:sldMkLst>
      </pc:sldChg>
      <pc:sldChg chg="addSp delSp modSp mod delAnim modAnim">
        <pc:chgData name="Laurianne Estrada" userId="877d0e272dd2d022" providerId="LiveId" clId="{C1D7DA7F-8F3A-4E32-9D09-38066CBECD6A}" dt="2025-07-02T15:28:23.840" v="6702" actId="20577"/>
        <pc:sldMkLst>
          <pc:docMk/>
          <pc:sldMk cId="1715307598" sldId="787"/>
        </pc:sldMkLst>
      </pc:sldChg>
      <pc:sldChg chg="addSp delSp modSp add del mod delAnim modAnim modNotesTx">
        <pc:chgData name="Laurianne Estrada" userId="877d0e272dd2d022" providerId="LiveId" clId="{C1D7DA7F-8F3A-4E32-9D09-38066CBECD6A}" dt="2025-07-02T13:27:29.753" v="4847" actId="208"/>
        <pc:sldMkLst>
          <pc:docMk/>
          <pc:sldMk cId="3711766506" sldId="788"/>
        </pc:sldMkLst>
      </pc:sldChg>
      <pc:sldChg chg="del">
        <pc:chgData name="Laurianne Estrada" userId="877d0e272dd2d022" providerId="LiveId" clId="{C1D7DA7F-8F3A-4E32-9D09-38066CBECD6A}" dt="2025-07-01T14:01:50.429" v="0" actId="2696"/>
        <pc:sldMkLst>
          <pc:docMk/>
          <pc:sldMk cId="458500491" sldId="789"/>
        </pc:sldMkLst>
      </pc:sldChg>
      <pc:sldChg chg="del">
        <pc:chgData name="Laurianne Estrada" userId="877d0e272dd2d022" providerId="LiveId" clId="{C1D7DA7F-8F3A-4E32-9D09-38066CBECD6A}" dt="2025-07-01T14:02:21.058" v="3" actId="2696"/>
        <pc:sldMkLst>
          <pc:docMk/>
          <pc:sldMk cId="4015999968" sldId="790"/>
        </pc:sldMkLst>
      </pc:sldChg>
      <pc:sldChg chg="del">
        <pc:chgData name="Laurianne Estrada" userId="877d0e272dd2d022" providerId="LiveId" clId="{C1D7DA7F-8F3A-4E32-9D09-38066CBECD6A}" dt="2025-07-01T14:02:14.031" v="2" actId="2696"/>
        <pc:sldMkLst>
          <pc:docMk/>
          <pc:sldMk cId="308471652" sldId="791"/>
        </pc:sldMkLst>
      </pc:sldChg>
      <pc:sldChg chg="addSp delSp modSp mod delAnim modAnim">
        <pc:chgData name="Laurianne Estrada" userId="877d0e272dd2d022" providerId="LiveId" clId="{C1D7DA7F-8F3A-4E32-9D09-38066CBECD6A}" dt="2025-07-02T15:28:37.607" v="6712" actId="20577"/>
        <pc:sldMkLst>
          <pc:docMk/>
          <pc:sldMk cId="995808881" sldId="792"/>
        </pc:sldMkLst>
      </pc:sldChg>
      <pc:sldChg chg="del">
        <pc:chgData name="Laurianne Estrada" userId="877d0e272dd2d022" providerId="LiveId" clId="{C1D7DA7F-8F3A-4E32-9D09-38066CBECD6A}" dt="2025-07-01T14:01:50.429" v="0" actId="2696"/>
        <pc:sldMkLst>
          <pc:docMk/>
          <pc:sldMk cId="213501534" sldId="793"/>
        </pc:sldMkLst>
      </pc:sldChg>
      <pc:sldChg chg="del">
        <pc:chgData name="Laurianne Estrada" userId="877d0e272dd2d022" providerId="LiveId" clId="{C1D7DA7F-8F3A-4E32-9D09-38066CBECD6A}" dt="2025-07-01T14:02:10.564" v="1" actId="2696"/>
        <pc:sldMkLst>
          <pc:docMk/>
          <pc:sldMk cId="821895501" sldId="794"/>
        </pc:sldMkLst>
      </pc:sldChg>
      <pc:sldChg chg="modSp mod">
        <pc:chgData name="Laurianne Estrada" userId="877d0e272dd2d022" providerId="LiveId" clId="{C1D7DA7F-8F3A-4E32-9D09-38066CBECD6A}" dt="2025-07-02T15:28:18.507" v="6699" actId="20577"/>
        <pc:sldMkLst>
          <pc:docMk/>
          <pc:sldMk cId="2057905675" sldId="795"/>
        </pc:sldMkLst>
      </pc:sldChg>
      <pc:sldChg chg="del">
        <pc:chgData name="Laurianne Estrada" userId="877d0e272dd2d022" providerId="LiveId" clId="{C1D7DA7F-8F3A-4E32-9D09-38066CBECD6A}" dt="2025-07-01T14:01:50.429" v="0" actId="2696"/>
        <pc:sldMkLst>
          <pc:docMk/>
          <pc:sldMk cId="329930335" sldId="796"/>
        </pc:sldMkLst>
      </pc:sldChg>
      <pc:sldChg chg="del">
        <pc:chgData name="Laurianne Estrada" userId="877d0e272dd2d022" providerId="LiveId" clId="{C1D7DA7F-8F3A-4E32-9D09-38066CBECD6A}" dt="2025-07-01T14:01:50.429" v="0" actId="2696"/>
        <pc:sldMkLst>
          <pc:docMk/>
          <pc:sldMk cId="853516253" sldId="797"/>
        </pc:sldMkLst>
      </pc:sldChg>
      <pc:sldChg chg="modSp mod modShow">
        <pc:chgData name="Laurianne Estrada" userId="877d0e272dd2d022" providerId="LiveId" clId="{C1D7DA7F-8F3A-4E32-9D09-38066CBECD6A}" dt="2025-07-02T15:28:57.251" v="6732" actId="20577"/>
        <pc:sldMkLst>
          <pc:docMk/>
          <pc:sldMk cId="2635325005" sldId="798"/>
        </pc:sldMkLst>
      </pc:sldChg>
      <pc:sldChg chg="del">
        <pc:chgData name="Laurianne Estrada" userId="877d0e272dd2d022" providerId="LiveId" clId="{C1D7DA7F-8F3A-4E32-9D09-38066CBECD6A}" dt="2025-07-01T14:01:50.429" v="0" actId="2696"/>
        <pc:sldMkLst>
          <pc:docMk/>
          <pc:sldMk cId="3604610157" sldId="799"/>
        </pc:sldMkLst>
      </pc:sldChg>
      <pc:sldChg chg="addSp delSp modSp mod delAnim modAnim modNotesTx">
        <pc:chgData name="Laurianne Estrada" userId="877d0e272dd2d022" providerId="LiveId" clId="{C1D7DA7F-8F3A-4E32-9D09-38066CBECD6A}" dt="2025-07-02T15:28:21.451" v="6700" actId="20577"/>
        <pc:sldMkLst>
          <pc:docMk/>
          <pc:sldMk cId="3806770266" sldId="801"/>
        </pc:sldMkLst>
      </pc:sldChg>
      <pc:sldChg chg="addSp delSp modSp mod delAnim modAnim">
        <pc:chgData name="Laurianne Estrada" userId="877d0e272dd2d022" providerId="LiveId" clId="{C1D7DA7F-8F3A-4E32-9D09-38066CBECD6A}" dt="2025-07-02T15:28:30.641" v="6708" actId="20577"/>
        <pc:sldMkLst>
          <pc:docMk/>
          <pc:sldMk cId="397793010" sldId="806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3899660399" sldId="808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1954549161" sldId="810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2308541116" sldId="812"/>
        </pc:sldMkLst>
      </pc:sldChg>
      <pc:sldChg chg="del">
        <pc:chgData name="Laurianne Estrada" userId="877d0e272dd2d022" providerId="LiveId" clId="{C1D7DA7F-8F3A-4E32-9D09-38066CBECD6A}" dt="2025-07-01T14:06:30.529" v="5" actId="2696"/>
        <pc:sldMkLst>
          <pc:docMk/>
          <pc:sldMk cId="487636526" sldId="813"/>
        </pc:sldMkLst>
      </pc:sldChg>
      <pc:sldChg chg="addSp delSp modSp add mod delAnim modAnim modNotesTx">
        <pc:chgData name="Laurianne Estrada" userId="877d0e272dd2d022" providerId="LiveId" clId="{C1D7DA7F-8F3A-4E32-9D09-38066CBECD6A}" dt="2025-07-02T16:57:21.522" v="6807" actId="1076"/>
        <pc:sldMkLst>
          <pc:docMk/>
          <pc:sldMk cId="3637351979" sldId="814"/>
        </pc:sldMkLst>
      </pc:sldChg>
      <pc:sldChg chg="del">
        <pc:chgData name="Laurianne Estrada" userId="877d0e272dd2d022" providerId="LiveId" clId="{C1D7DA7F-8F3A-4E32-9D09-38066CBECD6A}" dt="2025-07-01T14:02:21.058" v="3" actId="2696"/>
        <pc:sldMkLst>
          <pc:docMk/>
          <pc:sldMk cId="2675716400" sldId="815"/>
        </pc:sldMkLst>
      </pc:sldChg>
      <pc:sldChg chg="delSp modSp add del mod delAnim modAnim">
        <pc:chgData name="Laurianne Estrada" userId="877d0e272dd2d022" providerId="LiveId" clId="{C1D7DA7F-8F3A-4E32-9D09-38066CBECD6A}" dt="2025-07-02T15:06:36.996" v="6047" actId="2696"/>
        <pc:sldMkLst>
          <pc:docMk/>
          <pc:sldMk cId="3300911083" sldId="815"/>
        </pc:sldMkLst>
      </pc:sldChg>
      <pc:sldChg chg="addSp delSp modSp add mod delAnim modAnim modShow modNotesTx">
        <pc:chgData name="Laurianne Estrada" userId="877d0e272dd2d022" providerId="LiveId" clId="{C1D7DA7F-8F3A-4E32-9D09-38066CBECD6A}" dt="2025-07-02T15:29:39.867" v="6761" actId="20577"/>
        <pc:sldMkLst>
          <pc:docMk/>
          <pc:sldMk cId="4207691263" sldId="816"/>
        </pc:sldMkLst>
      </pc:sldChg>
      <pc:sldChg chg="addSp delSp modSp add del mod ord delAnim modAnim">
        <pc:chgData name="Laurianne Estrada" userId="877d0e272dd2d022" providerId="LiveId" clId="{C1D7DA7F-8F3A-4E32-9D09-38066CBECD6A}" dt="2025-07-02T15:26:24.235" v="6579" actId="2696"/>
        <pc:sldMkLst>
          <pc:docMk/>
          <pc:sldMk cId="1902889497" sldId="817"/>
        </pc:sldMkLst>
      </pc:sldChg>
      <pc:sldChg chg="addSp delSp modSp add mod delAnim">
        <pc:chgData name="Laurianne Estrada" userId="877d0e272dd2d022" providerId="LiveId" clId="{C1D7DA7F-8F3A-4E32-9D09-38066CBECD6A}" dt="2025-07-02T16:21:31.701" v="6793" actId="20577"/>
        <pc:sldMkLst>
          <pc:docMk/>
          <pc:sldMk cId="4162513911" sldId="818"/>
        </pc:sldMkLst>
      </pc:sldChg>
      <pc:sldChg chg="modSp add mod modNotesTx">
        <pc:chgData name="Laurianne Estrada" userId="877d0e272dd2d022" providerId="LiveId" clId="{C1D7DA7F-8F3A-4E32-9D09-38066CBECD6A}" dt="2025-07-02T13:18:28.808" v="4784" actId="14100"/>
        <pc:sldMkLst>
          <pc:docMk/>
          <pc:sldMk cId="191994976" sldId="819"/>
        </pc:sldMkLst>
      </pc:sldChg>
      <pc:sldChg chg="addSp delSp modSp add del mod ord">
        <pc:chgData name="Laurianne Estrada" userId="877d0e272dd2d022" providerId="LiveId" clId="{C1D7DA7F-8F3A-4E32-9D09-38066CBECD6A}" dt="2025-07-02T13:11:47.259" v="4715" actId="2696"/>
        <pc:sldMkLst>
          <pc:docMk/>
          <pc:sldMk cId="930474863" sldId="820"/>
        </pc:sldMkLst>
      </pc:sldChg>
      <pc:sldChg chg="addSp delSp modSp add del mod ord modAnim">
        <pc:chgData name="Laurianne Estrada" userId="877d0e272dd2d022" providerId="LiveId" clId="{C1D7DA7F-8F3A-4E32-9D09-38066CBECD6A}" dt="2025-07-02T13:13:31.772" v="4743" actId="2696"/>
        <pc:sldMkLst>
          <pc:docMk/>
          <pc:sldMk cId="1588036547" sldId="821"/>
        </pc:sldMkLst>
      </pc:sldChg>
      <pc:sldChg chg="addSp modSp add del mod ord">
        <pc:chgData name="Laurianne Estrada" userId="877d0e272dd2d022" providerId="LiveId" clId="{C1D7DA7F-8F3A-4E32-9D09-38066CBECD6A}" dt="2025-07-01T20:41:44.079" v="3870" actId="2696"/>
        <pc:sldMkLst>
          <pc:docMk/>
          <pc:sldMk cId="4272743645" sldId="822"/>
        </pc:sldMkLst>
      </pc:sldChg>
      <pc:sldChg chg="addSp delSp modSp add mod delAnim modAnim">
        <pc:chgData name="Laurianne Estrada" userId="877d0e272dd2d022" providerId="LiveId" clId="{C1D7DA7F-8F3A-4E32-9D09-38066CBECD6A}" dt="2025-07-02T15:28:48.042" v="6722" actId="20577"/>
        <pc:sldMkLst>
          <pc:docMk/>
          <pc:sldMk cId="2553173202" sldId="823"/>
        </pc:sldMkLst>
      </pc:sldChg>
      <pc:sldChg chg="addSp delSp modSp add mod delAnim modAnim modNotesTx">
        <pc:chgData name="Laurianne Estrada" userId="877d0e272dd2d022" providerId="LiveId" clId="{C1D7DA7F-8F3A-4E32-9D09-38066CBECD6A}" dt="2025-07-02T15:29:05.407" v="6740" actId="20577"/>
        <pc:sldMkLst>
          <pc:docMk/>
          <pc:sldMk cId="3990097954" sldId="824"/>
        </pc:sldMkLst>
      </pc:sldChg>
      <pc:sldChg chg="addSp delSp modSp add mod delAnim modAnim">
        <pc:chgData name="Laurianne Estrada" userId="877d0e272dd2d022" providerId="LiveId" clId="{C1D7DA7F-8F3A-4E32-9D09-38066CBECD6A}" dt="2025-07-02T15:28:41.604" v="6714" actId="20577"/>
        <pc:sldMkLst>
          <pc:docMk/>
          <pc:sldMk cId="422435827" sldId="825"/>
        </pc:sldMkLst>
      </pc:sldChg>
      <pc:sldChg chg="addSp delSp modSp add del mod ord modAnim">
        <pc:chgData name="Laurianne Estrada" userId="877d0e272dd2d022" providerId="LiveId" clId="{C1D7DA7F-8F3A-4E32-9D09-38066CBECD6A}" dt="2025-07-02T13:13:14.743" v="4740" actId="2696"/>
        <pc:sldMkLst>
          <pc:docMk/>
          <pc:sldMk cId="583768864" sldId="826"/>
        </pc:sldMkLst>
      </pc:sldChg>
      <pc:sldChg chg="addSp delSp modSp add del mod ord modAnim">
        <pc:chgData name="Laurianne Estrada" userId="877d0e272dd2d022" providerId="LiveId" clId="{C1D7DA7F-8F3A-4E32-9D09-38066CBECD6A}" dt="2025-07-02T13:12:59.136" v="4737" actId="2696"/>
        <pc:sldMkLst>
          <pc:docMk/>
          <pc:sldMk cId="3184202217" sldId="827"/>
        </pc:sldMkLst>
      </pc:sldChg>
      <pc:sldChg chg="addSp modSp add ord">
        <pc:chgData name="Laurianne Estrada" userId="877d0e272dd2d022" providerId="LiveId" clId="{C1D7DA7F-8F3A-4E32-9D09-38066CBECD6A}" dt="2025-07-02T13:11:44.297" v="4714"/>
        <pc:sldMkLst>
          <pc:docMk/>
          <pc:sldMk cId="1855270638" sldId="828"/>
        </pc:sldMkLst>
      </pc:sldChg>
      <pc:sldChg chg="addSp delSp modSp add mod ord modAnim">
        <pc:chgData name="Laurianne Estrada" userId="877d0e272dd2d022" providerId="LiveId" clId="{C1D7DA7F-8F3A-4E32-9D09-38066CBECD6A}" dt="2025-07-02T14:06:13.617" v="5531" actId="408"/>
        <pc:sldMkLst>
          <pc:docMk/>
          <pc:sldMk cId="3219464901" sldId="829"/>
        </pc:sldMkLst>
      </pc:sldChg>
      <pc:sldChg chg="addSp delSp modSp add mod ord delAnim modAnim">
        <pc:chgData name="Laurianne Estrada" userId="877d0e272dd2d022" providerId="LiveId" clId="{C1D7DA7F-8F3A-4E32-9D09-38066CBECD6A}" dt="2025-07-02T15:27:19.383" v="6695"/>
        <pc:sldMkLst>
          <pc:docMk/>
          <pc:sldMk cId="2076400372" sldId="830"/>
        </pc:sldMkLst>
      </pc:sldChg>
      <pc:sldChg chg="addSp delSp modSp add mod ord delAnim modAnim">
        <pc:chgData name="Laurianne Estrada" userId="877d0e272dd2d022" providerId="LiveId" clId="{C1D7DA7F-8F3A-4E32-9D09-38066CBECD6A}" dt="2025-07-02T16:20:54.784" v="6791" actId="20577"/>
        <pc:sldMkLst>
          <pc:docMk/>
          <pc:sldMk cId="1642543988" sldId="831"/>
        </pc:sldMkLst>
      </pc:sldChg>
      <pc:sldChg chg="addSp delSp modSp add mod modAnim modShow">
        <pc:chgData name="Laurianne Estrada" userId="877d0e272dd2d022" providerId="LiveId" clId="{C1D7DA7F-8F3A-4E32-9D09-38066CBECD6A}" dt="2025-07-02T15:28:52.432" v="6724" actId="20577"/>
        <pc:sldMkLst>
          <pc:docMk/>
          <pc:sldMk cId="1675277908" sldId="832"/>
        </pc:sldMkLst>
      </pc:sldChg>
      <pc:sldChg chg="modSp add mod modAnim modShow">
        <pc:chgData name="Laurianne Estrada" userId="877d0e272dd2d022" providerId="LiveId" clId="{C1D7DA7F-8F3A-4E32-9D09-38066CBECD6A}" dt="2025-07-02T15:29:00.698" v="6734" actId="20577"/>
        <pc:sldMkLst>
          <pc:docMk/>
          <pc:sldMk cId="2183391431" sldId="833"/>
        </pc:sldMkLst>
      </pc:sldChg>
      <pc:sldChg chg="addSp delSp modSp add mod modAnim modShow">
        <pc:chgData name="Laurianne Estrada" userId="877d0e272dd2d022" providerId="LiveId" clId="{C1D7DA7F-8F3A-4E32-9D09-38066CBECD6A}" dt="2025-07-02T15:29:08.696" v="6742" actId="20577"/>
        <pc:sldMkLst>
          <pc:docMk/>
          <pc:sldMk cId="1983517618" sldId="834"/>
        </pc:sldMkLst>
      </pc:sldChg>
      <pc:sldChg chg="modSp add mod modShow">
        <pc:chgData name="Laurianne Estrada" userId="877d0e272dd2d022" providerId="LiveId" clId="{C1D7DA7F-8F3A-4E32-9D09-38066CBECD6A}" dt="2025-07-02T15:29:43.467" v="6763" actId="20577"/>
        <pc:sldMkLst>
          <pc:docMk/>
          <pc:sldMk cId="2626903228" sldId="835"/>
        </pc:sldMkLst>
      </pc:sldChg>
    </pc:docChg>
  </pc:docChgLst>
  <pc:docChgLst>
    <pc:chgData name="Laurianne Estrada" userId="877d0e272dd2d022" providerId="LiveId" clId="{125AD15E-451D-4344-B4DB-5B70EDAADA89}"/>
    <pc:docChg chg="undo custSel addSld delSld modSld sldOrd">
      <pc:chgData name="Laurianne Estrada" userId="877d0e272dd2d022" providerId="LiveId" clId="{125AD15E-451D-4344-B4DB-5B70EDAADA89}" dt="2025-08-12T14:44:22.060" v="4121" actId="5793"/>
      <pc:docMkLst>
        <pc:docMk/>
      </pc:docMkLst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2922693038" sldId="654"/>
        </pc:sldMkLst>
      </pc:sldChg>
      <pc:sldChg chg="del mod modShow">
        <pc:chgData name="Laurianne Estrada" userId="877d0e272dd2d022" providerId="LiveId" clId="{125AD15E-451D-4344-B4DB-5B70EDAADA89}" dt="2025-08-05T13:59:24.986" v="283" actId="2696"/>
        <pc:sldMkLst>
          <pc:docMk/>
          <pc:sldMk cId="2815548228" sldId="662"/>
        </pc:sldMkLst>
      </pc:sldChg>
      <pc:sldChg chg="del mod modShow">
        <pc:chgData name="Laurianne Estrada" userId="877d0e272dd2d022" providerId="LiveId" clId="{125AD15E-451D-4344-B4DB-5B70EDAADA89}" dt="2025-08-05T13:59:24.986" v="283" actId="2696"/>
        <pc:sldMkLst>
          <pc:docMk/>
          <pc:sldMk cId="3383353871" sldId="685"/>
        </pc:sldMkLst>
      </pc:sldChg>
      <pc:sldChg chg="del mod modShow">
        <pc:chgData name="Laurianne Estrada" userId="877d0e272dd2d022" providerId="LiveId" clId="{125AD15E-451D-4344-B4DB-5B70EDAADA89}" dt="2025-08-05T13:59:24.986" v="283" actId="2696"/>
        <pc:sldMkLst>
          <pc:docMk/>
          <pc:sldMk cId="275756174" sldId="687"/>
        </pc:sldMkLst>
      </pc:sldChg>
      <pc:sldChg chg="del mod modShow">
        <pc:chgData name="Laurianne Estrada" userId="877d0e272dd2d022" providerId="LiveId" clId="{125AD15E-451D-4344-B4DB-5B70EDAADA89}" dt="2025-08-05T13:59:24.986" v="283" actId="2696"/>
        <pc:sldMkLst>
          <pc:docMk/>
          <pc:sldMk cId="2238109495" sldId="752"/>
        </pc:sldMkLst>
      </pc:sldChg>
      <pc:sldChg chg="del mod modShow">
        <pc:chgData name="Laurianne Estrada" userId="877d0e272dd2d022" providerId="LiveId" clId="{125AD15E-451D-4344-B4DB-5B70EDAADA89}" dt="2025-08-05T13:59:24.986" v="283" actId="2696"/>
        <pc:sldMkLst>
          <pc:docMk/>
          <pc:sldMk cId="3760236825" sldId="754"/>
        </pc:sldMkLst>
      </pc:sldChg>
      <pc:sldChg chg="del">
        <pc:chgData name="Laurianne Estrada" userId="877d0e272dd2d022" providerId="LiveId" clId="{125AD15E-451D-4344-B4DB-5B70EDAADA89}" dt="2025-08-05T13:59:24.986" v="283" actId="2696"/>
        <pc:sldMkLst>
          <pc:docMk/>
          <pc:sldMk cId="3336641882" sldId="765"/>
        </pc:sldMkLst>
      </pc:sldChg>
      <pc:sldChg chg="addSp modSp mod modAnim modNotesTx">
        <pc:chgData name="Laurianne Estrada" userId="877d0e272dd2d022" providerId="LiveId" clId="{125AD15E-451D-4344-B4DB-5B70EDAADA89}" dt="2025-08-05T18:25:12.936" v="323" actId="20577"/>
        <pc:sldMkLst>
          <pc:docMk/>
          <pc:sldMk cId="2338700961" sldId="767"/>
        </pc:sldMkLst>
      </pc:sldChg>
      <pc:sldChg chg="del mod modShow">
        <pc:chgData name="Laurianne Estrada" userId="877d0e272dd2d022" providerId="LiveId" clId="{125AD15E-451D-4344-B4DB-5B70EDAADA89}" dt="2025-08-05T13:59:24.986" v="283" actId="2696"/>
        <pc:sldMkLst>
          <pc:docMk/>
          <pc:sldMk cId="1208354569" sldId="772"/>
        </pc:sldMkLst>
      </pc:sldChg>
      <pc:sldChg chg="addSp delSp modSp mod delAnim modAnim modShow modNotesTx">
        <pc:chgData name="Laurianne Estrada" userId="877d0e272dd2d022" providerId="LiveId" clId="{125AD15E-451D-4344-B4DB-5B70EDAADA89}" dt="2025-08-06T16:33:54.812" v="4115"/>
        <pc:sldMkLst>
          <pc:docMk/>
          <pc:sldMk cId="3388231499" sldId="774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3493689531" sldId="780"/>
        </pc:sldMkLst>
      </pc:sldChg>
      <pc:sldChg chg="modSp mod modNotesTx">
        <pc:chgData name="Laurianne Estrada" userId="877d0e272dd2d022" providerId="LiveId" clId="{125AD15E-451D-4344-B4DB-5B70EDAADA89}" dt="2025-08-05T18:25:16.228" v="324" actId="20577"/>
        <pc:sldMkLst>
          <pc:docMk/>
          <pc:sldMk cId="1715307598" sldId="787"/>
        </pc:sldMkLst>
      </pc:sldChg>
      <pc:sldChg chg="ord">
        <pc:chgData name="Laurianne Estrada" userId="877d0e272dd2d022" providerId="LiveId" clId="{125AD15E-451D-4344-B4DB-5B70EDAADA89}" dt="2025-08-05T13:59:10.552" v="282"/>
        <pc:sldMkLst>
          <pc:docMk/>
          <pc:sldMk cId="3711766506" sldId="788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995808881" sldId="792"/>
        </pc:sldMkLst>
      </pc:sldChg>
      <pc:sldChg chg="modSp mod modNotesTx">
        <pc:chgData name="Laurianne Estrada" userId="877d0e272dd2d022" providerId="LiveId" clId="{125AD15E-451D-4344-B4DB-5B70EDAADA89}" dt="2025-08-05T18:25:22.174" v="326" actId="20577"/>
        <pc:sldMkLst>
          <pc:docMk/>
          <pc:sldMk cId="2057905675" sldId="795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2635325005" sldId="798"/>
        </pc:sldMkLst>
      </pc:sldChg>
      <pc:sldChg chg="modSp mod modNotesTx">
        <pc:chgData name="Laurianne Estrada" userId="877d0e272dd2d022" providerId="LiveId" clId="{125AD15E-451D-4344-B4DB-5B70EDAADA89}" dt="2025-08-05T18:25:19.082" v="325" actId="6549"/>
        <pc:sldMkLst>
          <pc:docMk/>
          <pc:sldMk cId="3806770266" sldId="801"/>
        </pc:sldMkLst>
      </pc:sldChg>
      <pc:sldChg chg="delSp modSp add del mod">
        <pc:chgData name="Laurianne Estrada" userId="877d0e272dd2d022" providerId="LiveId" clId="{125AD15E-451D-4344-B4DB-5B70EDAADA89}" dt="2025-08-06T13:46:46.663" v="651" actId="2696"/>
        <pc:sldMkLst>
          <pc:docMk/>
          <pc:sldMk cId="2969787140" sldId="805"/>
        </pc:sldMkLst>
      </pc:sldChg>
      <pc:sldChg chg="del">
        <pc:chgData name="Laurianne Estrada" userId="877d0e272dd2d022" providerId="LiveId" clId="{125AD15E-451D-4344-B4DB-5B70EDAADA89}" dt="2025-08-05T14:00:48.742" v="308" actId="2696"/>
        <pc:sldMkLst>
          <pc:docMk/>
          <pc:sldMk cId="397793010" sldId="806"/>
        </pc:sldMkLst>
      </pc:sldChg>
      <pc:sldChg chg="modSp add mod modShow modNotesTx">
        <pc:chgData name="Laurianne Estrada" userId="877d0e272dd2d022" providerId="LiveId" clId="{125AD15E-451D-4344-B4DB-5B70EDAADA89}" dt="2025-08-06T13:47:08.313" v="688" actId="20577"/>
        <pc:sldMkLst>
          <pc:docMk/>
          <pc:sldMk cId="939558402" sldId="806"/>
        </pc:sldMkLst>
      </pc:sldChg>
      <pc:sldChg chg="addSp delSp modSp mod delAnim modAnim modNotesTx">
        <pc:chgData name="Laurianne Estrada" userId="877d0e272dd2d022" providerId="LiveId" clId="{125AD15E-451D-4344-B4DB-5B70EDAADA89}" dt="2025-08-06T14:49:47.410" v="2989" actId="20577"/>
        <pc:sldMkLst>
          <pc:docMk/>
          <pc:sldMk cId="3637351979" sldId="814"/>
        </pc:sldMkLst>
      </pc:sldChg>
      <pc:sldChg chg="del">
        <pc:chgData name="Laurianne Estrada" userId="877d0e272dd2d022" providerId="LiveId" clId="{125AD15E-451D-4344-B4DB-5B70EDAADA89}" dt="2025-08-05T18:24:18.971" v="319" actId="2696"/>
        <pc:sldMkLst>
          <pc:docMk/>
          <pc:sldMk cId="4207691263" sldId="816"/>
        </pc:sldMkLst>
      </pc:sldChg>
      <pc:sldChg chg="addSp delSp modSp mod delAnim modAnim">
        <pc:chgData name="Laurianne Estrada" userId="877d0e272dd2d022" providerId="LiveId" clId="{125AD15E-451D-4344-B4DB-5B70EDAADA89}" dt="2025-08-06T16:34:11.538" v="4117"/>
        <pc:sldMkLst>
          <pc:docMk/>
          <pc:sldMk cId="4162513911" sldId="818"/>
        </pc:sldMkLst>
      </pc:sldChg>
      <pc:sldChg chg="modSp mod">
        <pc:chgData name="Laurianne Estrada" userId="877d0e272dd2d022" providerId="LiveId" clId="{125AD15E-451D-4344-B4DB-5B70EDAADA89}" dt="2025-08-05T13:54:15.611" v="267" actId="20577"/>
        <pc:sldMkLst>
          <pc:docMk/>
          <pc:sldMk cId="191994976" sldId="819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2553173202" sldId="823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3990097954" sldId="824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422435827" sldId="825"/>
        </pc:sldMkLst>
      </pc:sldChg>
      <pc:sldChg chg="del">
        <pc:chgData name="Laurianne Estrada" userId="877d0e272dd2d022" providerId="LiveId" clId="{125AD15E-451D-4344-B4DB-5B70EDAADA89}" dt="2025-08-05T13:59:28.096" v="284" actId="2696"/>
        <pc:sldMkLst>
          <pc:docMk/>
          <pc:sldMk cId="1855270638" sldId="828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3219464901" sldId="829"/>
        </pc:sldMkLst>
      </pc:sldChg>
      <pc:sldChg chg="modSp mod ord modAnim">
        <pc:chgData name="Laurianne Estrada" userId="877d0e272dd2d022" providerId="LiveId" clId="{125AD15E-451D-4344-B4DB-5B70EDAADA89}" dt="2025-08-05T18:24:51.377" v="322"/>
        <pc:sldMkLst>
          <pc:docMk/>
          <pc:sldMk cId="2076400372" sldId="830"/>
        </pc:sldMkLst>
      </pc:sldChg>
      <pc:sldChg chg="addSp delSp modSp add mod modAnim modShow modNotesTx">
        <pc:chgData name="Laurianne Estrada" userId="877d0e272dd2d022" providerId="LiveId" clId="{125AD15E-451D-4344-B4DB-5B70EDAADA89}" dt="2025-08-06T14:46:47.192" v="2104" actId="20577"/>
        <pc:sldMkLst>
          <pc:docMk/>
          <pc:sldMk cId="426855321" sldId="831"/>
        </pc:sldMkLst>
      </pc:sldChg>
      <pc:sldChg chg="del">
        <pc:chgData name="Laurianne Estrada" userId="877d0e272dd2d022" providerId="LiveId" clId="{125AD15E-451D-4344-B4DB-5B70EDAADA89}" dt="2025-08-05T14:01:23.406" v="309" actId="2696"/>
        <pc:sldMkLst>
          <pc:docMk/>
          <pc:sldMk cId="1642543988" sldId="831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1675277908" sldId="832"/>
        </pc:sldMkLst>
      </pc:sldChg>
      <pc:sldChg chg="addSp delSp modSp add mod delAnim modShow">
        <pc:chgData name="Laurianne Estrada" userId="877d0e272dd2d022" providerId="LiveId" clId="{125AD15E-451D-4344-B4DB-5B70EDAADA89}" dt="2025-08-06T14:39:36.541" v="1759" actId="1076"/>
        <pc:sldMkLst>
          <pc:docMk/>
          <pc:sldMk cId="2663224964" sldId="832"/>
        </pc:sldMkLst>
      </pc:sldChg>
      <pc:sldChg chg="add mod modShow modNotesTx">
        <pc:chgData name="Laurianne Estrada" userId="877d0e272dd2d022" providerId="LiveId" clId="{125AD15E-451D-4344-B4DB-5B70EDAADA89}" dt="2025-08-12T14:44:22.060" v="4121" actId="5793"/>
        <pc:sldMkLst>
          <pc:docMk/>
          <pc:sldMk cId="1741985741" sldId="833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2183391431" sldId="833"/>
        </pc:sldMkLst>
      </pc:sldChg>
      <pc:sldChg chg="del">
        <pc:chgData name="Laurianne Estrada" userId="877d0e272dd2d022" providerId="LiveId" clId="{125AD15E-451D-4344-B4DB-5B70EDAADA89}" dt="2025-08-05T13:58:44.654" v="269" actId="2696"/>
        <pc:sldMkLst>
          <pc:docMk/>
          <pc:sldMk cId="1983517618" sldId="834"/>
        </pc:sldMkLst>
      </pc:sldChg>
      <pc:sldChg chg="addSp delSp modSp del mod ord delAnim modAnim modShow modNotesTx">
        <pc:chgData name="Laurianne Estrada" userId="877d0e272dd2d022" providerId="LiveId" clId="{125AD15E-451D-4344-B4DB-5B70EDAADA89}" dt="2025-08-06T13:48:04.339" v="691" actId="2696"/>
        <pc:sldMkLst>
          <pc:docMk/>
          <pc:sldMk cId="2626903228" sldId="835"/>
        </pc:sldMkLst>
      </pc:sldChg>
      <pc:sldChg chg="addSp delSp modSp add del mod modAnim">
        <pc:chgData name="Laurianne Estrada" userId="877d0e272dd2d022" providerId="LiveId" clId="{125AD15E-451D-4344-B4DB-5B70EDAADA89}" dt="2025-08-06T13:48:50.247" v="700" actId="2696"/>
        <pc:sldMkLst>
          <pc:docMk/>
          <pc:sldMk cId="1128114777" sldId="836"/>
        </pc:sldMkLst>
      </pc:sldChg>
    </pc:docChg>
  </pc:docChgLst>
  <pc:docChgLst>
    <pc:chgData name="Laurianne Estrada" userId="877d0e272dd2d022" providerId="LiveId" clId="{040CF046-855B-40D4-AA10-B18205945E28}"/>
    <pc:docChg chg="undo custSel addSld delSld modSld sldOrd">
      <pc:chgData name="Laurianne Estrada" userId="877d0e272dd2d022" providerId="LiveId" clId="{040CF046-855B-40D4-AA10-B18205945E28}" dt="2025-09-22T13:19:00.240" v="7007" actId="20577"/>
      <pc:docMkLst>
        <pc:docMk/>
      </pc:docMkLst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3388231499" sldId="774"/>
        </pc:sldMkLst>
      </pc:sldChg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939558402" sldId="806"/>
        </pc:sldMkLst>
      </pc:sldChg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3637351979" sldId="814"/>
        </pc:sldMkLst>
      </pc:sldChg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4162513911" sldId="818"/>
        </pc:sldMkLst>
      </pc:sldChg>
      <pc:sldChg chg="delSp modSp mod">
        <pc:chgData name="Laurianne Estrada" userId="877d0e272dd2d022" providerId="LiveId" clId="{040CF046-855B-40D4-AA10-B18205945E28}" dt="2025-09-22T12:43:53.962" v="6398" actId="14100"/>
        <pc:sldMkLst>
          <pc:docMk/>
          <pc:sldMk cId="191994976" sldId="819"/>
        </pc:sldMkLst>
        <pc:spChg chg="mod">
          <ac:chgData name="Laurianne Estrada" userId="877d0e272dd2d022" providerId="LiveId" clId="{040CF046-855B-40D4-AA10-B18205945E28}" dt="2025-09-22T12:43:53.962" v="6398" actId="14100"/>
          <ac:spMkLst>
            <pc:docMk/>
            <pc:sldMk cId="191994976" sldId="819"/>
            <ac:spMk id="4" creationId="{7BD79B19-D04F-2F55-D018-3A07D4D50DD5}"/>
          </ac:spMkLst>
        </pc:spChg>
        <pc:spChg chg="mod">
          <ac:chgData name="Laurianne Estrada" userId="877d0e272dd2d022" providerId="LiveId" clId="{040CF046-855B-40D4-AA10-B18205945E28}" dt="2025-09-15T13:00:19.439" v="5733" actId="14100"/>
          <ac:spMkLst>
            <pc:docMk/>
            <pc:sldMk cId="191994976" sldId="819"/>
            <ac:spMk id="11265" creationId="{2396AF9D-B473-4BC2-DB93-4F7699124352}"/>
          </ac:spMkLst>
        </pc:spChg>
      </pc:sldChg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426855321" sldId="831"/>
        </pc:sldMkLst>
      </pc:sldChg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2663224964" sldId="832"/>
        </pc:sldMkLst>
      </pc:sldChg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1741985741" sldId="833"/>
        </pc:sldMkLst>
      </pc:sldChg>
      <pc:sldChg chg="addSp delSp modSp mod delAnim modAnim">
        <pc:chgData name="Laurianne Estrada" userId="877d0e272dd2d022" providerId="LiveId" clId="{040CF046-855B-40D4-AA10-B18205945E28}" dt="2025-09-22T13:00:11.746" v="6411" actId="1076"/>
        <pc:sldMkLst>
          <pc:docMk/>
          <pc:sldMk cId="1365931223" sldId="834"/>
        </pc:sldMkLst>
        <pc:spChg chg="add mod">
          <ac:chgData name="Laurianne Estrada" userId="877d0e272dd2d022" providerId="LiveId" clId="{040CF046-855B-40D4-AA10-B18205945E28}" dt="2025-09-22T12:59:45.994" v="6406" actId="1076"/>
          <ac:spMkLst>
            <pc:docMk/>
            <pc:sldMk cId="1365931223" sldId="834"/>
            <ac:spMk id="2" creationId="{64BFA394-A794-21E3-44D9-3086C65360A4}"/>
          </ac:spMkLst>
        </pc:spChg>
        <pc:spChg chg="add mod">
          <ac:chgData name="Laurianne Estrada" userId="877d0e272dd2d022" providerId="LiveId" clId="{040CF046-855B-40D4-AA10-B18205945E28}" dt="2025-09-22T12:59:52.744" v="6408" actId="1076"/>
          <ac:spMkLst>
            <pc:docMk/>
            <pc:sldMk cId="1365931223" sldId="834"/>
            <ac:spMk id="3" creationId="{67045789-20E8-1F1C-CBDB-3EF0E664A18A}"/>
          </ac:spMkLst>
        </pc:spChg>
        <pc:spChg chg="add mod">
          <ac:chgData name="Laurianne Estrada" userId="877d0e272dd2d022" providerId="LiveId" clId="{040CF046-855B-40D4-AA10-B18205945E28}" dt="2025-09-22T12:59:49.059" v="6407" actId="1076"/>
          <ac:spMkLst>
            <pc:docMk/>
            <pc:sldMk cId="1365931223" sldId="834"/>
            <ac:spMk id="5" creationId="{5B9790BE-D128-ED90-6F46-044B9E48A029}"/>
          </ac:spMkLst>
        </pc:spChg>
        <pc:spChg chg="add mod">
          <ac:chgData name="Laurianne Estrada" userId="877d0e272dd2d022" providerId="LiveId" clId="{040CF046-855B-40D4-AA10-B18205945E28}" dt="2025-09-22T12:59:58.076" v="6409" actId="1076"/>
          <ac:spMkLst>
            <pc:docMk/>
            <pc:sldMk cId="1365931223" sldId="834"/>
            <ac:spMk id="8" creationId="{C3A1616A-9DB9-5F1C-87EB-625ED6FB2C13}"/>
          </ac:spMkLst>
        </pc:spChg>
        <pc:spChg chg="add mod">
          <ac:chgData name="Laurianne Estrada" userId="877d0e272dd2d022" providerId="LiveId" clId="{040CF046-855B-40D4-AA10-B18205945E28}" dt="2025-09-22T13:00:11.746" v="6411" actId="1076"/>
          <ac:spMkLst>
            <pc:docMk/>
            <pc:sldMk cId="1365931223" sldId="834"/>
            <ac:spMk id="9" creationId="{E3163F57-58FE-BF81-0B79-D65C51BBD0C7}"/>
          </ac:spMkLst>
        </pc:spChg>
        <pc:spChg chg="mod">
          <ac:chgData name="Laurianne Estrada" userId="877d0e272dd2d022" providerId="LiveId" clId="{040CF046-855B-40D4-AA10-B18205945E28}" dt="2025-09-22T12:59:15.509" v="6399" actId="20577"/>
          <ac:spMkLst>
            <pc:docMk/>
            <pc:sldMk cId="1365931223" sldId="834"/>
            <ac:spMk id="26" creationId="{3093F90A-DE65-CE4A-121A-DDCACFB9C071}"/>
          </ac:spMkLst>
        </pc:spChg>
        <pc:spChg chg="add del mod">
          <ac:chgData name="Laurianne Estrada" userId="877d0e272dd2d022" providerId="LiveId" clId="{040CF046-855B-40D4-AA10-B18205945E28}" dt="2025-09-22T12:59:27.543" v="6403" actId="478"/>
          <ac:spMkLst>
            <pc:docMk/>
            <pc:sldMk cId="1365931223" sldId="834"/>
            <ac:spMk id="31" creationId="{4028B659-1BA3-D87F-0922-96D8D1E40AB6}"/>
          </ac:spMkLst>
        </pc:spChg>
        <pc:spChg chg="add del mod">
          <ac:chgData name="Laurianne Estrada" userId="877d0e272dd2d022" providerId="LiveId" clId="{040CF046-855B-40D4-AA10-B18205945E28}" dt="2025-09-22T12:59:28.279" v="6404" actId="478"/>
          <ac:spMkLst>
            <pc:docMk/>
            <pc:sldMk cId="1365931223" sldId="834"/>
            <ac:spMk id="32" creationId="{B48D4DA7-1A61-0C43-DC62-FFE361E5AA8F}"/>
          </ac:spMkLst>
        </pc:spChg>
        <pc:spChg chg="mod">
          <ac:chgData name="Laurianne Estrada" userId="877d0e272dd2d022" providerId="LiveId" clId="{040CF046-855B-40D4-AA10-B18205945E28}" dt="2025-09-08T13:06:25.481" v="3267" actId="20577"/>
          <ac:spMkLst>
            <pc:docMk/>
            <pc:sldMk cId="1365931223" sldId="834"/>
            <ac:spMk id="42" creationId="{3E3C1CE9-2D25-D58B-D13F-F0683478BC43}"/>
          </ac:spMkLst>
        </pc:spChg>
        <pc:picChg chg="add mod">
          <ac:chgData name="Laurianne Estrada" userId="877d0e272dd2d022" providerId="LiveId" clId="{040CF046-855B-40D4-AA10-B18205945E28}" dt="2025-09-22T12:59:58.076" v="6409" actId="1076"/>
          <ac:picMkLst>
            <pc:docMk/>
            <pc:sldMk cId="1365931223" sldId="834"/>
            <ac:picMk id="4" creationId="{1989F5E2-F222-086D-4AC1-CB742197C98F}"/>
          </ac:picMkLst>
        </pc:picChg>
        <pc:picChg chg="add mod">
          <ac:chgData name="Laurianne Estrada" userId="877d0e272dd2d022" providerId="LiveId" clId="{040CF046-855B-40D4-AA10-B18205945E28}" dt="2025-09-22T12:59:58.076" v="6409" actId="1076"/>
          <ac:picMkLst>
            <pc:docMk/>
            <pc:sldMk cId="1365931223" sldId="834"/>
            <ac:picMk id="6" creationId="{B538F6D2-818F-2949-8C69-397B61F6EC8A}"/>
          </ac:picMkLst>
        </pc:picChg>
        <pc:picChg chg="add mod">
          <ac:chgData name="Laurianne Estrada" userId="877d0e272dd2d022" providerId="LiveId" clId="{040CF046-855B-40D4-AA10-B18205945E28}" dt="2025-09-22T12:59:58.076" v="6409" actId="1076"/>
          <ac:picMkLst>
            <pc:docMk/>
            <pc:sldMk cId="1365931223" sldId="834"/>
            <ac:picMk id="7" creationId="{B1F94ED5-67E5-DF35-8A2F-AC2F1FECAA47}"/>
          </ac:picMkLst>
        </pc:picChg>
        <pc:picChg chg="add del mod">
          <ac:chgData name="Laurianne Estrada" userId="877d0e272dd2d022" providerId="LiveId" clId="{040CF046-855B-40D4-AA10-B18205945E28}" dt="2025-09-22T12:59:26.527" v="6402" actId="478"/>
          <ac:picMkLst>
            <pc:docMk/>
            <pc:sldMk cId="1365931223" sldId="834"/>
            <ac:picMk id="33" creationId="{0F7BA2F1-0E3C-A7B9-539B-99A641298689}"/>
          </ac:picMkLst>
        </pc:picChg>
        <pc:picChg chg="add del mod">
          <ac:chgData name="Laurianne Estrada" userId="877d0e272dd2d022" providerId="LiveId" clId="{040CF046-855B-40D4-AA10-B18205945E28}" dt="2025-09-22T12:59:26.527" v="6402" actId="478"/>
          <ac:picMkLst>
            <pc:docMk/>
            <pc:sldMk cId="1365931223" sldId="834"/>
            <ac:picMk id="34" creationId="{9015731C-D04C-936F-3C40-BB1F065277CD}"/>
          </ac:picMkLst>
        </pc:picChg>
        <pc:picChg chg="add del mod">
          <ac:chgData name="Laurianne Estrada" userId="877d0e272dd2d022" providerId="LiveId" clId="{040CF046-855B-40D4-AA10-B18205945E28}" dt="2025-09-22T12:59:26.527" v="6402" actId="478"/>
          <ac:picMkLst>
            <pc:docMk/>
            <pc:sldMk cId="1365931223" sldId="834"/>
            <ac:picMk id="35" creationId="{5D3DF78A-28AA-D24C-B41C-D1B2057924B6}"/>
          </ac:picMkLst>
        </pc:picChg>
      </pc:sldChg>
      <pc:sldChg chg="addSp delSp modSp add mod ord delAnim modAnim">
        <pc:chgData name="Laurianne Estrada" userId="877d0e272dd2d022" providerId="LiveId" clId="{040CF046-855B-40D4-AA10-B18205945E28}" dt="2025-09-12T13:18:41.881" v="5421" actId="1076"/>
        <pc:sldMkLst>
          <pc:docMk/>
          <pc:sldMk cId="385788229" sldId="835"/>
        </pc:sldMkLst>
        <pc:spChg chg="mod">
          <ac:chgData name="Laurianne Estrada" userId="877d0e272dd2d022" providerId="LiveId" clId="{040CF046-855B-40D4-AA10-B18205945E28}" dt="2025-09-12T13:14:06.989" v="5393" actId="20577"/>
          <ac:spMkLst>
            <pc:docMk/>
            <pc:sldMk cId="385788229" sldId="835"/>
            <ac:spMk id="26" creationId="{19DC1197-A30C-DCB2-3C1B-4A3F2BA1E3EA}"/>
          </ac:spMkLst>
        </pc:spChg>
        <pc:spChg chg="mod">
          <ac:chgData name="Laurianne Estrada" userId="877d0e272dd2d022" providerId="LiveId" clId="{040CF046-855B-40D4-AA10-B18205945E28}" dt="2025-09-08T13:06:21.703" v="3263" actId="20577"/>
          <ac:spMkLst>
            <pc:docMk/>
            <pc:sldMk cId="385788229" sldId="835"/>
            <ac:spMk id="42" creationId="{886540BD-AAF0-2897-0EC2-88CB6010A3AD}"/>
          </ac:spMkLst>
        </pc:spChg>
        <pc:graphicFrameChg chg="add mod">
          <ac:chgData name="Laurianne Estrada" userId="877d0e272dd2d022" providerId="LiveId" clId="{040CF046-855B-40D4-AA10-B18205945E28}" dt="2025-09-12T13:18:41.881" v="5421" actId="1076"/>
          <ac:graphicFrameMkLst>
            <pc:docMk/>
            <pc:sldMk cId="385788229" sldId="835"/>
            <ac:graphicFrameMk id="9" creationId="{A6E9059D-412B-94F2-2286-1DAE53E6B93D}"/>
          </ac:graphicFrameMkLst>
        </pc:graphicFrameChg>
        <pc:graphicFrameChg chg="add mod">
          <ac:chgData name="Laurianne Estrada" userId="877d0e272dd2d022" providerId="LiveId" clId="{040CF046-855B-40D4-AA10-B18205945E28}" dt="2025-09-12T13:18:29.633" v="5416" actId="1076"/>
          <ac:graphicFrameMkLst>
            <pc:docMk/>
            <pc:sldMk cId="385788229" sldId="835"/>
            <ac:graphicFrameMk id="18" creationId="{DD89A68B-824F-47A8-5BCA-AF2B0633FB86}"/>
          </ac:graphicFrameMkLst>
        </pc:graphicFrameChg>
        <pc:graphicFrameChg chg="add mod">
          <ac:chgData name="Laurianne Estrada" userId="877d0e272dd2d022" providerId="LiveId" clId="{040CF046-855B-40D4-AA10-B18205945E28}" dt="2025-09-12T13:18:38.524" v="5420" actId="1076"/>
          <ac:graphicFrameMkLst>
            <pc:docMk/>
            <pc:sldMk cId="385788229" sldId="835"/>
            <ac:graphicFrameMk id="19" creationId="{FB7ED157-4281-4DE3-3FB1-BF8D0644EBFE}"/>
          </ac:graphicFrameMkLst>
        </pc:graphicFrameChg>
      </pc:sldChg>
      <pc:sldChg chg="del">
        <pc:chgData name="Laurianne Estrada" userId="877d0e272dd2d022" providerId="LiveId" clId="{040CF046-855B-40D4-AA10-B18205945E28}" dt="2025-09-03T17:50:07.131" v="62" actId="2696"/>
        <pc:sldMkLst>
          <pc:docMk/>
          <pc:sldMk cId="4188647379" sldId="835"/>
        </pc:sldMkLst>
      </pc:sldChg>
      <pc:sldChg chg="addSp modSp add del mod">
        <pc:chgData name="Laurianne Estrada" userId="877d0e272dd2d022" providerId="LiveId" clId="{040CF046-855B-40D4-AA10-B18205945E28}" dt="2025-09-15T12:51:22.783" v="5555" actId="2696"/>
        <pc:sldMkLst>
          <pc:docMk/>
          <pc:sldMk cId="30023285" sldId="836"/>
        </pc:sldMkLst>
      </pc:sldChg>
      <pc:sldChg chg="addSp modSp add del mod">
        <pc:chgData name="Laurianne Estrada" userId="877d0e272dd2d022" providerId="LiveId" clId="{040CF046-855B-40D4-AA10-B18205945E28}" dt="2025-09-22T12:59:19.452" v="6400" actId="2696"/>
        <pc:sldMkLst>
          <pc:docMk/>
          <pc:sldMk cId="2119852059" sldId="837"/>
        </pc:sldMkLst>
      </pc:sldChg>
      <pc:sldChg chg="addSp delSp modSp add mod">
        <pc:chgData name="Laurianne Estrada" userId="877d0e272dd2d022" providerId="LiveId" clId="{040CF046-855B-40D4-AA10-B18205945E28}" dt="2025-09-22T13:18:57.699" v="7006" actId="20577"/>
        <pc:sldMkLst>
          <pc:docMk/>
          <pc:sldMk cId="1517828463" sldId="838"/>
        </pc:sldMkLst>
        <pc:spChg chg="add del mod">
          <ac:chgData name="Laurianne Estrada" userId="877d0e272dd2d022" providerId="LiveId" clId="{040CF046-855B-40D4-AA10-B18205945E28}" dt="2025-09-22T13:00:55.001" v="6417" actId="478"/>
          <ac:spMkLst>
            <pc:docMk/>
            <pc:sldMk cId="1517828463" sldId="838"/>
            <ac:spMk id="2" creationId="{B549D06E-BAF9-8604-2806-F5EBEF56F17B}"/>
          </ac:spMkLst>
        </pc:spChg>
        <pc:spChg chg="add del mod">
          <ac:chgData name="Laurianne Estrada" userId="877d0e272dd2d022" providerId="LiveId" clId="{040CF046-855B-40D4-AA10-B18205945E28}" dt="2025-09-22T13:00:53.724" v="6416" actId="478"/>
          <ac:spMkLst>
            <pc:docMk/>
            <pc:sldMk cId="1517828463" sldId="838"/>
            <ac:spMk id="3" creationId="{B892C442-184A-0454-525B-97B320963B13}"/>
          </ac:spMkLst>
        </pc:spChg>
        <pc:spChg chg="add mod">
          <ac:chgData name="Laurianne Estrada" userId="877d0e272dd2d022" providerId="LiveId" clId="{040CF046-855B-40D4-AA10-B18205945E28}" dt="2025-09-22T13:03:54.937" v="6449"/>
          <ac:spMkLst>
            <pc:docMk/>
            <pc:sldMk cId="1517828463" sldId="838"/>
            <ac:spMk id="7" creationId="{72208DB4-22BF-E798-3CD6-756DEC69C139}"/>
          </ac:spMkLst>
        </pc:spChg>
        <pc:spChg chg="add mod">
          <ac:chgData name="Laurianne Estrada" userId="877d0e272dd2d022" providerId="LiveId" clId="{040CF046-855B-40D4-AA10-B18205945E28}" dt="2025-09-22T13:04:15.713" v="6453" actId="1076"/>
          <ac:spMkLst>
            <pc:docMk/>
            <pc:sldMk cId="1517828463" sldId="838"/>
            <ac:spMk id="8" creationId="{4127A2FE-8D8D-BC42-2459-BEEA2955B0CC}"/>
          </ac:spMkLst>
        </pc:spChg>
        <pc:spChg chg="add mod">
          <ac:chgData name="Laurianne Estrada" userId="877d0e272dd2d022" providerId="LiveId" clId="{040CF046-855B-40D4-AA10-B18205945E28}" dt="2025-09-22T13:04:22.211" v="6455" actId="1076"/>
          <ac:spMkLst>
            <pc:docMk/>
            <pc:sldMk cId="1517828463" sldId="838"/>
            <ac:spMk id="11" creationId="{19103972-DA21-76EC-4D2B-B86B48526A14}"/>
          </ac:spMkLst>
        </pc:spChg>
        <pc:spChg chg="add mod">
          <ac:chgData name="Laurianne Estrada" userId="877d0e272dd2d022" providerId="LiveId" clId="{040CF046-855B-40D4-AA10-B18205945E28}" dt="2025-09-22T13:04:18.891" v="6454" actId="1076"/>
          <ac:spMkLst>
            <pc:docMk/>
            <pc:sldMk cId="1517828463" sldId="838"/>
            <ac:spMk id="12" creationId="{902A55DB-2E70-BA4E-3494-7C285C63A73B}"/>
          </ac:spMkLst>
        </pc:spChg>
        <pc:spChg chg="add mod">
          <ac:chgData name="Laurianne Estrada" userId="877d0e272dd2d022" providerId="LiveId" clId="{040CF046-855B-40D4-AA10-B18205945E28}" dt="2025-09-22T13:18:06.676" v="6996" actId="1076"/>
          <ac:spMkLst>
            <pc:docMk/>
            <pc:sldMk cId="1517828463" sldId="838"/>
            <ac:spMk id="15" creationId="{739DC488-1FD8-19C0-5BB0-3E0C09A1F450}"/>
          </ac:spMkLst>
        </pc:spChg>
        <pc:spChg chg="mod">
          <ac:chgData name="Laurianne Estrada" userId="877d0e272dd2d022" providerId="LiveId" clId="{040CF046-855B-40D4-AA10-B18205945E28}" dt="2025-09-22T13:03:56.858" v="6451" actId="20577"/>
          <ac:spMkLst>
            <pc:docMk/>
            <pc:sldMk cId="1517828463" sldId="838"/>
            <ac:spMk id="26" creationId="{63E6565E-971A-83D7-88DC-11BA24C282C7}"/>
          </ac:spMkLst>
        </pc:spChg>
        <pc:spChg chg="mod">
          <ac:chgData name="Laurianne Estrada" userId="877d0e272dd2d022" providerId="LiveId" clId="{040CF046-855B-40D4-AA10-B18205945E28}" dt="2025-09-22T13:18:57.699" v="7006" actId="20577"/>
          <ac:spMkLst>
            <pc:docMk/>
            <pc:sldMk cId="1517828463" sldId="838"/>
            <ac:spMk id="42" creationId="{63769B7A-E0F0-BC8A-176C-C77E8E378B77}"/>
          </ac:spMkLst>
        </pc:spChg>
        <pc:picChg chg="add del mod">
          <ac:chgData name="Laurianne Estrada" userId="877d0e272dd2d022" providerId="LiveId" clId="{040CF046-855B-40D4-AA10-B18205945E28}" dt="2025-09-22T13:00:53.160" v="6414" actId="478"/>
          <ac:picMkLst>
            <pc:docMk/>
            <pc:sldMk cId="1517828463" sldId="838"/>
            <ac:picMk id="4" creationId="{1F018A18-8BB2-D360-70E1-57EB50FE7FC7}"/>
          </ac:picMkLst>
        </pc:picChg>
        <pc:picChg chg="add del mod">
          <ac:chgData name="Laurianne Estrada" userId="877d0e272dd2d022" providerId="LiveId" clId="{040CF046-855B-40D4-AA10-B18205945E28}" dt="2025-09-22T13:00:53.160" v="6414" actId="478"/>
          <ac:picMkLst>
            <pc:docMk/>
            <pc:sldMk cId="1517828463" sldId="838"/>
            <ac:picMk id="5" creationId="{0BFA51AF-C65A-050A-DE19-95E7F4818245}"/>
          </ac:picMkLst>
        </pc:picChg>
        <pc:picChg chg="add del mod">
          <ac:chgData name="Laurianne Estrada" userId="877d0e272dd2d022" providerId="LiveId" clId="{040CF046-855B-40D4-AA10-B18205945E28}" dt="2025-09-22T13:00:53.160" v="6414" actId="478"/>
          <ac:picMkLst>
            <pc:docMk/>
            <pc:sldMk cId="1517828463" sldId="838"/>
            <ac:picMk id="6" creationId="{A4CE2E49-B395-EAA1-BBC7-5A75C89FAE0F}"/>
          </ac:picMkLst>
        </pc:picChg>
        <pc:picChg chg="add mod">
          <ac:chgData name="Laurianne Estrada" userId="877d0e272dd2d022" providerId="LiveId" clId="{040CF046-855B-40D4-AA10-B18205945E28}" dt="2025-09-22T13:18:06.676" v="6996" actId="1076"/>
          <ac:picMkLst>
            <pc:docMk/>
            <pc:sldMk cId="1517828463" sldId="838"/>
            <ac:picMk id="9" creationId="{D1AC48DB-EA93-D86B-9B1C-B77D2C6A61C9}"/>
          </ac:picMkLst>
        </pc:picChg>
        <pc:picChg chg="add mod">
          <ac:chgData name="Laurianne Estrada" userId="877d0e272dd2d022" providerId="LiveId" clId="{040CF046-855B-40D4-AA10-B18205945E28}" dt="2025-09-22T13:18:06.676" v="6996" actId="1076"/>
          <ac:picMkLst>
            <pc:docMk/>
            <pc:sldMk cId="1517828463" sldId="838"/>
            <ac:picMk id="13" creationId="{C0547BE7-291A-8B0C-C135-B41135360C3D}"/>
          </ac:picMkLst>
        </pc:picChg>
        <pc:picChg chg="add mod">
          <ac:chgData name="Laurianne Estrada" userId="877d0e272dd2d022" providerId="LiveId" clId="{040CF046-855B-40D4-AA10-B18205945E28}" dt="2025-09-22T13:18:06.676" v="6996" actId="1076"/>
          <ac:picMkLst>
            <pc:docMk/>
            <pc:sldMk cId="1517828463" sldId="838"/>
            <ac:picMk id="14" creationId="{BE667DB0-3378-BFA7-8C63-F798F1133479}"/>
          </ac:picMkLst>
        </pc:picChg>
      </pc:sldChg>
      <pc:sldChg chg="addSp delSp modSp add mod">
        <pc:chgData name="Laurianne Estrada" userId="877d0e272dd2d022" providerId="LiveId" clId="{040CF046-855B-40D4-AA10-B18205945E28}" dt="2025-09-22T13:18:53.019" v="7005" actId="20577"/>
        <pc:sldMkLst>
          <pc:docMk/>
          <pc:sldMk cId="2660060834" sldId="839"/>
        </pc:sldMkLst>
        <pc:spChg chg="add mod">
          <ac:chgData name="Laurianne Estrada" userId="877d0e272dd2d022" providerId="LiveId" clId="{040CF046-855B-40D4-AA10-B18205945E28}" dt="2025-09-22T13:01:45.338" v="6432" actId="1076"/>
          <ac:spMkLst>
            <pc:docMk/>
            <pc:sldMk cId="2660060834" sldId="839"/>
            <ac:spMk id="2" creationId="{A56BCC5A-553C-51B4-CED6-B7EAE41B4DEC}"/>
          </ac:spMkLst>
        </pc:spChg>
        <pc:spChg chg="add mod">
          <ac:chgData name="Laurianne Estrada" userId="877d0e272dd2d022" providerId="LiveId" clId="{040CF046-855B-40D4-AA10-B18205945E28}" dt="2025-09-22T13:01:53.633" v="6438" actId="1037"/>
          <ac:spMkLst>
            <pc:docMk/>
            <pc:sldMk cId="2660060834" sldId="839"/>
            <ac:spMk id="4" creationId="{E6E54A82-EC75-5E19-1A26-7D49DB6952D7}"/>
          </ac:spMkLst>
        </pc:spChg>
        <pc:spChg chg="add mod">
          <ac:chgData name="Laurianne Estrada" userId="877d0e272dd2d022" providerId="LiveId" clId="{040CF046-855B-40D4-AA10-B18205945E28}" dt="2025-09-22T13:01:53.633" v="6438" actId="1037"/>
          <ac:spMkLst>
            <pc:docMk/>
            <pc:sldMk cId="2660060834" sldId="839"/>
            <ac:spMk id="5" creationId="{F0917298-3E7B-70B0-059D-44866E72DD67}"/>
          </ac:spMkLst>
        </pc:spChg>
        <pc:spChg chg="add del mod">
          <ac:chgData name="Laurianne Estrada" userId="877d0e272dd2d022" providerId="LiveId" clId="{040CF046-855B-40D4-AA10-B18205945E28}" dt="2025-09-22T13:00:57.669" v="6418" actId="478"/>
          <ac:spMkLst>
            <pc:docMk/>
            <pc:sldMk cId="2660060834" sldId="839"/>
            <ac:spMk id="8" creationId="{FBA4EE54-8037-12E4-B813-8704DB98C7E8}"/>
          </ac:spMkLst>
        </pc:spChg>
        <pc:spChg chg="add del mod">
          <ac:chgData name="Laurianne Estrada" userId="877d0e272dd2d022" providerId="LiveId" clId="{040CF046-855B-40D4-AA10-B18205945E28}" dt="2025-09-22T13:00:57.669" v="6418" actId="478"/>
          <ac:spMkLst>
            <pc:docMk/>
            <pc:sldMk cId="2660060834" sldId="839"/>
            <ac:spMk id="9" creationId="{9BCF09F4-CCD7-B627-A8AB-30BEE5738133}"/>
          </ac:spMkLst>
        </pc:spChg>
        <pc:spChg chg="mod">
          <ac:chgData name="Laurianne Estrada" userId="877d0e272dd2d022" providerId="LiveId" clId="{040CF046-855B-40D4-AA10-B18205945E28}" dt="2025-09-15T12:52:40.199" v="5593" actId="1076"/>
          <ac:spMkLst>
            <pc:docMk/>
            <pc:sldMk cId="2660060834" sldId="839"/>
            <ac:spMk id="10" creationId="{19615BC2-CE45-32A3-3EA5-20C3F6C1CFC7}"/>
          </ac:spMkLst>
        </pc:spChg>
        <pc:spChg chg="add mod">
          <ac:chgData name="Laurianne Estrada" userId="877d0e272dd2d022" providerId="LiveId" clId="{040CF046-855B-40D4-AA10-B18205945E28}" dt="2025-09-22T13:01:59.848" v="6439" actId="1076"/>
          <ac:spMkLst>
            <pc:docMk/>
            <pc:sldMk cId="2660060834" sldId="839"/>
            <ac:spMk id="14" creationId="{8C375A4B-1082-6875-D711-77F99732E51F}"/>
          </ac:spMkLst>
        </pc:spChg>
        <pc:spChg chg="mod">
          <ac:chgData name="Laurianne Estrada" userId="877d0e272dd2d022" providerId="LiveId" clId="{040CF046-855B-40D4-AA10-B18205945E28}" dt="2025-09-22T13:01:23.871" v="6421" actId="20577"/>
          <ac:spMkLst>
            <pc:docMk/>
            <pc:sldMk cId="2660060834" sldId="839"/>
            <ac:spMk id="26" creationId="{A9DB8142-1291-6BBB-419E-FCC7B1C6ADAB}"/>
          </ac:spMkLst>
        </pc:spChg>
        <pc:spChg chg="mod">
          <ac:chgData name="Laurianne Estrada" userId="877d0e272dd2d022" providerId="LiveId" clId="{040CF046-855B-40D4-AA10-B18205945E28}" dt="2025-09-22T13:18:53.019" v="7005" actId="20577"/>
          <ac:spMkLst>
            <pc:docMk/>
            <pc:sldMk cId="2660060834" sldId="839"/>
            <ac:spMk id="42" creationId="{341BC095-2287-2EDC-00C3-3920641E74F7}"/>
          </ac:spMkLst>
        </pc:spChg>
        <pc:picChg chg="add mod">
          <ac:chgData name="Laurianne Estrada" userId="877d0e272dd2d022" providerId="LiveId" clId="{040CF046-855B-40D4-AA10-B18205945E28}" dt="2025-09-22T13:01:59.848" v="6439" actId="1076"/>
          <ac:picMkLst>
            <pc:docMk/>
            <pc:sldMk cId="2660060834" sldId="839"/>
            <ac:picMk id="3" creationId="{E29951F3-CDE9-3814-C18F-0AE2EDF7FB70}"/>
          </ac:picMkLst>
        </pc:picChg>
        <pc:picChg chg="add mod">
          <ac:chgData name="Laurianne Estrada" userId="877d0e272dd2d022" providerId="LiveId" clId="{040CF046-855B-40D4-AA10-B18205945E28}" dt="2025-09-22T13:01:59.848" v="6439" actId="1076"/>
          <ac:picMkLst>
            <pc:docMk/>
            <pc:sldMk cId="2660060834" sldId="839"/>
            <ac:picMk id="6" creationId="{22EC2537-889C-B4A3-63CE-90F471BED1C9}"/>
          </ac:picMkLst>
        </pc:picChg>
        <pc:picChg chg="add mod">
          <ac:chgData name="Laurianne Estrada" userId="877d0e272dd2d022" providerId="LiveId" clId="{040CF046-855B-40D4-AA10-B18205945E28}" dt="2025-09-22T13:01:59.848" v="6439" actId="1076"/>
          <ac:picMkLst>
            <pc:docMk/>
            <pc:sldMk cId="2660060834" sldId="839"/>
            <ac:picMk id="7" creationId="{99162546-EC67-7CEC-9BB3-58BF0D062124}"/>
          </ac:picMkLst>
        </pc:picChg>
        <pc:picChg chg="add del mod">
          <ac:chgData name="Laurianne Estrada" userId="877d0e272dd2d022" providerId="LiveId" clId="{040CF046-855B-40D4-AA10-B18205945E28}" dt="2025-09-22T13:00:57.669" v="6418" actId="478"/>
          <ac:picMkLst>
            <pc:docMk/>
            <pc:sldMk cId="2660060834" sldId="839"/>
            <ac:picMk id="11" creationId="{95D74F9D-B4FE-662C-90FD-C724E9AB3D6F}"/>
          </ac:picMkLst>
        </pc:picChg>
        <pc:picChg chg="add del mod">
          <ac:chgData name="Laurianne Estrada" userId="877d0e272dd2d022" providerId="LiveId" clId="{040CF046-855B-40D4-AA10-B18205945E28}" dt="2025-09-22T13:00:57.669" v="6418" actId="478"/>
          <ac:picMkLst>
            <pc:docMk/>
            <pc:sldMk cId="2660060834" sldId="839"/>
            <ac:picMk id="12" creationId="{D7C96A55-2D2F-7862-5D29-E8F6BA31F6F7}"/>
          </ac:picMkLst>
        </pc:picChg>
        <pc:picChg chg="add del mod">
          <ac:chgData name="Laurianne Estrada" userId="877d0e272dd2d022" providerId="LiveId" clId="{040CF046-855B-40D4-AA10-B18205945E28}" dt="2025-09-22T13:00:57.669" v="6418" actId="478"/>
          <ac:picMkLst>
            <pc:docMk/>
            <pc:sldMk cId="2660060834" sldId="839"/>
            <ac:picMk id="13" creationId="{B72DE98D-DAF5-37B0-56E6-023607B5B418}"/>
          </ac:picMkLst>
        </pc:picChg>
      </pc:sldChg>
      <pc:sldChg chg="addSp delSp modSp add del mod">
        <pc:chgData name="Laurianne Estrada" userId="877d0e272dd2d022" providerId="LiveId" clId="{040CF046-855B-40D4-AA10-B18205945E28}" dt="2025-09-22T13:00:47.280" v="6412" actId="2696"/>
        <pc:sldMkLst>
          <pc:docMk/>
          <pc:sldMk cId="523928956" sldId="840"/>
        </pc:sldMkLst>
      </pc:sldChg>
      <pc:sldChg chg="addSp delSp modSp add del mod">
        <pc:chgData name="Laurianne Estrada" userId="877d0e272dd2d022" providerId="LiveId" clId="{040CF046-855B-40D4-AA10-B18205945E28}" dt="2025-09-22T13:00:49.985" v="6413" actId="2696"/>
        <pc:sldMkLst>
          <pc:docMk/>
          <pc:sldMk cId="4226055972" sldId="841"/>
        </pc:sldMkLst>
      </pc:sldChg>
      <pc:sldChg chg="addSp delSp modSp add mod modAnim">
        <pc:chgData name="Laurianne Estrada" userId="877d0e272dd2d022" providerId="LiveId" clId="{040CF046-855B-40D4-AA10-B18205945E28}" dt="2025-09-22T13:19:00.240" v="7007" actId="20577"/>
        <pc:sldMkLst>
          <pc:docMk/>
          <pc:sldMk cId="2369967947" sldId="842"/>
        </pc:sldMkLst>
        <pc:spChg chg="add mod">
          <ac:chgData name="Laurianne Estrada" userId="877d0e272dd2d022" providerId="LiveId" clId="{040CF046-855B-40D4-AA10-B18205945E28}" dt="2025-09-22T13:18:44.073" v="7004" actId="1076"/>
          <ac:spMkLst>
            <pc:docMk/>
            <pc:sldMk cId="2369967947" sldId="842"/>
            <ac:spMk id="2" creationId="{A3E950C3-9307-B605-7A21-0FFACD427C68}"/>
          </ac:spMkLst>
        </pc:spChg>
        <pc:spChg chg="add mod">
          <ac:chgData name="Laurianne Estrada" userId="877d0e272dd2d022" providerId="LiveId" clId="{040CF046-855B-40D4-AA10-B18205945E28}" dt="2025-09-22T13:18:23.254" v="6997" actId="21"/>
          <ac:spMkLst>
            <pc:docMk/>
            <pc:sldMk cId="2369967947" sldId="842"/>
            <ac:spMk id="3" creationId="{D69D3151-7331-775F-9162-988C17DB3BC9}"/>
          </ac:spMkLst>
        </pc:spChg>
        <pc:spChg chg="add mod">
          <ac:chgData name="Laurianne Estrada" userId="877d0e272dd2d022" providerId="LiveId" clId="{040CF046-855B-40D4-AA10-B18205945E28}" dt="2025-09-22T13:18:34.030" v="7002" actId="1076"/>
          <ac:spMkLst>
            <pc:docMk/>
            <pc:sldMk cId="2369967947" sldId="842"/>
            <ac:spMk id="4" creationId="{ED94197C-576F-B8DB-BF28-6DB8EB91FD37}"/>
          </ac:spMkLst>
        </pc:spChg>
        <pc:spChg chg="add mod">
          <ac:chgData name="Laurianne Estrada" userId="877d0e272dd2d022" providerId="LiveId" clId="{040CF046-855B-40D4-AA10-B18205945E28}" dt="2025-09-22T13:18:34.030" v="7002" actId="1076"/>
          <ac:spMkLst>
            <pc:docMk/>
            <pc:sldMk cId="2369967947" sldId="842"/>
            <ac:spMk id="5" creationId="{76F5246A-D539-8261-6073-D71C7A9D2248}"/>
          </ac:spMkLst>
        </pc:spChg>
        <pc:spChg chg="add del mod">
          <ac:chgData name="Laurianne Estrada" userId="877d0e272dd2d022" providerId="LiveId" clId="{040CF046-855B-40D4-AA10-B18205945E28}" dt="2025-09-22T13:09:10.357" v="6704" actId="478"/>
          <ac:spMkLst>
            <pc:docMk/>
            <pc:sldMk cId="2369967947" sldId="842"/>
            <ac:spMk id="6" creationId="{BEB02796-9FD6-D219-5C1E-080A93BFF8C3}"/>
          </ac:spMkLst>
        </pc:spChg>
        <pc:spChg chg="add mod">
          <ac:chgData name="Laurianne Estrada" userId="877d0e272dd2d022" providerId="LiveId" clId="{040CF046-855B-40D4-AA10-B18205945E28}" dt="2025-09-22T13:18:34.030" v="7002" actId="1076"/>
          <ac:spMkLst>
            <pc:docMk/>
            <pc:sldMk cId="2369967947" sldId="842"/>
            <ac:spMk id="7" creationId="{CF865047-025B-3264-CDA4-BD29531E9E2A}"/>
          </ac:spMkLst>
        </pc:spChg>
        <pc:spChg chg="add mod">
          <ac:chgData name="Laurianne Estrada" userId="877d0e272dd2d022" providerId="LiveId" clId="{040CF046-855B-40D4-AA10-B18205945E28}" dt="2025-09-22T13:18:34.030" v="7002" actId="1076"/>
          <ac:spMkLst>
            <pc:docMk/>
            <pc:sldMk cId="2369967947" sldId="842"/>
            <ac:spMk id="8" creationId="{2BC2680C-0E37-6A62-2BCE-F4F24BC587F9}"/>
          </ac:spMkLst>
        </pc:spChg>
        <pc:spChg chg="add mod">
          <ac:chgData name="Laurianne Estrada" userId="877d0e272dd2d022" providerId="LiveId" clId="{040CF046-855B-40D4-AA10-B18205945E28}" dt="2025-09-22T13:18:39.605" v="7003" actId="1076"/>
          <ac:spMkLst>
            <pc:docMk/>
            <pc:sldMk cId="2369967947" sldId="842"/>
            <ac:spMk id="9" creationId="{B345DD1B-76F0-EC6B-EE32-E334B0010E8A}"/>
          </ac:spMkLst>
        </pc:spChg>
        <pc:spChg chg="add mod">
          <ac:chgData name="Laurianne Estrada" userId="877d0e272dd2d022" providerId="LiveId" clId="{040CF046-855B-40D4-AA10-B18205945E28}" dt="2025-09-22T13:14:55.222" v="6970" actId="164"/>
          <ac:spMkLst>
            <pc:docMk/>
            <pc:sldMk cId="2369967947" sldId="842"/>
            <ac:spMk id="13" creationId="{5B7C7F44-0411-D39C-1173-1A6F54CCE89B}"/>
          </ac:spMkLst>
        </pc:spChg>
        <pc:spChg chg="add mod">
          <ac:chgData name="Laurianne Estrada" userId="877d0e272dd2d022" providerId="LiveId" clId="{040CF046-855B-40D4-AA10-B18205945E28}" dt="2025-09-22T13:15:10.960" v="6976" actId="164"/>
          <ac:spMkLst>
            <pc:docMk/>
            <pc:sldMk cId="2369967947" sldId="842"/>
            <ac:spMk id="14" creationId="{2DF664F6-F4A2-CD4D-0B97-10C8028D50B3}"/>
          </ac:spMkLst>
        </pc:spChg>
        <pc:spChg chg="add mod">
          <ac:chgData name="Laurianne Estrada" userId="877d0e272dd2d022" providerId="LiveId" clId="{040CF046-855B-40D4-AA10-B18205945E28}" dt="2025-09-22T13:15:41.141" v="6983" actId="164"/>
          <ac:spMkLst>
            <pc:docMk/>
            <pc:sldMk cId="2369967947" sldId="842"/>
            <ac:spMk id="16" creationId="{460AB5D4-D222-E164-9A5A-BC164F9F2EDD}"/>
          </ac:spMkLst>
        </pc:spChg>
        <pc:spChg chg="add mod">
          <ac:chgData name="Laurianne Estrada" userId="877d0e272dd2d022" providerId="LiveId" clId="{040CF046-855B-40D4-AA10-B18205945E28}" dt="2025-09-22T13:15:28.497" v="6981" actId="164"/>
          <ac:spMkLst>
            <pc:docMk/>
            <pc:sldMk cId="2369967947" sldId="842"/>
            <ac:spMk id="17" creationId="{1DD6CB5A-9E27-F8BA-E7AF-ED8F1B71ABD7}"/>
          </ac:spMkLst>
        </pc:spChg>
        <pc:spChg chg="mod">
          <ac:chgData name="Laurianne Estrada" userId="877d0e272dd2d022" providerId="LiveId" clId="{040CF046-855B-40D4-AA10-B18205945E28}" dt="2025-09-15T13:01:12.015" v="5787" actId="403"/>
          <ac:spMkLst>
            <pc:docMk/>
            <pc:sldMk cId="2369967947" sldId="842"/>
            <ac:spMk id="26" creationId="{673E898A-0783-0692-7C85-EF69341A1439}"/>
          </ac:spMkLst>
        </pc:spChg>
        <pc:spChg chg="mod">
          <ac:chgData name="Laurianne Estrada" userId="877d0e272dd2d022" providerId="LiveId" clId="{040CF046-855B-40D4-AA10-B18205945E28}" dt="2025-09-22T13:19:00.240" v="7007" actId="20577"/>
          <ac:spMkLst>
            <pc:docMk/>
            <pc:sldMk cId="2369967947" sldId="842"/>
            <ac:spMk id="42" creationId="{FC3F79C8-F692-98D9-0018-85FDB0F69CC6}"/>
          </ac:spMkLst>
        </pc:spChg>
        <pc:grpChg chg="add mod">
          <ac:chgData name="Laurianne Estrada" userId="877d0e272dd2d022" providerId="LiveId" clId="{040CF046-855B-40D4-AA10-B18205945E28}" dt="2025-09-22T13:18:39.605" v="7003" actId="1076"/>
          <ac:grpSpMkLst>
            <pc:docMk/>
            <pc:sldMk cId="2369967947" sldId="842"/>
            <ac:grpSpMk id="19" creationId="{7BA677EF-9913-3314-C7A1-4462397A5E8A}"/>
          </ac:grpSpMkLst>
        </pc:grpChg>
        <pc:grpChg chg="add mod">
          <ac:chgData name="Laurianne Estrada" userId="877d0e272dd2d022" providerId="LiveId" clId="{040CF046-855B-40D4-AA10-B18205945E28}" dt="2025-09-22T13:18:39.605" v="7003" actId="1076"/>
          <ac:grpSpMkLst>
            <pc:docMk/>
            <pc:sldMk cId="2369967947" sldId="842"/>
            <ac:grpSpMk id="20" creationId="{20F3592D-489C-FD53-4142-C1180BAA1DF0}"/>
          </ac:grpSpMkLst>
        </pc:grpChg>
        <pc:grpChg chg="add mod">
          <ac:chgData name="Laurianne Estrada" userId="877d0e272dd2d022" providerId="LiveId" clId="{040CF046-855B-40D4-AA10-B18205945E28}" dt="2025-09-22T13:18:39.605" v="7003" actId="1076"/>
          <ac:grpSpMkLst>
            <pc:docMk/>
            <pc:sldMk cId="2369967947" sldId="842"/>
            <ac:grpSpMk id="21" creationId="{5DA4609E-A8EE-30EF-C757-B85DEE4913A2}"/>
          </ac:grpSpMkLst>
        </pc:grpChg>
        <pc:grpChg chg="add mod">
          <ac:chgData name="Laurianne Estrada" userId="877d0e272dd2d022" providerId="LiveId" clId="{040CF046-855B-40D4-AA10-B18205945E28}" dt="2025-09-22T13:18:39.605" v="7003" actId="1076"/>
          <ac:grpSpMkLst>
            <pc:docMk/>
            <pc:sldMk cId="2369967947" sldId="842"/>
            <ac:grpSpMk id="22" creationId="{10127989-7AA0-47A2-4DFA-D919114B1C34}"/>
          </ac:grpSpMkLst>
        </pc:grpChg>
        <pc:picChg chg="add mod">
          <ac:chgData name="Laurianne Estrada" userId="877d0e272dd2d022" providerId="LiveId" clId="{040CF046-855B-40D4-AA10-B18205945E28}" dt="2025-09-22T13:14:55.222" v="6970" actId="164"/>
          <ac:picMkLst>
            <pc:docMk/>
            <pc:sldMk cId="2369967947" sldId="842"/>
            <ac:picMk id="11" creationId="{B2000879-314E-C6E3-8A61-B04BD3A2D8B8}"/>
          </ac:picMkLst>
        </pc:picChg>
        <pc:picChg chg="add mod">
          <ac:chgData name="Laurianne Estrada" userId="877d0e272dd2d022" providerId="LiveId" clId="{040CF046-855B-40D4-AA10-B18205945E28}" dt="2025-09-22T13:15:10.960" v="6976" actId="164"/>
          <ac:picMkLst>
            <pc:docMk/>
            <pc:sldMk cId="2369967947" sldId="842"/>
            <ac:picMk id="12" creationId="{C5B0010B-8C14-E023-CAC6-DDD6DD4B9355}"/>
          </ac:picMkLst>
        </pc:picChg>
        <pc:picChg chg="add mod">
          <ac:chgData name="Laurianne Estrada" userId="877d0e272dd2d022" providerId="LiveId" clId="{040CF046-855B-40D4-AA10-B18205945E28}" dt="2025-09-22T13:15:41.141" v="6983" actId="164"/>
          <ac:picMkLst>
            <pc:docMk/>
            <pc:sldMk cId="2369967947" sldId="842"/>
            <ac:picMk id="15" creationId="{086F7FD6-3EC7-AFBE-159C-7C34B1EEB574}"/>
          </ac:picMkLst>
        </pc:picChg>
        <pc:picChg chg="add mod">
          <ac:chgData name="Laurianne Estrada" userId="877d0e272dd2d022" providerId="LiveId" clId="{040CF046-855B-40D4-AA10-B18205945E28}" dt="2025-09-22T13:15:28.497" v="6981" actId="164"/>
          <ac:picMkLst>
            <pc:docMk/>
            <pc:sldMk cId="2369967947" sldId="842"/>
            <ac:picMk id="18" creationId="{7FAF6A64-CAD4-3BDB-84CA-9D090EBEF654}"/>
          </ac:picMkLst>
        </pc:picChg>
      </pc:sldChg>
      <pc:sldChg chg="modSp add del mod">
        <pc:chgData name="Laurianne Estrada" userId="877d0e272dd2d022" providerId="LiveId" clId="{040CF046-855B-40D4-AA10-B18205945E28}" dt="2025-09-22T13:04:35.205" v="6458" actId="2696"/>
        <pc:sldMkLst>
          <pc:docMk/>
          <pc:sldMk cId="642051303" sldId="843"/>
        </pc:sldMkLst>
      </pc:sldChg>
      <pc:sldChg chg="addSp delSp modSp add mod">
        <pc:chgData name="Laurianne Estrada" userId="877d0e272dd2d022" providerId="LiveId" clId="{040CF046-855B-40D4-AA10-B18205945E28}" dt="2025-09-22T13:17:37.820" v="6994" actId="20577"/>
        <pc:sldMkLst>
          <pc:docMk/>
          <pc:sldMk cId="2433189426" sldId="844"/>
        </pc:sldMkLst>
        <pc:spChg chg="add del">
          <ac:chgData name="Laurianne Estrada" userId="877d0e272dd2d022" providerId="LiveId" clId="{040CF046-855B-40D4-AA10-B18205945E28}" dt="2025-09-22T13:01:39.702" v="6431" actId="478"/>
          <ac:spMkLst>
            <pc:docMk/>
            <pc:sldMk cId="2433189426" sldId="844"/>
            <ac:spMk id="2" creationId="{8185AFAD-7C46-FF1F-8A23-7F3767ED7476}"/>
          </ac:spMkLst>
        </pc:spChg>
        <pc:spChg chg="add del">
          <ac:chgData name="Laurianne Estrada" userId="877d0e272dd2d022" providerId="LiveId" clId="{040CF046-855B-40D4-AA10-B18205945E28}" dt="2025-09-22T13:01:38.085" v="6430" actId="478"/>
          <ac:spMkLst>
            <pc:docMk/>
            <pc:sldMk cId="2433189426" sldId="844"/>
            <ac:spMk id="4" creationId="{9EF762A9-FF8E-12E8-1F45-9511F4C285FC}"/>
          </ac:spMkLst>
        </pc:spChg>
        <pc:spChg chg="add del">
          <ac:chgData name="Laurianne Estrada" userId="877d0e272dd2d022" providerId="LiveId" clId="{040CF046-855B-40D4-AA10-B18205945E28}" dt="2025-09-22T13:01:37.616" v="6429" actId="478"/>
          <ac:spMkLst>
            <pc:docMk/>
            <pc:sldMk cId="2433189426" sldId="844"/>
            <ac:spMk id="5" creationId="{F932BDBB-6A3E-96FA-F112-2800E4C75FA7}"/>
          </ac:spMkLst>
        </pc:spChg>
        <pc:spChg chg="add mod">
          <ac:chgData name="Laurianne Estrada" userId="877d0e272dd2d022" providerId="LiveId" clId="{040CF046-855B-40D4-AA10-B18205945E28}" dt="2025-09-22T13:02:18.641" v="6441" actId="1076"/>
          <ac:spMkLst>
            <pc:docMk/>
            <pc:sldMk cId="2433189426" sldId="844"/>
            <ac:spMk id="8" creationId="{9C9290C8-2D76-870E-C940-C4F303B6D968}"/>
          </ac:spMkLst>
        </pc:spChg>
        <pc:spChg chg="add mod">
          <ac:chgData name="Laurianne Estrada" userId="877d0e272dd2d022" providerId="LiveId" clId="{040CF046-855B-40D4-AA10-B18205945E28}" dt="2025-09-22T13:02:25.645" v="6443" actId="1076"/>
          <ac:spMkLst>
            <pc:docMk/>
            <pc:sldMk cId="2433189426" sldId="844"/>
            <ac:spMk id="9" creationId="{7020E8BD-1DBB-F210-C334-3C76A1B79A87}"/>
          </ac:spMkLst>
        </pc:spChg>
        <pc:spChg chg="add del">
          <ac:chgData name="Laurianne Estrada" userId="877d0e272dd2d022" providerId="LiveId" clId="{040CF046-855B-40D4-AA10-B18205945E28}" dt="2025-09-22T13:01:35.343" v="6428" actId="478"/>
          <ac:spMkLst>
            <pc:docMk/>
            <pc:sldMk cId="2433189426" sldId="844"/>
            <ac:spMk id="10" creationId="{AA7A87D9-C69A-1902-2C54-3C99F8235EFE}"/>
          </ac:spMkLst>
        </pc:spChg>
        <pc:spChg chg="add mod">
          <ac:chgData name="Laurianne Estrada" userId="877d0e272dd2d022" providerId="LiveId" clId="{040CF046-855B-40D4-AA10-B18205945E28}" dt="2025-09-22T13:02:20.666" v="6442" actId="1076"/>
          <ac:spMkLst>
            <pc:docMk/>
            <pc:sldMk cId="2433189426" sldId="844"/>
            <ac:spMk id="11" creationId="{89B74AA7-8B40-B507-2853-17D7A877CB18}"/>
          </ac:spMkLst>
        </pc:spChg>
        <pc:spChg chg="del">
          <ac:chgData name="Laurianne Estrada" userId="877d0e272dd2d022" providerId="LiveId" clId="{040CF046-855B-40D4-AA10-B18205945E28}" dt="2025-09-22T13:01:31.746" v="6426" actId="478"/>
          <ac:spMkLst>
            <pc:docMk/>
            <pc:sldMk cId="2433189426" sldId="844"/>
            <ac:spMk id="14" creationId="{1D9AAA0E-1BD6-D728-41B4-DAA5E254FE3F}"/>
          </ac:spMkLst>
        </pc:spChg>
        <pc:spChg chg="add mod">
          <ac:chgData name="Laurianne Estrada" userId="877d0e272dd2d022" providerId="LiveId" clId="{040CF046-855B-40D4-AA10-B18205945E28}" dt="2025-09-22T13:02:30.593" v="6444" actId="1076"/>
          <ac:spMkLst>
            <pc:docMk/>
            <pc:sldMk cId="2433189426" sldId="844"/>
            <ac:spMk id="16" creationId="{884B2926-70EB-DF10-473A-70A16BF322A8}"/>
          </ac:spMkLst>
        </pc:spChg>
        <pc:spChg chg="add mod">
          <ac:chgData name="Laurianne Estrada" userId="877d0e272dd2d022" providerId="LiveId" clId="{040CF046-855B-40D4-AA10-B18205945E28}" dt="2025-09-22T13:17:37.820" v="6994" actId="20577"/>
          <ac:spMkLst>
            <pc:docMk/>
            <pc:sldMk cId="2433189426" sldId="844"/>
            <ac:spMk id="17" creationId="{34AE5F40-CC9B-6DED-7C70-E067B7AFCD4F}"/>
          </ac:spMkLst>
        </pc:spChg>
        <pc:spChg chg="mod">
          <ac:chgData name="Laurianne Estrada" userId="877d0e272dd2d022" providerId="LiveId" clId="{040CF046-855B-40D4-AA10-B18205945E28}" dt="2025-09-22T13:01:29.387" v="6425" actId="20577"/>
          <ac:spMkLst>
            <pc:docMk/>
            <pc:sldMk cId="2433189426" sldId="844"/>
            <ac:spMk id="26" creationId="{9ADAA296-EB5C-35E2-7C89-471AF918960D}"/>
          </ac:spMkLst>
        </pc:spChg>
        <pc:picChg chg="del">
          <ac:chgData name="Laurianne Estrada" userId="877d0e272dd2d022" providerId="LiveId" clId="{040CF046-855B-40D4-AA10-B18205945E28}" dt="2025-09-22T13:01:31.746" v="6426" actId="478"/>
          <ac:picMkLst>
            <pc:docMk/>
            <pc:sldMk cId="2433189426" sldId="844"/>
            <ac:picMk id="3" creationId="{DB520C1D-CA54-7059-39DA-7EC4EAE1261C}"/>
          </ac:picMkLst>
        </pc:picChg>
        <pc:picChg chg="del">
          <ac:chgData name="Laurianne Estrada" userId="877d0e272dd2d022" providerId="LiveId" clId="{040CF046-855B-40D4-AA10-B18205945E28}" dt="2025-09-22T13:01:31.746" v="6426" actId="478"/>
          <ac:picMkLst>
            <pc:docMk/>
            <pc:sldMk cId="2433189426" sldId="844"/>
            <ac:picMk id="6" creationId="{F17EFCD8-7D7B-665E-674B-D5048D4D55CD}"/>
          </ac:picMkLst>
        </pc:picChg>
        <pc:picChg chg="del">
          <ac:chgData name="Laurianne Estrada" userId="877d0e272dd2d022" providerId="LiveId" clId="{040CF046-855B-40D4-AA10-B18205945E28}" dt="2025-09-22T13:01:31.746" v="6426" actId="478"/>
          <ac:picMkLst>
            <pc:docMk/>
            <pc:sldMk cId="2433189426" sldId="844"/>
            <ac:picMk id="7" creationId="{75ED13D4-6292-840B-AB3B-20965C578F56}"/>
          </ac:picMkLst>
        </pc:picChg>
        <pc:picChg chg="add mod">
          <ac:chgData name="Laurianne Estrada" userId="877d0e272dd2d022" providerId="LiveId" clId="{040CF046-855B-40D4-AA10-B18205945E28}" dt="2025-09-22T13:02:30.593" v="6444" actId="1076"/>
          <ac:picMkLst>
            <pc:docMk/>
            <pc:sldMk cId="2433189426" sldId="844"/>
            <ac:picMk id="12" creationId="{10E78E70-A0EC-AF2D-C2A7-8B60C6F284A5}"/>
          </ac:picMkLst>
        </pc:picChg>
        <pc:picChg chg="add mod">
          <ac:chgData name="Laurianne Estrada" userId="877d0e272dd2d022" providerId="LiveId" clId="{040CF046-855B-40D4-AA10-B18205945E28}" dt="2025-09-22T13:02:30.593" v="6444" actId="1076"/>
          <ac:picMkLst>
            <pc:docMk/>
            <pc:sldMk cId="2433189426" sldId="844"/>
            <ac:picMk id="13" creationId="{DF8A64E2-DFDC-F576-C300-CF1C35498DFB}"/>
          </ac:picMkLst>
        </pc:picChg>
        <pc:picChg chg="add mod">
          <ac:chgData name="Laurianne Estrada" userId="877d0e272dd2d022" providerId="LiveId" clId="{040CF046-855B-40D4-AA10-B18205945E28}" dt="2025-09-22T13:02:30.593" v="6444" actId="1076"/>
          <ac:picMkLst>
            <pc:docMk/>
            <pc:sldMk cId="2433189426" sldId="844"/>
            <ac:picMk id="15" creationId="{A47D94CC-01FB-030D-88B2-B29CC1F95052}"/>
          </ac:picMkLst>
        </pc:picChg>
      </pc:sldChg>
    </pc:docChg>
  </pc:docChgLst>
  <pc:docChgLst>
    <pc:chgData name="Laurianne Estrada" userId="877d0e272dd2d022" providerId="LiveId" clId="{98A265AA-5FF1-4B5C-8C7C-83AE69F64984}"/>
    <pc:docChg chg="undo custSel addSld delSld modSld sldOrd addMainMaster delMainMaster">
      <pc:chgData name="Laurianne Estrada" userId="877d0e272dd2d022" providerId="LiveId" clId="{98A265AA-5FF1-4B5C-8C7C-83AE69F64984}" dt="2025-08-14T19:17:02.038" v="807" actId="1076"/>
      <pc:docMkLst>
        <pc:docMk/>
      </pc:docMkLst>
      <pc:sldChg chg="del">
        <pc:chgData name="Laurianne Estrada" userId="877d0e272dd2d022" providerId="LiveId" clId="{98A265AA-5FF1-4B5C-8C7C-83AE69F64984}" dt="2025-08-14T12:48:13.332" v="0" actId="2696"/>
        <pc:sldMkLst>
          <pc:docMk/>
          <pc:sldMk cId="2338700961" sldId="767"/>
        </pc:sldMkLst>
      </pc:sldChg>
      <pc:sldChg chg="mod modShow">
        <pc:chgData name="Laurianne Estrada" userId="877d0e272dd2d022" providerId="LiveId" clId="{98A265AA-5FF1-4B5C-8C7C-83AE69F64984}" dt="2025-08-14T13:47:33.438" v="529" actId="729"/>
        <pc:sldMkLst>
          <pc:docMk/>
          <pc:sldMk cId="3388231499" sldId="774"/>
        </pc:sldMkLst>
      </pc:sldChg>
      <pc:sldChg chg="del">
        <pc:chgData name="Laurianne Estrada" userId="877d0e272dd2d022" providerId="LiveId" clId="{98A265AA-5FF1-4B5C-8C7C-83AE69F64984}" dt="2025-08-14T12:48:13.332" v="0" actId="2696"/>
        <pc:sldMkLst>
          <pc:docMk/>
          <pc:sldMk cId="1715307598" sldId="787"/>
        </pc:sldMkLst>
      </pc:sldChg>
      <pc:sldChg chg="del">
        <pc:chgData name="Laurianne Estrada" userId="877d0e272dd2d022" providerId="LiveId" clId="{98A265AA-5FF1-4B5C-8C7C-83AE69F64984}" dt="2025-08-14T12:48:13.332" v="0" actId="2696"/>
        <pc:sldMkLst>
          <pc:docMk/>
          <pc:sldMk cId="3711766506" sldId="788"/>
        </pc:sldMkLst>
      </pc:sldChg>
      <pc:sldChg chg="del">
        <pc:chgData name="Laurianne Estrada" userId="877d0e272dd2d022" providerId="LiveId" clId="{98A265AA-5FF1-4B5C-8C7C-83AE69F64984}" dt="2025-08-14T12:48:13.332" v="0" actId="2696"/>
        <pc:sldMkLst>
          <pc:docMk/>
          <pc:sldMk cId="2057905675" sldId="795"/>
        </pc:sldMkLst>
      </pc:sldChg>
      <pc:sldChg chg="del">
        <pc:chgData name="Laurianne Estrada" userId="877d0e272dd2d022" providerId="LiveId" clId="{98A265AA-5FF1-4B5C-8C7C-83AE69F64984}" dt="2025-08-14T12:48:13.332" v="0" actId="2696"/>
        <pc:sldMkLst>
          <pc:docMk/>
          <pc:sldMk cId="3806770266" sldId="801"/>
        </pc:sldMkLst>
      </pc:sldChg>
      <pc:sldChg chg="addSp modSp mod ord modNotesTx">
        <pc:chgData name="Laurianne Estrada" userId="877d0e272dd2d022" providerId="LiveId" clId="{98A265AA-5FF1-4B5C-8C7C-83AE69F64984}" dt="2025-08-14T15:51:00.259" v="753" actId="1076"/>
        <pc:sldMkLst>
          <pc:docMk/>
          <pc:sldMk cId="3637351979" sldId="814"/>
        </pc:sldMkLst>
      </pc:sldChg>
      <pc:sldChg chg="addSp delSp modSp mod ord delAnim modAnim">
        <pc:chgData name="Laurianne Estrada" userId="877d0e272dd2d022" providerId="LiveId" clId="{98A265AA-5FF1-4B5C-8C7C-83AE69F64984}" dt="2025-08-14T15:52:43.512" v="757" actId="478"/>
        <pc:sldMkLst>
          <pc:docMk/>
          <pc:sldMk cId="4162513911" sldId="818"/>
        </pc:sldMkLst>
      </pc:sldChg>
      <pc:sldChg chg="modSp add del mod">
        <pc:chgData name="Laurianne Estrada" userId="877d0e272dd2d022" providerId="LiveId" clId="{98A265AA-5FF1-4B5C-8C7C-83AE69F64984}" dt="2025-08-14T13:25:57.811" v="182" actId="20577"/>
        <pc:sldMkLst>
          <pc:docMk/>
          <pc:sldMk cId="191994976" sldId="819"/>
        </pc:sldMkLst>
      </pc:sldChg>
      <pc:sldChg chg="del">
        <pc:chgData name="Laurianne Estrada" userId="877d0e272dd2d022" providerId="LiveId" clId="{98A265AA-5FF1-4B5C-8C7C-83AE69F64984}" dt="2025-08-14T12:48:13.332" v="0" actId="2696"/>
        <pc:sldMkLst>
          <pc:docMk/>
          <pc:sldMk cId="2076400372" sldId="830"/>
        </pc:sldMkLst>
      </pc:sldChg>
      <pc:sldChg chg="modNotesTx">
        <pc:chgData name="Laurianne Estrada" userId="877d0e272dd2d022" providerId="LiveId" clId="{98A265AA-5FF1-4B5C-8C7C-83AE69F64984}" dt="2025-08-14T13:46:19.839" v="519" actId="20577"/>
        <pc:sldMkLst>
          <pc:docMk/>
          <pc:sldMk cId="426855321" sldId="831"/>
        </pc:sldMkLst>
      </pc:sldChg>
      <pc:sldChg chg="addSp delSp modSp add mod delAnim modAnim modNotesTx">
        <pc:chgData name="Laurianne Estrada" userId="877d0e272dd2d022" providerId="LiveId" clId="{98A265AA-5FF1-4B5C-8C7C-83AE69F64984}" dt="2025-08-14T19:17:02.038" v="807" actId="1076"/>
        <pc:sldMkLst>
          <pc:docMk/>
          <pc:sldMk cId="1365931223" sldId="834"/>
        </pc:sldMkLst>
      </pc:sldChg>
      <pc:sldChg chg="delSp modSp add mod ord delAnim modAnim">
        <pc:chgData name="Laurianne Estrada" userId="877d0e272dd2d022" providerId="LiveId" clId="{98A265AA-5FF1-4B5C-8C7C-83AE69F64984}" dt="2025-08-14T15:52:27.314" v="756"/>
        <pc:sldMkLst>
          <pc:docMk/>
          <pc:sldMk cId="4188647379" sldId="835"/>
        </pc:sldMkLst>
      </pc:sldChg>
      <pc:sldMasterChg chg="add del addSldLayout delSldLayout">
        <pc:chgData name="Laurianne Estrada" userId="877d0e272dd2d022" providerId="LiveId" clId="{98A265AA-5FF1-4B5C-8C7C-83AE69F64984}" dt="2025-08-14T13:24:11.817" v="107" actId="2696"/>
        <pc:sldMasterMkLst>
          <pc:docMk/>
          <pc:sldMasterMk cId="366357746" sldId="2147483828"/>
        </pc:sldMasterMkLst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2531553155" sldId="2147483829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1864639848" sldId="2147483830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3996697814" sldId="2147483831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1205232554" sldId="2147483832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1989175238" sldId="2147483833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173257423" sldId="2147483834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615340508" sldId="2147483835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911983818" sldId="2147483836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3191262606" sldId="2147483837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4003489785" sldId="2147483838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1444275274" sldId="2147483839"/>
          </pc:sldLayoutMkLst>
        </pc:sldLayoutChg>
        <pc:sldLayoutChg chg="add del">
          <pc:chgData name="Laurianne Estrada" userId="877d0e272dd2d022" providerId="LiveId" clId="{98A265AA-5FF1-4B5C-8C7C-83AE69F64984}" dt="2025-08-14T13:24:11.817" v="107" actId="2696"/>
          <pc:sldLayoutMkLst>
            <pc:docMk/>
            <pc:sldMasterMk cId="366357746" sldId="2147483828"/>
            <pc:sldLayoutMk cId="950192507" sldId="214748384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A29B55-5165-6192-684B-DA1935D7B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949AE-2CD5-873C-331A-6DDA076594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B3466-03A8-4768-B9BB-C07FC2F71141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71199-1B7A-B523-EA98-E27F919D99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5B4BB-BAB4-A94B-3DD2-B92A5E9AFB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AC289-C9FB-4DA1-8C90-5BA2C5492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88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9ABB419B-A20D-42AA-8D7F-5642F6706A4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6" rIns="96653" bIns="483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6" rIns="96653" bIns="4832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70A7-5694-DD5A-E68C-4617FD20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F09D2-62CC-C286-BD50-CD615E9E0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7888" y="1260475"/>
            <a:ext cx="6048375" cy="34020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71ACF-B4ED-8CD8-D056-483B4F9EE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E015C-5AF8-8419-B983-FB9469718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043EA-7C39-2103-1E6A-81D736D105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38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A148-3C7E-25CD-28F6-3B65C4F75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B8722-6216-E01C-6805-BDF9E8AA0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DB904-4577-E6DE-B4F3-9D82D61BD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6054E-0880-19C9-1EB4-377F5BB3D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22C8B-CA18-E397-BC4C-1DE6BC8C1D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6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C9DB-EC02-5501-6AF9-1F0F4592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8412C-8134-C6E2-143F-9C79E8E7B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2712A-9AD7-8438-E1E8-276E32AC3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8C3C8-FF23-59DF-7977-271560EED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00E21-F0D2-4301-B64A-4357A51219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80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5CA5-4875-2C91-038A-8375B30D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51B4A-E1DE-98B7-C377-120AB8D1D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6B145-1711-3E23-F9E9-18691B2BB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9CD20-9AE6-C714-3A5F-16C78D5B3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367E-EB48-4040-5A56-55C3984933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24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2F54-F824-6C47-63C1-C1874A6C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1C4AC-CE84-5657-DB97-1651D7FEE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B729C-46BE-7E37-C0CE-19B341192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C3050-88F2-8C74-E5BC-861CD0B94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AF3E3-C8EE-9F0E-FAEE-051EC70C84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14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D9BF-C516-7587-193F-92EEBC4E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04E12-628D-5D1A-1D0C-D42782361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381FC-AB6B-36C3-153A-B74E64E0C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91E20-2E29-E714-5908-E95ABA359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2CF2E-82B1-B5A4-556C-F9F4D187F2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57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A853-0CA2-A80A-5012-E83612535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E005D-247E-26AB-2DE2-456715972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D2224-09EE-B0C1-0D45-9993A185A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94ADA-3B6C-D37C-52EA-EBBC2FBEE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2541D-BF7E-994F-364D-18EC97682D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2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5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3.pn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jpg"/><Relationship Id="rId4" Type="http://schemas.openxmlformats.org/officeDocument/2006/relationships/image" Target="../media/image24.png"/><Relationship Id="rId9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E241-ACB3-7BE1-8AE9-543EE8D97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2396AF9D-B473-4BC2-DB93-4F769912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295400"/>
            <a:ext cx="11887199" cy="3220085"/>
          </a:xfrm>
        </p:spPr>
        <p:txBody>
          <a:bodyPr>
            <a:no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</a:pPr>
            <a:r>
              <a:rPr lang="en-US" sz="5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High-throughput experiments elucidate the impact of multicomponent interactions on solute transport in complex feed streams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79B19-D04F-2F55-D018-3A07D4D50DD5}"/>
              </a:ext>
            </a:extLst>
          </p:cNvPr>
          <p:cNvSpPr txBox="1"/>
          <p:nvPr/>
        </p:nvSpPr>
        <p:spPr>
          <a:xfrm>
            <a:off x="76200" y="5791200"/>
            <a:ext cx="853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Laurianne Estrada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Jonathan A. Ouimet, Keshav K. Rangan, Shammah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Lilonfe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Molly Dougher, Zhicheng Lu, Alexander W. Dowling, William A. Phillip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9.22.25</a:t>
            </a:r>
          </a:p>
        </p:txBody>
      </p:sp>
    </p:spTree>
    <p:extLst>
      <p:ext uri="{BB962C8B-B14F-4D97-AF65-F5344CB8AC3E}">
        <p14:creationId xmlns:p14="http://schemas.microsoft.com/office/powerpoint/2010/main" val="19199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0EAA6-A6B4-E2DF-7E59-ECEB6D97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886540BD-AAF0-2897-0EC2-88CB6010A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480D29-EF94-2585-207D-A3418163A469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9DC1197-A30C-DCB2-3C1B-4A3F2BA1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6" y="126953"/>
            <a:ext cx="11908978" cy="593513"/>
          </a:xfrm>
        </p:spPr>
        <p:txBody>
          <a:bodyPr/>
          <a:lstStyle/>
          <a:p>
            <a:r>
              <a:rPr lang="en-US" sz="4000" b="1" dirty="0"/>
              <a:t>Concentration Phase Space</a:t>
            </a:r>
          </a:p>
        </p:txBody>
      </p:sp>
      <p:graphicFrame>
        <p:nvGraphicFramePr>
          <p:cNvPr id="9" name="Object 8" descr="Project Path: C:\Users\lauri\Downloads\NaCl, CaCl2, LaCl3 Phase Space (2).opju&#10;PE Folder: /NaCl, CaCl2, LaCl3 Phase Space (2)/Folder1/&#10;Short Name: Graph2">
            <a:extLst>
              <a:ext uri="{FF2B5EF4-FFF2-40B4-BE49-F238E27FC236}">
                <a16:creationId xmlns:a16="http://schemas.microsoft.com/office/drawing/2014/main" id="{A6E9059D-412B-94F2-2286-1DAE53E6B9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501208"/>
              </p:ext>
            </p:extLst>
          </p:nvPr>
        </p:nvGraphicFramePr>
        <p:xfrm>
          <a:off x="7620000" y="1927188"/>
          <a:ext cx="4901184" cy="3751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9" name="Object 8" descr="Project Path: C:\Users\lauri\Downloads\NaCl, CaCl2, LaCl3 Phase Space (2).opju&#10;PE Folder: /NaCl, CaCl2, LaCl3 Phase Space (2)/Folder1/&#10;Short Name: Graph2">
                        <a:extLst>
                          <a:ext uri="{FF2B5EF4-FFF2-40B4-BE49-F238E27FC236}">
                            <a16:creationId xmlns:a16="http://schemas.microsoft.com/office/drawing/2014/main" id="{A6E9059D-412B-94F2-2286-1DAE53E6B9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0" y="1927188"/>
                        <a:ext cx="4901184" cy="3751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 descr="Project Path: C:\Users\lauri\AppData\Local\Box\Box Edit\Documents\Fa1+sEJJbk+tFfIzgpUjAg==\NaCl, CaCl2, LaCl3 Phase Space.opju&#10;PE Folder: /NaCl, CaCl2, LaCl3 Phase Space/Folder1/&#10;Short Name: Graph1">
            <a:extLst>
              <a:ext uri="{FF2B5EF4-FFF2-40B4-BE49-F238E27FC236}">
                <a16:creationId xmlns:a16="http://schemas.microsoft.com/office/drawing/2014/main" id="{DD89A68B-824F-47A8-5BCA-AF2B0633FB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921276"/>
              </p:ext>
            </p:extLst>
          </p:nvPr>
        </p:nvGraphicFramePr>
        <p:xfrm>
          <a:off x="0" y="1927188"/>
          <a:ext cx="4901184" cy="3751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18" name="Object 17" descr="Project Path: C:\Users\lauri\AppData\Local\Box\Box Edit\Documents\Fa1+sEJJbk+tFfIzgpUjAg==\NaCl, CaCl2, LaCl3 Phase Space.opju&#10;PE Folder: /NaCl, CaCl2, LaCl3 Phase Space/Folder1/&#10;Short Name: Graph1">
                        <a:extLst>
                          <a:ext uri="{FF2B5EF4-FFF2-40B4-BE49-F238E27FC236}">
                            <a16:creationId xmlns:a16="http://schemas.microsoft.com/office/drawing/2014/main" id="{DD89A68B-824F-47A8-5BCA-AF2B0633F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1927188"/>
                        <a:ext cx="4901184" cy="3751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 descr="Project Path: C:\Users\lauri\AppData\Local\Box\Box Edit\Documents\Fa1+sEJJbk+tFfIzgpUjAg==\NaCl, CaCl2, LaCl3 Phase Space.opju&#10;PE Folder: /NaCl, CaCl2, LaCl3 Phase Space/Folder1/&#10;Short Name: Graph3">
            <a:extLst>
              <a:ext uri="{FF2B5EF4-FFF2-40B4-BE49-F238E27FC236}">
                <a16:creationId xmlns:a16="http://schemas.microsoft.com/office/drawing/2014/main" id="{FB7ED157-4281-4DE3-3FB1-BF8D0644E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7114"/>
              </p:ext>
            </p:extLst>
          </p:nvPr>
        </p:nvGraphicFramePr>
        <p:xfrm>
          <a:off x="3810000" y="1927188"/>
          <a:ext cx="4901184" cy="3751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9802368" imgH="7502511" progId="Origin95.Graph">
                  <p:embed/>
                </p:oleObj>
              </mc:Choice>
              <mc:Fallback>
                <p:oleObj name="Graph" r:id="rId7" imgW="9802368" imgH="7502511" progId="Origin95.Graph">
                  <p:embed/>
                  <p:pic>
                    <p:nvPicPr>
                      <p:cNvPr id="19" name="Object 18" descr="Project Path: C:\Users\lauri\AppData\Local\Box\Box Edit\Documents\Fa1+sEJJbk+tFfIzgpUjAg==\NaCl, CaCl2, LaCl3 Phase Space.opju&#10;PE Folder: /NaCl, CaCl2, LaCl3 Phase Space/Folder1/&#10;Short Name: Graph3">
                        <a:extLst>
                          <a:ext uri="{FF2B5EF4-FFF2-40B4-BE49-F238E27FC236}">
                            <a16:creationId xmlns:a16="http://schemas.microsoft.com/office/drawing/2014/main" id="{FB7ED157-4281-4DE3-3FB1-BF8D0644EB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0" y="1927188"/>
                        <a:ext cx="4901184" cy="3751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8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E2B8-5B93-C6BE-4CF2-D932F3FD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3E3C1CE9-2D25-D58B-D13F-F0683478B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B6CF7-E550-4DF1-2445-11E5877E1181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093F90A-DE65-CE4A-121A-DDCACFB9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199"/>
          </a:xfrm>
        </p:spPr>
        <p:txBody>
          <a:bodyPr/>
          <a:lstStyle/>
          <a:p>
            <a:r>
              <a:rPr lang="en-US" sz="3050" b="1" dirty="0"/>
              <a:t>E4 – NaCl+CaCl2 Rejection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FA394-A794-21E3-44D9-3086C65360A4}"/>
              </a:ext>
            </a:extLst>
          </p:cNvPr>
          <p:cNvSpPr txBox="1"/>
          <p:nvPr/>
        </p:nvSpPr>
        <p:spPr>
          <a:xfrm>
            <a:off x="152400" y="1066800"/>
            <a:ext cx="279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50 mM CaCl2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45789-20E8-1F1C-CBDB-3EF0E664A18A}"/>
              </a:ext>
            </a:extLst>
          </p:cNvPr>
          <p:cNvSpPr txBox="1"/>
          <p:nvPr/>
        </p:nvSpPr>
        <p:spPr>
          <a:xfrm>
            <a:off x="4953000" y="1062726"/>
            <a:ext cx="2149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</a:t>
            </a: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1989F5E2-F222-086D-4AC1-CB742197C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4" y="2209800"/>
            <a:ext cx="4000500" cy="3000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9790BE-D128-ED90-6F46-044B9E48A029}"/>
              </a:ext>
            </a:extLst>
          </p:cNvPr>
          <p:cNvSpPr txBox="1"/>
          <p:nvPr/>
        </p:nvSpPr>
        <p:spPr>
          <a:xfrm>
            <a:off x="3083375" y="1062726"/>
            <a:ext cx="2215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150 mM NaCl</a:t>
            </a:r>
          </a:p>
        </p:txBody>
      </p:sp>
      <p:pic>
        <p:nvPicPr>
          <p:cNvPr id="6" name="Picture 5" descr="A graph of different colors and sizes&#10;&#10;AI-generated content may be incorrect.">
            <a:extLst>
              <a:ext uri="{FF2B5EF4-FFF2-40B4-BE49-F238E27FC236}">
                <a16:creationId xmlns:a16="http://schemas.microsoft.com/office/drawing/2014/main" id="{B538F6D2-818F-2949-8C69-397B61F6E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576" y="2209800"/>
            <a:ext cx="4000500" cy="3000375"/>
          </a:xfrm>
          <a:prstGeom prst="rect">
            <a:avLst/>
          </a:prstGeom>
        </p:spPr>
      </p:pic>
      <p:pic>
        <p:nvPicPr>
          <p:cNvPr id="7" name="Picture 6" descr="A graph of a reaction factor&#10;&#10;AI-generated content may be incorrect.">
            <a:extLst>
              <a:ext uri="{FF2B5EF4-FFF2-40B4-BE49-F238E27FC236}">
                <a16:creationId xmlns:a16="http://schemas.microsoft.com/office/drawing/2014/main" id="{B1F94ED5-67E5-DF35-8A2F-AC2F1FECAA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660" y="2209800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A1616A-9DB9-5F1C-87EB-625ED6FB2C13}"/>
                  </a:ext>
                </a:extLst>
              </p:cNvPr>
              <p:cNvSpPr txBox="1"/>
              <p:nvPr/>
            </p:nvSpPr>
            <p:spPr>
              <a:xfrm>
                <a:off x="8618038" y="1661273"/>
                <a:ext cx="2709011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Separation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Factor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A1616A-9DB9-5F1C-87EB-625ED6FB2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038" y="1661273"/>
                <a:ext cx="2709011" cy="567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3163F57-58FE-BF81-0B79-D65C51BBD0C7}"/>
              </a:ext>
            </a:extLst>
          </p:cNvPr>
          <p:cNvSpPr txBox="1"/>
          <p:nvPr/>
        </p:nvSpPr>
        <p:spPr>
          <a:xfrm>
            <a:off x="2113824" y="5562600"/>
            <a:ext cx="8244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 NaCl and CaCl2 systems, the best separation factor and rejection behavior occurs when NaCl concentration is held constant at 20mM and CaCl2 concentration increases to 50mM – ionic strength spans from 40mM to 125mM (E4). </a:t>
            </a:r>
          </a:p>
        </p:txBody>
      </p:sp>
    </p:spTree>
    <p:extLst>
      <p:ext uri="{BB962C8B-B14F-4D97-AF65-F5344CB8AC3E}">
        <p14:creationId xmlns:p14="http://schemas.microsoft.com/office/powerpoint/2010/main" val="1365931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38EF-ECC9-82AE-FF4C-9CC15DDA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341BC095-2287-2EDC-00C3-3920641E7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615BC2-CE45-32A3-3EA5-20C3F6C1CFC7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9DB8142-1291-6BBB-419E-FCC7B1C6A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199"/>
          </a:xfrm>
        </p:spPr>
        <p:txBody>
          <a:bodyPr/>
          <a:lstStyle/>
          <a:p>
            <a:r>
              <a:rPr lang="en-US" sz="3050" b="1" dirty="0"/>
              <a:t>E9 – CaCl2+LaCl3 Rejection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BCC5A-553C-51B4-CED6-B7EAE41B4DEC}"/>
              </a:ext>
            </a:extLst>
          </p:cNvPr>
          <p:cNvSpPr txBox="1"/>
          <p:nvPr/>
        </p:nvSpPr>
        <p:spPr>
          <a:xfrm>
            <a:off x="76200" y="1096915"/>
            <a:ext cx="289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12 mM CaCl2; 15 mM LaCl3</a:t>
            </a:r>
          </a:p>
        </p:txBody>
      </p:sp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E29951F3-CDE9-3814-C18F-0AE2EDF7F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" y="2667001"/>
            <a:ext cx="4000500" cy="3000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E54A82-EC75-5E19-1A26-7D49DB6952D7}"/>
              </a:ext>
            </a:extLst>
          </p:cNvPr>
          <p:cNvSpPr txBox="1"/>
          <p:nvPr/>
        </p:nvSpPr>
        <p:spPr>
          <a:xfrm>
            <a:off x="4859725" y="1096914"/>
            <a:ext cx="1611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20 mM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17298-3E7B-70B0-059D-44866E72DD67}"/>
              </a:ext>
            </a:extLst>
          </p:cNvPr>
          <p:cNvSpPr txBox="1"/>
          <p:nvPr/>
        </p:nvSpPr>
        <p:spPr>
          <a:xfrm>
            <a:off x="2895600" y="1096914"/>
            <a:ext cx="2149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</a:t>
            </a:r>
          </a:p>
        </p:txBody>
      </p:sp>
      <p:pic>
        <p:nvPicPr>
          <p:cNvPr id="6" name="Picture 5" descr="A graph of different colored circles&#10;&#10;AI-generated content may be incorrect.">
            <a:extLst>
              <a:ext uri="{FF2B5EF4-FFF2-40B4-BE49-F238E27FC236}">
                <a16:creationId xmlns:a16="http://schemas.microsoft.com/office/drawing/2014/main" id="{22EC2537-889C-B4A3-63CE-90F471BED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150" y="2667000"/>
            <a:ext cx="4000500" cy="3000375"/>
          </a:xfrm>
          <a:prstGeom prst="rect">
            <a:avLst/>
          </a:prstGeom>
        </p:spPr>
      </p:pic>
      <p:pic>
        <p:nvPicPr>
          <p:cNvPr id="7" name="Picture 6" descr="A graph of a reaction factor&#10;&#10;AI-generated content may be incorrect.">
            <a:extLst>
              <a:ext uri="{FF2B5EF4-FFF2-40B4-BE49-F238E27FC236}">
                <a16:creationId xmlns:a16="http://schemas.microsoft.com/office/drawing/2014/main" id="{99162546-EC67-7CEC-9BB3-58BF0D0621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720" y="2667000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375A4B-1082-6875-D711-77F99732E51F}"/>
                  </a:ext>
                </a:extLst>
              </p:cNvPr>
              <p:cNvSpPr txBox="1"/>
              <p:nvPr/>
            </p:nvSpPr>
            <p:spPr>
              <a:xfrm>
                <a:off x="8526598" y="2058282"/>
                <a:ext cx="2709011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Separation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Factor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375A4B-1082-6875-D711-77F99732E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598" y="2058282"/>
                <a:ext cx="2709011" cy="567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060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8E1D-14CA-EA43-E0F8-C40E74B0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0415F4A4-1E55-CBEE-AE97-0D863CE5E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A87D9-C69A-1902-2C54-3C99F8235EFE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DAA296-EB5C-35E2-7C89-471AF9189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199"/>
          </a:xfrm>
        </p:spPr>
        <p:txBody>
          <a:bodyPr/>
          <a:lstStyle/>
          <a:p>
            <a:r>
              <a:rPr lang="en-US" sz="3050" b="1" dirty="0"/>
              <a:t>E17 – CaCl2+LaCl3 Rejection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290C8-2D76-870E-C940-C4F303B6D968}"/>
              </a:ext>
            </a:extLst>
          </p:cNvPr>
          <p:cNvSpPr txBox="1"/>
          <p:nvPr/>
        </p:nvSpPr>
        <p:spPr>
          <a:xfrm>
            <a:off x="106136" y="1119221"/>
            <a:ext cx="2520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50 mM CaCl2; 1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20 mM LaCl3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0E8BD-1DBB-F210-C334-3C76A1B79A87}"/>
              </a:ext>
            </a:extLst>
          </p:cNvPr>
          <p:cNvSpPr txBox="1"/>
          <p:nvPr/>
        </p:nvSpPr>
        <p:spPr>
          <a:xfrm>
            <a:off x="4767365" y="1119220"/>
            <a:ext cx="1611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20 mM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B74AA7-8B40-B507-2853-17D7A877CB18}"/>
              </a:ext>
            </a:extLst>
          </p:cNvPr>
          <p:cNvSpPr txBox="1"/>
          <p:nvPr/>
        </p:nvSpPr>
        <p:spPr>
          <a:xfrm>
            <a:off x="2743200" y="1119221"/>
            <a:ext cx="202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</a:t>
            </a:r>
          </a:p>
        </p:txBody>
      </p:sp>
      <p:pic>
        <p:nvPicPr>
          <p:cNvPr id="12" name="Picture 11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10E78E70-A0EC-AF2D-C2A7-8B60C6F28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414" y="2133602"/>
            <a:ext cx="4000500" cy="3000375"/>
          </a:xfrm>
          <a:prstGeom prst="rect">
            <a:avLst/>
          </a:prstGeom>
        </p:spPr>
      </p:pic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DF8A64E2-DFDC-F576-C300-CF1C35498D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50" y="2133600"/>
            <a:ext cx="4000500" cy="3000375"/>
          </a:xfrm>
          <a:prstGeom prst="rect">
            <a:avLst/>
          </a:prstGeom>
        </p:spPr>
      </p:pic>
      <p:pic>
        <p:nvPicPr>
          <p:cNvPr id="15" name="Picture 14" descr="A graph of a reaction factor&#10;&#10;AI-generated content may be incorrect.">
            <a:extLst>
              <a:ext uri="{FF2B5EF4-FFF2-40B4-BE49-F238E27FC236}">
                <a16:creationId xmlns:a16="http://schemas.microsoft.com/office/drawing/2014/main" id="{A47D94CC-01FB-030D-88B2-B29CC1F95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464" y="2133600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4B2926-70EB-DF10-473A-70A16BF322A8}"/>
                  </a:ext>
                </a:extLst>
              </p:cNvPr>
              <p:cNvSpPr txBox="1"/>
              <p:nvPr/>
            </p:nvSpPr>
            <p:spPr>
              <a:xfrm>
                <a:off x="8803822" y="1453806"/>
                <a:ext cx="2709011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Separation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Factor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4B2926-70EB-DF10-473A-70A16BF32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822" y="1453806"/>
                <a:ext cx="2709011" cy="567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4AE5F40-CC9B-6DED-7C70-E067B7AFCD4F}"/>
              </a:ext>
            </a:extLst>
          </p:cNvPr>
          <p:cNvSpPr txBox="1"/>
          <p:nvPr/>
        </p:nvSpPr>
        <p:spPr>
          <a:xfrm>
            <a:off x="521970" y="5451766"/>
            <a:ext cx="11148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 CaCl2 and LaCl3 systems, interesting behavior occurs when CaCl2 concentration decreases from 50mM and LaCl3 concentration increases to 20mM – ionic strength spans from 130mM to 185mM (E17).</a:t>
            </a:r>
          </a:p>
          <a:p>
            <a:pPr algn="ctr"/>
            <a:r>
              <a:rPr lang="en-US" b="1" dirty="0"/>
              <a:t>However, maintaining CaCl2 concentration constant at 20mM and increasing LaCl3 concentration to 15mM shows similar separation factors and rejection behavior – ionic strength spans from 60mM to 175mM (E9).</a:t>
            </a:r>
          </a:p>
        </p:txBody>
      </p:sp>
    </p:spTree>
    <p:extLst>
      <p:ext uri="{BB962C8B-B14F-4D97-AF65-F5344CB8AC3E}">
        <p14:creationId xmlns:p14="http://schemas.microsoft.com/office/powerpoint/2010/main" val="2433189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744A-0899-AB8A-9F8C-43086BBD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63769B7A-E0F0-BC8A-176C-C77E8E378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8390D6-7111-5257-FCAA-4EBF41D9F2F9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3E6565E-971A-83D7-88DC-11BA24C2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199"/>
          </a:xfrm>
        </p:spPr>
        <p:txBody>
          <a:bodyPr/>
          <a:lstStyle/>
          <a:p>
            <a:r>
              <a:rPr lang="en-US" sz="3050" b="1" dirty="0"/>
              <a:t>E14 – NaCl+LaCl3 Rejection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08DB4-22BF-E798-3CD6-756DEC69C139}"/>
              </a:ext>
            </a:extLst>
          </p:cNvPr>
          <p:cNvSpPr txBox="1"/>
          <p:nvPr/>
        </p:nvSpPr>
        <p:spPr>
          <a:xfrm>
            <a:off x="2217420" y="5615582"/>
            <a:ext cx="8244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 NaCl and LaCl3 systems, the best separation and rejection </a:t>
            </a:r>
            <a:r>
              <a:rPr lang="en-US" b="1" dirty="0" err="1"/>
              <a:t>beahvior</a:t>
            </a:r>
            <a:r>
              <a:rPr lang="en-US" b="1" dirty="0"/>
              <a:t> occurs when LaCl3 is held constant at 10mM and NaCl is increased to 50mM – ionic strength spans from 70mM to 100mM (E14).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7A2FE-8D8D-BC42-2459-BEEA2955B0CC}"/>
              </a:ext>
            </a:extLst>
          </p:cNvPr>
          <p:cNvSpPr txBox="1"/>
          <p:nvPr/>
        </p:nvSpPr>
        <p:spPr>
          <a:xfrm>
            <a:off x="152400" y="1127092"/>
            <a:ext cx="280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NaCl</a:t>
            </a: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D1AC48DB-EA93-D86B-9B1C-B77D2C6A6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" y="2362202"/>
            <a:ext cx="4000500" cy="3000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103972-DA21-76EC-4D2B-B86B48526A14}"/>
              </a:ext>
            </a:extLst>
          </p:cNvPr>
          <p:cNvSpPr txBox="1"/>
          <p:nvPr/>
        </p:nvSpPr>
        <p:spPr>
          <a:xfrm>
            <a:off x="5105400" y="1127091"/>
            <a:ext cx="1611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20 mM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2A55DB-2E70-BA4E-3494-7C285C63A73B}"/>
              </a:ext>
            </a:extLst>
          </p:cNvPr>
          <p:cNvSpPr txBox="1"/>
          <p:nvPr/>
        </p:nvSpPr>
        <p:spPr>
          <a:xfrm>
            <a:off x="3124200" y="1127091"/>
            <a:ext cx="2215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Single Salt: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150 mM NaCl</a:t>
            </a:r>
          </a:p>
        </p:txBody>
      </p:sp>
      <p:pic>
        <p:nvPicPr>
          <p:cNvPr id="13" name="Picture 12" descr="A diagram of a reaction&#10;&#10;AI-generated content may be incorrect.">
            <a:extLst>
              <a:ext uri="{FF2B5EF4-FFF2-40B4-BE49-F238E27FC236}">
                <a16:creationId xmlns:a16="http://schemas.microsoft.com/office/drawing/2014/main" id="{C0547BE7-291A-8B0C-C135-B41135360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693" y="2362200"/>
            <a:ext cx="4000500" cy="3000375"/>
          </a:xfrm>
          <a:prstGeom prst="rect">
            <a:avLst/>
          </a:prstGeom>
        </p:spPr>
      </p:pic>
      <p:pic>
        <p:nvPicPr>
          <p:cNvPr id="14" name="Picture 13" descr="A graph of a reaction factor&#10;&#10;AI-generated content may be incorrect.">
            <a:extLst>
              <a:ext uri="{FF2B5EF4-FFF2-40B4-BE49-F238E27FC236}">
                <a16:creationId xmlns:a16="http://schemas.microsoft.com/office/drawing/2014/main" id="{BE667DB0-3378-BFA7-8C63-F798F1133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540" y="2362199"/>
            <a:ext cx="4000500" cy="3000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9DC488-1FD8-19C0-5BB0-3E0C09A1F450}"/>
                  </a:ext>
                </a:extLst>
              </p:cNvPr>
              <p:cNvSpPr txBox="1"/>
              <p:nvPr/>
            </p:nvSpPr>
            <p:spPr>
              <a:xfrm>
                <a:off x="8524784" y="1572492"/>
                <a:ext cx="2709011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Separation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Factor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salt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9DC488-1FD8-19C0-5BB0-3E0C09A1F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784" y="1572492"/>
                <a:ext cx="2709011" cy="567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82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DD28-F207-F252-3EAD-652A6389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FC3F79C8-F692-98D9-0018-85FDB0F69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D906B9-7DF0-30CB-12ED-31785AABBB2C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73E898A-0783-0692-7C85-EF69341A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199"/>
          </a:xfrm>
        </p:spPr>
        <p:txBody>
          <a:bodyPr/>
          <a:lstStyle/>
          <a:p>
            <a:r>
              <a:rPr lang="en-US" sz="4000" b="1" dirty="0"/>
              <a:t>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E950C3-9307-B605-7A21-0FFACD427C68}"/>
              </a:ext>
            </a:extLst>
          </p:cNvPr>
          <p:cNvSpPr txBox="1"/>
          <p:nvPr/>
        </p:nvSpPr>
        <p:spPr>
          <a:xfrm>
            <a:off x="161290" y="5655641"/>
            <a:ext cx="8768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Consult published results by Jun Wang (Breuning lab) to compare NaCl/LaCl3 results.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Determine appropriate feed/diafiltrate concentrations for three-salt experiments.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Outline key results identified from rejection/separation factor plots.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D3151-7331-775F-9162-988C17DB3BC9}"/>
              </a:ext>
            </a:extLst>
          </p:cNvPr>
          <p:cNvSpPr txBox="1"/>
          <p:nvPr/>
        </p:nvSpPr>
        <p:spPr>
          <a:xfrm>
            <a:off x="161290" y="1098928"/>
            <a:ext cx="975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Calculate single salt solute permeability coefficients (NaCl, CaCl2, LaCl3).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Estimate solute permeability coefficients for each salt in the multicomponent system.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94197C-576F-B8DB-BF28-6DB8EB91FD37}"/>
                  </a:ext>
                </a:extLst>
              </p:cNvPr>
              <p:cNvSpPr txBox="1"/>
              <p:nvPr/>
            </p:nvSpPr>
            <p:spPr>
              <a:xfrm>
                <a:off x="3339598" y="1708730"/>
                <a:ext cx="1508939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/>
                        <m:t>B</m:t>
                      </m:r>
                      <m:r>
                        <a:rPr lang="en-US" sz="2000" b="0" i="0" smtClean="0"/>
                        <m:t>= </m:t>
                      </m:r>
                      <m:sSub>
                        <m:sSubPr>
                          <m:ctrlPr>
                            <a:rPr lang="en-US" sz="2000" b="0" smtClean="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/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/>
                            <m:t>w</m:t>
                          </m:r>
                        </m:sub>
                      </m:sSub>
                      <m:f>
                        <m:fPr>
                          <m:ctrlPr>
                            <a:rPr lang="en-US" sz="2000" b="0" smtClean="0"/>
                          </m:ctrlPr>
                        </m:fPr>
                        <m:num>
                          <m:r>
                            <a:rPr lang="en-US" sz="2000" b="0" i="0" smtClean="0"/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sz="2000" b="0" i="0" smtClean="0"/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/>
                            <m:t>R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94197C-576F-B8DB-BF28-6DB8EB91F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598" y="1708730"/>
                <a:ext cx="1508939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F5246A-D539-8261-6073-D71C7A9D2248}"/>
                  </a:ext>
                </a:extLst>
              </p:cNvPr>
              <p:cNvSpPr txBox="1"/>
              <p:nvPr/>
            </p:nvSpPr>
            <p:spPr>
              <a:xfrm>
                <a:off x="5287088" y="1704241"/>
                <a:ext cx="1256498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/>
                        <m:t>R</m:t>
                      </m:r>
                      <m:r>
                        <a:rPr lang="en-US" sz="2000" b="0" i="0" smtClean="0"/>
                        <m:t>=1−</m:t>
                      </m:r>
                      <m:f>
                        <m:fPr>
                          <m:ctrlPr>
                            <a:rPr lang="en-US" sz="2000" b="0" smtClean="0"/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smtClean="0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/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/>
                                <m:t>p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smtClean="0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/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/>
                                <m:t>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F5246A-D539-8261-6073-D71C7A9D2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088" y="1704241"/>
                <a:ext cx="1256498" cy="585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865047-025B-3264-CDA4-BD29531E9E2A}"/>
                  </a:ext>
                </a:extLst>
              </p:cNvPr>
              <p:cNvSpPr txBox="1"/>
              <p:nvPr/>
            </p:nvSpPr>
            <p:spPr>
              <a:xfrm>
                <a:off x="7490563" y="1665391"/>
                <a:ext cx="923265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smtClean="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/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/>
                            <m:t>p</m:t>
                          </m:r>
                        </m:sub>
                      </m:sSub>
                      <m:r>
                        <a:rPr lang="en-US" b="0" i="0" smtClean="0"/>
                        <m:t>=</m:t>
                      </m:r>
                      <m:r>
                        <m:rPr>
                          <m:sty m:val="p"/>
                        </m:rPr>
                        <a:rPr lang="en-US" b="0" i="0" smtClean="0"/>
                        <m:t>ICP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865047-025B-3264-CDA4-BD29531E9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563" y="1665391"/>
                <a:ext cx="923265" cy="301878"/>
              </a:xfrm>
              <a:prstGeom prst="rect">
                <a:avLst/>
              </a:prstGeom>
              <a:blipFill>
                <a:blip r:embed="rId5"/>
                <a:stretch>
                  <a:fillRect l="-5960" r="-596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C2680C-0E37-6A62-2BCE-F4F24BC587F9}"/>
                  </a:ext>
                </a:extLst>
              </p:cNvPr>
              <p:cNvSpPr txBox="1"/>
              <p:nvPr/>
            </p:nvSpPr>
            <p:spPr>
              <a:xfrm>
                <a:off x="7344488" y="2036392"/>
                <a:ext cx="22098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smtClean="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/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/>
                            <m:t>r</m:t>
                          </m:r>
                        </m:sub>
                      </m:sSub>
                      <m:r>
                        <a:rPr lang="en-US" b="0" i="0" smtClean="0"/>
                        <m:t>=</m:t>
                      </m:r>
                      <m:r>
                        <m:rPr>
                          <m:sty m:val="p"/>
                        </m:rPr>
                        <a:rPr lang="en-US" b="0" i="0" smtClean="0"/>
                        <m:t>mass</m:t>
                      </m:r>
                      <m:r>
                        <a:rPr lang="en-US" b="0" i="0" smtClean="0"/>
                        <m:t> </m:t>
                      </m:r>
                      <m:r>
                        <m:rPr>
                          <m:sty m:val="p"/>
                        </m:rPr>
                        <a:rPr lang="en-US" b="0" i="0" smtClean="0"/>
                        <m:t>balance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C2680C-0E37-6A62-2BCE-F4F24BC58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488" y="2036392"/>
                <a:ext cx="2209801" cy="276999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45DD1B-76F0-EC6B-EE32-E334B0010E8A}"/>
              </a:ext>
            </a:extLst>
          </p:cNvPr>
          <p:cNvSpPr txBox="1"/>
          <p:nvPr/>
        </p:nvSpPr>
        <p:spPr>
          <a:xfrm>
            <a:off x="161290" y="2438400"/>
            <a:ext cx="8768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Deviations in conductivity measurements and mass balance predictions with CaCl2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A677EF-9913-3314-C7A1-4462397A5E8A}"/>
              </a:ext>
            </a:extLst>
          </p:cNvPr>
          <p:cNvGrpSpPr/>
          <p:nvPr/>
        </p:nvGrpSpPr>
        <p:grpSpPr>
          <a:xfrm>
            <a:off x="533089" y="2839380"/>
            <a:ext cx="2933700" cy="2455786"/>
            <a:chOff x="1217514" y="3648074"/>
            <a:chExt cx="2933700" cy="2455786"/>
          </a:xfrm>
        </p:grpSpPr>
        <p:pic>
          <p:nvPicPr>
            <p:cNvPr id="11" name="Picture 10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B2000879-314E-C6E3-8A61-B04BD3A2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7514" y="3903585"/>
              <a:ext cx="2933700" cy="220027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7C7F44-0411-D39C-1173-1A6F54CCE89B}"/>
                </a:ext>
              </a:extLst>
            </p:cNvPr>
            <p:cNvSpPr txBox="1"/>
            <p:nvPr/>
          </p:nvSpPr>
          <p:spPr>
            <a:xfrm>
              <a:off x="2190750" y="3648074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Single salt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F3592D-489C-FD53-4142-C1180BAA1DF0}"/>
              </a:ext>
            </a:extLst>
          </p:cNvPr>
          <p:cNvGrpSpPr/>
          <p:nvPr/>
        </p:nvGrpSpPr>
        <p:grpSpPr>
          <a:xfrm>
            <a:off x="3370347" y="2906437"/>
            <a:ext cx="2933700" cy="2388729"/>
            <a:chOff x="3376619" y="3358166"/>
            <a:chExt cx="2933700" cy="2388729"/>
          </a:xfrm>
        </p:grpSpPr>
        <p:pic>
          <p:nvPicPr>
            <p:cNvPr id="12" name="Picture 11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C5B0010B-8C14-E023-CAC6-DDD6DD4B9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6619" y="3546620"/>
              <a:ext cx="2933700" cy="220027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F664F6-F4A2-CD4D-0B97-10C8028D50B3}"/>
                </a:ext>
              </a:extLst>
            </p:cNvPr>
            <p:cNvSpPr txBox="1"/>
            <p:nvPr/>
          </p:nvSpPr>
          <p:spPr>
            <a:xfrm>
              <a:off x="4645660" y="3358166"/>
              <a:ext cx="64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E4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127989-7AA0-47A2-4DFA-D919114B1C34}"/>
              </a:ext>
            </a:extLst>
          </p:cNvPr>
          <p:cNvGrpSpPr/>
          <p:nvPr/>
        </p:nvGrpSpPr>
        <p:grpSpPr>
          <a:xfrm>
            <a:off x="6165681" y="2888823"/>
            <a:ext cx="2933700" cy="2426663"/>
            <a:chOff x="5948057" y="3570158"/>
            <a:chExt cx="2933700" cy="2426663"/>
          </a:xfrm>
        </p:grpSpPr>
        <p:pic>
          <p:nvPicPr>
            <p:cNvPr id="15" name="Picture 14" descr="A graph of a normal distribution&#10;&#10;AI-generated content may be incorrect.">
              <a:extLst>
                <a:ext uri="{FF2B5EF4-FFF2-40B4-BE49-F238E27FC236}">
                  <a16:creationId xmlns:a16="http://schemas.microsoft.com/office/drawing/2014/main" id="{086F7FD6-3EC7-AFBE-159C-7C34B1EEB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8057" y="3796546"/>
              <a:ext cx="2933700" cy="220027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0AB5D4-D222-E164-9A5A-BC164F9F2EDD}"/>
                </a:ext>
              </a:extLst>
            </p:cNvPr>
            <p:cNvSpPr txBox="1"/>
            <p:nvPr/>
          </p:nvSpPr>
          <p:spPr>
            <a:xfrm>
              <a:off x="7297588" y="3570158"/>
              <a:ext cx="64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E9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A4609E-A8EE-30EF-C757-B85DEE4913A2}"/>
              </a:ext>
            </a:extLst>
          </p:cNvPr>
          <p:cNvGrpSpPr/>
          <p:nvPr/>
        </p:nvGrpSpPr>
        <p:grpSpPr>
          <a:xfrm>
            <a:off x="8924186" y="2888823"/>
            <a:ext cx="2933700" cy="2518069"/>
            <a:chOff x="8929370" y="3358166"/>
            <a:chExt cx="2933700" cy="251806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D6CB5A-9E27-F8BA-E7AF-ED8F1B71ABD7}"/>
                </a:ext>
              </a:extLst>
            </p:cNvPr>
            <p:cNvSpPr txBox="1"/>
            <p:nvPr/>
          </p:nvSpPr>
          <p:spPr>
            <a:xfrm>
              <a:off x="10217461" y="3358166"/>
              <a:ext cx="64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E17</a:t>
              </a:r>
            </a:p>
          </p:txBody>
        </p:sp>
        <p:pic>
          <p:nvPicPr>
            <p:cNvPr id="18" name="Picture 17" descr="A graph of a graph showing a number of points&#10;&#10;AI-generated content may be incorrect.">
              <a:extLst>
                <a:ext uri="{FF2B5EF4-FFF2-40B4-BE49-F238E27FC236}">
                  <a16:creationId xmlns:a16="http://schemas.microsoft.com/office/drawing/2014/main" id="{7FAF6A64-CAD4-3BDB-84CA-9D090EBEF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9370" y="3675960"/>
              <a:ext cx="2933700" cy="2200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96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193847</TotalTime>
  <Words>525</Words>
  <Application>Microsoft Office PowerPoint</Application>
  <PresentationFormat>Widescreen</PresentationFormat>
  <Paragraphs>80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MS PGothic</vt:lpstr>
      <vt:lpstr>Aptos</vt:lpstr>
      <vt:lpstr>Arial</vt:lpstr>
      <vt:lpstr>Calibri</vt:lpstr>
      <vt:lpstr>Calibri Light</vt:lpstr>
      <vt:lpstr>Cambria Math</vt:lpstr>
      <vt:lpstr>GalaxiePolaris-Bold</vt:lpstr>
      <vt:lpstr>GalaxiePolaris-Book</vt:lpstr>
      <vt:lpstr>GalaxiePolaris-Medium</vt:lpstr>
      <vt:lpstr>Garamond</vt:lpstr>
      <vt:lpstr>Times New Roman</vt:lpstr>
      <vt:lpstr>Wingdings</vt:lpstr>
      <vt:lpstr>Office Theme</vt:lpstr>
      <vt:lpstr>brand_standards_PPT_template_1W</vt:lpstr>
      <vt:lpstr>Graph</vt:lpstr>
      <vt:lpstr>High-throughput experiments elucidate the impact of multicomponent interactions on solute transport in complex feed streams</vt:lpstr>
      <vt:lpstr>Concentration Phase Space</vt:lpstr>
      <vt:lpstr>E4 – NaCl+CaCl2 Rejection Results</vt:lpstr>
      <vt:lpstr>E9 – CaCl2+LaCl3 Rejection Results</vt:lpstr>
      <vt:lpstr>E17 – CaCl2+LaCl3 Rejection Results</vt:lpstr>
      <vt:lpstr>E14 – NaCl+LaCl3 Rejection Results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Estrada</cp:lastModifiedBy>
  <cp:revision>28</cp:revision>
  <cp:lastPrinted>2023-07-13T18:14:11Z</cp:lastPrinted>
  <dcterms:created xsi:type="dcterms:W3CDTF">2022-05-09T22:03:52Z</dcterms:created>
  <dcterms:modified xsi:type="dcterms:W3CDTF">2025-09-22T13:19:02Z</dcterms:modified>
</cp:coreProperties>
</file>