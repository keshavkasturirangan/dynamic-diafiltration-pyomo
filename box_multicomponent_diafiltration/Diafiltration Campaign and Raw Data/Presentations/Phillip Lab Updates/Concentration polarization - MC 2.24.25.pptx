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8" r:id="rId1"/>
    <p:sldMasterId id="2147483841" r:id="rId2"/>
  </p:sldMasterIdLst>
  <p:notesMasterIdLst>
    <p:notesMasterId r:id="rId10"/>
  </p:notesMasterIdLst>
  <p:sldIdLst>
    <p:sldId id="257" r:id="rId3"/>
    <p:sldId id="738" r:id="rId4"/>
    <p:sldId id="749" r:id="rId5"/>
    <p:sldId id="750" r:id="rId6"/>
    <p:sldId id="747" r:id="rId7"/>
    <p:sldId id="751" r:id="rId8"/>
    <p:sldId id="75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nathan Ouimet" initials="JO" lastIdx="3" clrIdx="0">
    <p:extLst>
      <p:ext uri="{19B8F6BF-5375-455C-9EA6-DF929625EA0E}">
        <p15:presenceInfo xmlns:p15="http://schemas.microsoft.com/office/powerpoint/2012/main" userId="0df71b1541b2dab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00F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BAE75C-18A9-4295-BEA1-4B96590C7FDA}" v="568" dt="2025-02-24T20:00:43.3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36" autoAdjust="0"/>
    <p:restoredTop sz="90482" autoAdjust="0"/>
  </p:normalViewPr>
  <p:slideViewPr>
    <p:cSldViewPr>
      <p:cViewPr varScale="1">
        <p:scale>
          <a:sx n="76" d="100"/>
          <a:sy n="76" d="100"/>
        </p:scale>
        <p:origin x="931" y="2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2442"/>
    </p:cViewPr>
  </p:sorterViewPr>
  <p:notesViewPr>
    <p:cSldViewPr>
      <p:cViewPr varScale="1">
        <p:scale>
          <a:sx n="63" d="100"/>
          <a:sy n="63" d="100"/>
        </p:scale>
        <p:origin x="3197" y="3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urianne Lair" userId="877d0e272dd2d022" providerId="LiveId" clId="{1020E764-7D77-4C96-98F0-277F4DB9C8ED}"/>
    <pc:docChg chg="undo custSel addSld delSld modSld sldOrd addSection delSection">
      <pc:chgData name="Laurianne Lair" userId="877d0e272dd2d022" providerId="LiveId" clId="{1020E764-7D77-4C96-98F0-277F4DB9C8ED}" dt="2024-11-26T16:32:05.020" v="71503" actId="1076"/>
      <pc:docMkLst>
        <pc:docMk/>
      </pc:docMkLst>
      <pc:sldChg chg="addSp modSp mod modNotesTx">
        <pc:chgData name="Laurianne Lair" userId="877d0e272dd2d022" providerId="LiveId" clId="{1020E764-7D77-4C96-98F0-277F4DB9C8ED}" dt="2024-11-16T22:02:25.231" v="39262" actId="20577"/>
        <pc:sldMkLst>
          <pc:docMk/>
          <pc:sldMk cId="0" sldId="257"/>
        </pc:sldMkLst>
      </pc:sldChg>
      <pc:sldChg chg="add mod modShow">
        <pc:chgData name="Laurianne Lair" userId="877d0e272dd2d022" providerId="LiveId" clId="{1020E764-7D77-4C96-98F0-277F4DB9C8ED}" dt="2024-11-16T15:09:43.005" v="38737" actId="729"/>
        <pc:sldMkLst>
          <pc:docMk/>
          <pc:sldMk cId="544932440" sldId="275"/>
        </pc:sldMkLst>
      </pc:sldChg>
      <pc:sldChg chg="add mod ord modShow">
        <pc:chgData name="Laurianne Lair" userId="877d0e272dd2d022" providerId="LiveId" clId="{1020E764-7D77-4C96-98F0-277F4DB9C8ED}" dt="2024-11-16T15:12:21.546" v="38782"/>
        <pc:sldMkLst>
          <pc:docMk/>
          <pc:sldMk cId="4100267567" sldId="482"/>
        </pc:sldMkLst>
      </pc:sldChg>
      <pc:sldChg chg="del ord">
        <pc:chgData name="Laurianne Lair" userId="877d0e272dd2d022" providerId="LiveId" clId="{1020E764-7D77-4C96-98F0-277F4DB9C8ED}" dt="2024-11-15T13:54:55.415" v="33812" actId="2696"/>
        <pc:sldMkLst>
          <pc:docMk/>
          <pc:sldMk cId="1880788562" sldId="502"/>
        </pc:sldMkLst>
      </pc:sldChg>
      <pc:sldChg chg="add mod modShow">
        <pc:chgData name="Laurianne Lair" userId="877d0e272dd2d022" providerId="LiveId" clId="{1020E764-7D77-4C96-98F0-277F4DB9C8ED}" dt="2024-11-16T15:09:43.005" v="38737" actId="729"/>
        <pc:sldMkLst>
          <pc:docMk/>
          <pc:sldMk cId="1189721621" sldId="504"/>
        </pc:sldMkLst>
      </pc:sldChg>
      <pc:sldChg chg="addSp delSp modSp mod ord delAnim">
        <pc:chgData name="Laurianne Lair" userId="877d0e272dd2d022" providerId="LiveId" clId="{1020E764-7D77-4C96-98F0-277F4DB9C8ED}" dt="2024-11-15T15:20:00.943" v="35176" actId="14100"/>
        <pc:sldMkLst>
          <pc:docMk/>
          <pc:sldMk cId="4255396742" sldId="539"/>
        </pc:sldMkLst>
      </pc:sldChg>
      <pc:sldChg chg="modSp add mod ord modShow">
        <pc:chgData name="Laurianne Lair" userId="877d0e272dd2d022" providerId="LiveId" clId="{1020E764-7D77-4C96-98F0-277F4DB9C8ED}" dt="2024-11-26T16:32:05.020" v="71503" actId="1076"/>
        <pc:sldMkLst>
          <pc:docMk/>
          <pc:sldMk cId="3271533192" sldId="545"/>
        </pc:sldMkLst>
      </pc:sldChg>
      <pc:sldChg chg="modSp add mod modShow">
        <pc:chgData name="Laurianne Lair" userId="877d0e272dd2d022" providerId="LiveId" clId="{1020E764-7D77-4C96-98F0-277F4DB9C8ED}" dt="2024-11-16T15:09:43.005" v="38737" actId="729"/>
        <pc:sldMkLst>
          <pc:docMk/>
          <pc:sldMk cId="1919900640" sldId="547"/>
        </pc:sldMkLst>
      </pc:sldChg>
      <pc:sldChg chg="add mod ord modShow">
        <pc:chgData name="Laurianne Lair" userId="877d0e272dd2d022" providerId="LiveId" clId="{1020E764-7D77-4C96-98F0-277F4DB9C8ED}" dt="2024-11-16T15:09:28.030" v="38736" actId="729"/>
        <pc:sldMkLst>
          <pc:docMk/>
          <pc:sldMk cId="2198760520" sldId="553"/>
        </pc:sldMkLst>
      </pc:sldChg>
      <pc:sldChg chg="modSp add mod ord modShow">
        <pc:chgData name="Laurianne Lair" userId="877d0e272dd2d022" providerId="LiveId" clId="{1020E764-7D77-4C96-98F0-277F4DB9C8ED}" dt="2024-11-16T15:12:21.546" v="38782"/>
        <pc:sldMkLst>
          <pc:docMk/>
          <pc:sldMk cId="81246824" sldId="561"/>
        </pc:sldMkLst>
      </pc:sldChg>
      <pc:sldChg chg="add mod ord modShow">
        <pc:chgData name="Laurianne Lair" userId="877d0e272dd2d022" providerId="LiveId" clId="{1020E764-7D77-4C96-98F0-277F4DB9C8ED}" dt="2024-11-16T15:09:28.030" v="38736" actId="729"/>
        <pc:sldMkLst>
          <pc:docMk/>
          <pc:sldMk cId="1476563436" sldId="564"/>
        </pc:sldMkLst>
      </pc:sldChg>
      <pc:sldChg chg="add mod modShow">
        <pc:chgData name="Laurianne Lair" userId="877d0e272dd2d022" providerId="LiveId" clId="{1020E764-7D77-4C96-98F0-277F4DB9C8ED}" dt="2024-11-16T15:10:13.770" v="38739" actId="729"/>
        <pc:sldMkLst>
          <pc:docMk/>
          <pc:sldMk cId="1151504639" sldId="565"/>
        </pc:sldMkLst>
      </pc:sldChg>
      <pc:sldChg chg="add mod modShow">
        <pc:chgData name="Laurianne Lair" userId="877d0e272dd2d022" providerId="LiveId" clId="{1020E764-7D77-4C96-98F0-277F4DB9C8ED}" dt="2024-11-16T15:10:13.770" v="38739" actId="729"/>
        <pc:sldMkLst>
          <pc:docMk/>
          <pc:sldMk cId="1047703517" sldId="566"/>
        </pc:sldMkLst>
      </pc:sldChg>
      <pc:sldChg chg="mod modShow">
        <pc:chgData name="Laurianne Lair" userId="877d0e272dd2d022" providerId="LiveId" clId="{1020E764-7D77-4C96-98F0-277F4DB9C8ED}" dt="2024-11-17T18:07:11.175" v="67173" actId="729"/>
        <pc:sldMkLst>
          <pc:docMk/>
          <pc:sldMk cId="1394856239" sldId="569"/>
        </pc:sldMkLst>
      </pc:sldChg>
      <pc:sldChg chg="add mod modShow">
        <pc:chgData name="Laurianne Lair" userId="877d0e272dd2d022" providerId="LiveId" clId="{1020E764-7D77-4C96-98F0-277F4DB9C8ED}" dt="2024-11-16T15:10:13.770" v="38739" actId="729"/>
        <pc:sldMkLst>
          <pc:docMk/>
          <pc:sldMk cId="1834725893" sldId="570"/>
        </pc:sldMkLst>
      </pc:sldChg>
      <pc:sldChg chg="modSp del mod">
        <pc:chgData name="Laurianne Lair" userId="877d0e272dd2d022" providerId="LiveId" clId="{1020E764-7D77-4C96-98F0-277F4DB9C8ED}" dt="2024-11-16T01:19:17.586" v="37361" actId="2696"/>
        <pc:sldMkLst>
          <pc:docMk/>
          <pc:sldMk cId="1410445220" sldId="593"/>
        </pc:sldMkLst>
      </pc:sldChg>
      <pc:sldChg chg="delSp modSp add mod modShow">
        <pc:chgData name="Laurianne Lair" userId="877d0e272dd2d022" providerId="LiveId" clId="{1020E764-7D77-4C96-98F0-277F4DB9C8ED}" dt="2024-11-17T17:56:38.047" v="67108" actId="1076"/>
        <pc:sldMkLst>
          <pc:docMk/>
          <pc:sldMk cId="3562194338" sldId="601"/>
        </pc:sldMkLst>
      </pc:sldChg>
      <pc:sldChg chg="delSp modSp add mod modShow">
        <pc:chgData name="Laurianne Lair" userId="877d0e272dd2d022" providerId="LiveId" clId="{1020E764-7D77-4C96-98F0-277F4DB9C8ED}" dt="2024-11-17T17:56:40.623" v="67109" actId="478"/>
        <pc:sldMkLst>
          <pc:docMk/>
          <pc:sldMk cId="2706574567" sldId="605"/>
        </pc:sldMkLst>
      </pc:sldChg>
      <pc:sldChg chg="delSp modSp add mod modShow">
        <pc:chgData name="Laurianne Lair" userId="877d0e272dd2d022" providerId="LiveId" clId="{1020E764-7D77-4C96-98F0-277F4DB9C8ED}" dt="2024-11-17T17:56:43.725" v="67110" actId="478"/>
        <pc:sldMkLst>
          <pc:docMk/>
          <pc:sldMk cId="117797162" sldId="606"/>
        </pc:sldMkLst>
      </pc:sldChg>
      <pc:sldChg chg="modSp add">
        <pc:chgData name="Laurianne Lair" userId="877d0e272dd2d022" providerId="LiveId" clId="{1020E764-7D77-4C96-98F0-277F4DB9C8ED}" dt="2024-11-17T17:56:16.068" v="67104"/>
        <pc:sldMkLst>
          <pc:docMk/>
          <pc:sldMk cId="2665557235" sldId="607"/>
        </pc:sldMkLst>
      </pc:sldChg>
      <pc:sldChg chg="delSp modSp add mod modShow">
        <pc:chgData name="Laurianne Lair" userId="877d0e272dd2d022" providerId="LiveId" clId="{1020E764-7D77-4C96-98F0-277F4DB9C8ED}" dt="2024-11-17T17:56:58.564" v="67113" actId="1076"/>
        <pc:sldMkLst>
          <pc:docMk/>
          <pc:sldMk cId="2485012595" sldId="608"/>
        </pc:sldMkLst>
      </pc:sldChg>
      <pc:sldChg chg="modSp add mod modShow">
        <pc:chgData name="Laurianne Lair" userId="877d0e272dd2d022" providerId="LiveId" clId="{1020E764-7D77-4C96-98F0-277F4DB9C8ED}" dt="2024-11-17T17:56:20.612" v="67105" actId="729"/>
        <pc:sldMkLst>
          <pc:docMk/>
          <pc:sldMk cId="3834367780" sldId="610"/>
        </pc:sldMkLst>
      </pc:sldChg>
      <pc:sldChg chg="modSp add mod modShow">
        <pc:chgData name="Laurianne Lair" userId="877d0e272dd2d022" providerId="LiveId" clId="{1020E764-7D77-4C96-98F0-277F4DB9C8ED}" dt="2024-11-17T17:56:20.612" v="67105" actId="729"/>
        <pc:sldMkLst>
          <pc:docMk/>
          <pc:sldMk cId="2737194843" sldId="611"/>
        </pc:sldMkLst>
      </pc:sldChg>
      <pc:sldChg chg="addSp delSp modSp mod delAnim modAnim modNotesTx">
        <pc:chgData name="Laurianne Lair" userId="877d0e272dd2d022" providerId="LiveId" clId="{1020E764-7D77-4C96-98F0-277F4DB9C8ED}" dt="2024-11-18T13:04:08.341" v="71443" actId="20577"/>
        <pc:sldMkLst>
          <pc:docMk/>
          <pc:sldMk cId="1326803350" sldId="643"/>
        </pc:sldMkLst>
      </pc:sldChg>
      <pc:sldChg chg="addSp delSp modSp mod ord modNotesTx">
        <pc:chgData name="Laurianne Lair" userId="877d0e272dd2d022" providerId="LiveId" clId="{1020E764-7D77-4C96-98F0-277F4DB9C8ED}" dt="2024-11-16T23:19:05.974" v="52498" actId="20577"/>
        <pc:sldMkLst>
          <pc:docMk/>
          <pc:sldMk cId="2922693038" sldId="654"/>
        </pc:sldMkLst>
      </pc:sldChg>
      <pc:sldChg chg="addSp delSp modSp mod modAnim modNotesTx">
        <pc:chgData name="Laurianne Lair" userId="877d0e272dd2d022" providerId="LiveId" clId="{1020E764-7D77-4C96-98F0-277F4DB9C8ED}" dt="2024-11-16T23:11:11.196" v="50263" actId="20577"/>
        <pc:sldMkLst>
          <pc:docMk/>
          <pc:sldMk cId="2815548228" sldId="662"/>
        </pc:sldMkLst>
      </pc:sldChg>
      <pc:sldChg chg="addSp modSp mod modNotesTx">
        <pc:chgData name="Laurianne Lair" userId="877d0e272dd2d022" providerId="LiveId" clId="{1020E764-7D77-4C96-98F0-277F4DB9C8ED}" dt="2024-11-17T18:34:12.565" v="67558" actId="20577"/>
        <pc:sldMkLst>
          <pc:docMk/>
          <pc:sldMk cId="207612167" sldId="665"/>
        </pc:sldMkLst>
      </pc:sldChg>
      <pc:sldChg chg="del ord">
        <pc:chgData name="Laurianne Lair" userId="877d0e272dd2d022" providerId="LiveId" clId="{1020E764-7D77-4C96-98F0-277F4DB9C8ED}" dt="2024-11-15T13:55:04.654" v="33814" actId="2696"/>
        <pc:sldMkLst>
          <pc:docMk/>
          <pc:sldMk cId="2600655653" sldId="666"/>
        </pc:sldMkLst>
      </pc:sldChg>
      <pc:sldChg chg="delSp modSp mod ord">
        <pc:chgData name="Laurianne Lair" userId="877d0e272dd2d022" providerId="LiveId" clId="{1020E764-7D77-4C96-98F0-277F4DB9C8ED}" dt="2024-11-15T13:56:02.076" v="33897" actId="20577"/>
        <pc:sldMkLst>
          <pc:docMk/>
          <pc:sldMk cId="3401228219" sldId="667"/>
        </pc:sldMkLst>
      </pc:sldChg>
      <pc:sldChg chg="addSp delSp modSp mod delAnim modNotesTx">
        <pc:chgData name="Laurianne Lair" userId="877d0e272dd2d022" providerId="LiveId" clId="{1020E764-7D77-4C96-98F0-277F4DB9C8ED}" dt="2024-11-17T18:25:35.963" v="67308" actId="20577"/>
        <pc:sldMkLst>
          <pc:docMk/>
          <pc:sldMk cId="383163146" sldId="670"/>
        </pc:sldMkLst>
      </pc:sldChg>
      <pc:sldChg chg="addSp delSp modSp mod ord">
        <pc:chgData name="Laurianne Lair" userId="877d0e272dd2d022" providerId="LiveId" clId="{1020E764-7D77-4C96-98F0-277F4DB9C8ED}" dt="2024-11-15T13:56:11.958" v="33920" actId="478"/>
        <pc:sldMkLst>
          <pc:docMk/>
          <pc:sldMk cId="700889858" sldId="673"/>
        </pc:sldMkLst>
      </pc:sldChg>
      <pc:sldChg chg="addSp delSp modSp mod addAnim delAnim modAnim modNotesTx">
        <pc:chgData name="Laurianne Lair" userId="877d0e272dd2d022" providerId="LiveId" clId="{1020E764-7D77-4C96-98F0-277F4DB9C8ED}" dt="2024-11-17T22:18:52.304" v="71161" actId="1076"/>
        <pc:sldMkLst>
          <pc:docMk/>
          <pc:sldMk cId="2253510222" sldId="676"/>
        </pc:sldMkLst>
      </pc:sldChg>
      <pc:sldChg chg="addSp delSp modSp mod addAnim delAnim modNotesTx">
        <pc:chgData name="Laurianne Lair" userId="877d0e272dd2d022" providerId="LiveId" clId="{1020E764-7D77-4C96-98F0-277F4DB9C8ED}" dt="2024-11-16T23:23:14.576" v="53957" actId="20577"/>
        <pc:sldMkLst>
          <pc:docMk/>
          <pc:sldMk cId="1234415022" sldId="679"/>
        </pc:sldMkLst>
      </pc:sldChg>
      <pc:sldChg chg="addSp delSp modSp mod modNotesTx">
        <pc:chgData name="Laurianne Lair" userId="877d0e272dd2d022" providerId="LiveId" clId="{1020E764-7D77-4C96-98F0-277F4DB9C8ED}" dt="2024-11-17T18:41:15.105" v="67655" actId="6549"/>
        <pc:sldMkLst>
          <pc:docMk/>
          <pc:sldMk cId="3924516789" sldId="682"/>
        </pc:sldMkLst>
      </pc:sldChg>
      <pc:sldChg chg="addSp delSp modSp mod ord delAnim modAnim modNotesTx">
        <pc:chgData name="Laurianne Lair" userId="877d0e272dd2d022" providerId="LiveId" clId="{1020E764-7D77-4C96-98F0-277F4DB9C8ED}" dt="2024-11-18T12:28:34.785" v="71364" actId="208"/>
        <pc:sldMkLst>
          <pc:docMk/>
          <pc:sldMk cId="3383353871" sldId="685"/>
        </pc:sldMkLst>
      </pc:sldChg>
      <pc:sldChg chg="addSp modSp mod modAnim modNotesTx">
        <pc:chgData name="Laurianne Lair" userId="877d0e272dd2d022" providerId="LiveId" clId="{1020E764-7D77-4C96-98F0-277F4DB9C8ED}" dt="2024-11-16T22:15:08.313" v="40930" actId="20577"/>
        <pc:sldMkLst>
          <pc:docMk/>
          <pc:sldMk cId="275756174" sldId="687"/>
        </pc:sldMkLst>
      </pc:sldChg>
      <pc:sldChg chg="del ord">
        <pc:chgData name="Laurianne Lair" userId="877d0e272dd2d022" providerId="LiveId" clId="{1020E764-7D77-4C96-98F0-277F4DB9C8ED}" dt="2024-11-15T13:55:00.615" v="33813" actId="2696"/>
        <pc:sldMkLst>
          <pc:docMk/>
          <pc:sldMk cId="3418092123" sldId="688"/>
        </pc:sldMkLst>
      </pc:sldChg>
      <pc:sldChg chg="ord">
        <pc:chgData name="Laurianne Lair" userId="877d0e272dd2d022" providerId="LiveId" clId="{1020E764-7D77-4C96-98F0-277F4DB9C8ED}" dt="2024-11-15T15:41:20.337" v="35630"/>
        <pc:sldMkLst>
          <pc:docMk/>
          <pc:sldMk cId="2166894092" sldId="689"/>
        </pc:sldMkLst>
      </pc:sldChg>
      <pc:sldChg chg="del ord">
        <pc:chgData name="Laurianne Lair" userId="877d0e272dd2d022" providerId="LiveId" clId="{1020E764-7D77-4C96-98F0-277F4DB9C8ED}" dt="2024-11-15T15:42:14.520" v="35636" actId="2696"/>
        <pc:sldMkLst>
          <pc:docMk/>
          <pc:sldMk cId="2650961023" sldId="690"/>
        </pc:sldMkLst>
      </pc:sldChg>
      <pc:sldChg chg="addSp delSp modSp mod ord delAnim modAnim">
        <pc:chgData name="Laurianne Lair" userId="877d0e272dd2d022" providerId="LiveId" clId="{1020E764-7D77-4C96-98F0-277F4DB9C8ED}" dt="2024-11-15T13:56:31.124" v="33953" actId="478"/>
        <pc:sldMkLst>
          <pc:docMk/>
          <pc:sldMk cId="1678944947" sldId="695"/>
        </pc:sldMkLst>
      </pc:sldChg>
      <pc:sldChg chg="del ord">
        <pc:chgData name="Laurianne Lair" userId="877d0e272dd2d022" providerId="LiveId" clId="{1020E764-7D77-4C96-98F0-277F4DB9C8ED}" dt="2024-11-16T01:10:07.503" v="37319" actId="2696"/>
        <pc:sldMkLst>
          <pc:docMk/>
          <pc:sldMk cId="1320760817" sldId="696"/>
        </pc:sldMkLst>
      </pc:sldChg>
      <pc:sldChg chg="addSp delSp modSp del mod">
        <pc:chgData name="Laurianne Lair" userId="877d0e272dd2d022" providerId="LiveId" clId="{1020E764-7D77-4C96-98F0-277F4DB9C8ED}" dt="2024-11-11T15:56:23.368" v="14518" actId="2696"/>
        <pc:sldMkLst>
          <pc:docMk/>
          <pc:sldMk cId="3354226776" sldId="698"/>
        </pc:sldMkLst>
      </pc:sldChg>
      <pc:sldChg chg="ord">
        <pc:chgData name="Laurianne Lair" userId="877d0e272dd2d022" providerId="LiveId" clId="{1020E764-7D77-4C96-98F0-277F4DB9C8ED}" dt="2024-11-15T15:23:14.142" v="35300"/>
        <pc:sldMkLst>
          <pc:docMk/>
          <pc:sldMk cId="3112926480" sldId="699"/>
        </pc:sldMkLst>
      </pc:sldChg>
      <pc:sldChg chg="ord">
        <pc:chgData name="Laurianne Lair" userId="877d0e272dd2d022" providerId="LiveId" clId="{1020E764-7D77-4C96-98F0-277F4DB9C8ED}" dt="2024-11-15T15:23:14.142" v="35300"/>
        <pc:sldMkLst>
          <pc:docMk/>
          <pc:sldMk cId="2719270922" sldId="700"/>
        </pc:sldMkLst>
      </pc:sldChg>
      <pc:sldChg chg="del">
        <pc:chgData name="Laurianne Lair" userId="877d0e272dd2d022" providerId="LiveId" clId="{1020E764-7D77-4C96-98F0-277F4DB9C8ED}" dt="2024-11-14T19:28:33.332" v="33338" actId="2696"/>
        <pc:sldMkLst>
          <pc:docMk/>
          <pc:sldMk cId="1363743996" sldId="705"/>
        </pc:sldMkLst>
      </pc:sldChg>
      <pc:sldChg chg="delSp mod ord delAnim">
        <pc:chgData name="Laurianne Lair" userId="877d0e272dd2d022" providerId="LiveId" clId="{1020E764-7D77-4C96-98F0-277F4DB9C8ED}" dt="2024-11-15T15:41:29.115" v="35631" actId="478"/>
        <pc:sldMkLst>
          <pc:docMk/>
          <pc:sldMk cId="1002037995" sldId="706"/>
        </pc:sldMkLst>
      </pc:sldChg>
      <pc:sldChg chg="addSp delSp modSp del mod ord modNotesTx">
        <pc:chgData name="Laurianne Lair" userId="877d0e272dd2d022" providerId="LiveId" clId="{1020E764-7D77-4C96-98F0-277F4DB9C8ED}" dt="2024-11-11T16:18:04.898" v="16166" actId="2696"/>
        <pc:sldMkLst>
          <pc:docMk/>
          <pc:sldMk cId="2937967171" sldId="707"/>
        </pc:sldMkLst>
      </pc:sldChg>
      <pc:sldChg chg="addSp delSp modSp mod delAnim modAnim modNotesTx">
        <pc:chgData name="Laurianne Lair" userId="877d0e272dd2d022" providerId="LiveId" clId="{1020E764-7D77-4C96-98F0-277F4DB9C8ED}" dt="2024-11-17T19:18:31.258" v="67784" actId="6549"/>
        <pc:sldMkLst>
          <pc:docMk/>
          <pc:sldMk cId="1749142133" sldId="708"/>
        </pc:sldMkLst>
      </pc:sldChg>
      <pc:sldChg chg="addSp delSp modSp del mod">
        <pc:chgData name="Laurianne Lair" userId="877d0e272dd2d022" providerId="LiveId" clId="{1020E764-7D77-4C96-98F0-277F4DB9C8ED}" dt="2024-11-11T15:56:10.153" v="14517" actId="2696"/>
        <pc:sldMkLst>
          <pc:docMk/>
          <pc:sldMk cId="1616501390" sldId="709"/>
        </pc:sldMkLst>
      </pc:sldChg>
      <pc:sldChg chg="delSp del mod ord">
        <pc:chgData name="Laurianne Lair" userId="877d0e272dd2d022" providerId="LiveId" clId="{1020E764-7D77-4C96-98F0-277F4DB9C8ED}" dt="2024-11-15T13:53:39.785" v="33781" actId="2696"/>
        <pc:sldMkLst>
          <pc:docMk/>
          <pc:sldMk cId="2337260705" sldId="711"/>
        </pc:sldMkLst>
      </pc:sldChg>
      <pc:sldChg chg="addSp delSp modSp mod delAnim modNotesTx">
        <pc:chgData name="Laurianne Lair" userId="877d0e272dd2d022" providerId="LiveId" clId="{1020E764-7D77-4C96-98F0-277F4DB9C8ED}" dt="2024-11-23T21:28:45.620" v="71501" actId="14100"/>
        <pc:sldMkLst>
          <pc:docMk/>
          <pc:sldMk cId="124887383" sldId="712"/>
        </pc:sldMkLst>
      </pc:sldChg>
      <pc:sldChg chg="addSp delSp modSp mod delAnim modAnim modNotesTx">
        <pc:chgData name="Laurianne Lair" userId="877d0e272dd2d022" providerId="LiveId" clId="{1020E764-7D77-4C96-98F0-277F4DB9C8ED}" dt="2024-11-17T18:01:28.376" v="67157" actId="14100"/>
        <pc:sldMkLst>
          <pc:docMk/>
          <pc:sldMk cId="728864519" sldId="714"/>
        </pc:sldMkLst>
      </pc:sldChg>
      <pc:sldChg chg="addSp modSp mod">
        <pc:chgData name="Laurianne Lair" userId="877d0e272dd2d022" providerId="LiveId" clId="{1020E764-7D77-4C96-98F0-277F4DB9C8ED}" dt="2024-11-14T19:53:19.127" v="33457" actId="20577"/>
        <pc:sldMkLst>
          <pc:docMk/>
          <pc:sldMk cId="2609269681" sldId="715"/>
        </pc:sldMkLst>
      </pc:sldChg>
      <pc:sldChg chg="ord">
        <pc:chgData name="Laurianne Lair" userId="877d0e272dd2d022" providerId="LiveId" clId="{1020E764-7D77-4C96-98F0-277F4DB9C8ED}" dt="2024-11-15T15:23:14.142" v="35300"/>
        <pc:sldMkLst>
          <pc:docMk/>
          <pc:sldMk cId="3142750627" sldId="717"/>
        </pc:sldMkLst>
      </pc:sldChg>
      <pc:sldChg chg="addSp delSp modSp mod addAnim delAnim modAnim modNotesTx">
        <pc:chgData name="Laurianne Lair" userId="877d0e272dd2d022" providerId="LiveId" clId="{1020E764-7D77-4C96-98F0-277F4DB9C8ED}" dt="2024-11-18T14:57:05.122" v="71455" actId="167"/>
        <pc:sldMkLst>
          <pc:docMk/>
          <pc:sldMk cId="3677860632" sldId="718"/>
        </pc:sldMkLst>
      </pc:sldChg>
      <pc:sldChg chg="modSp mod">
        <pc:chgData name="Laurianne Lair" userId="877d0e272dd2d022" providerId="LiveId" clId="{1020E764-7D77-4C96-98F0-277F4DB9C8ED}" dt="2024-11-15T13:36:49.717" v="33729" actId="1076"/>
        <pc:sldMkLst>
          <pc:docMk/>
          <pc:sldMk cId="1681369536" sldId="721"/>
        </pc:sldMkLst>
      </pc:sldChg>
      <pc:sldChg chg="del">
        <pc:chgData name="Laurianne Lair" userId="877d0e272dd2d022" providerId="LiveId" clId="{1020E764-7D77-4C96-98F0-277F4DB9C8ED}" dt="2024-11-15T15:41:05.860" v="35628" actId="2696"/>
        <pc:sldMkLst>
          <pc:docMk/>
          <pc:sldMk cId="2645257041" sldId="722"/>
        </pc:sldMkLst>
      </pc:sldChg>
      <pc:sldChg chg="addSp delSp modSp mod delAnim modAnim modNotesTx">
        <pc:chgData name="Laurianne Lair" userId="877d0e272dd2d022" providerId="LiveId" clId="{1020E764-7D77-4C96-98F0-277F4DB9C8ED}" dt="2024-11-17T22:22:12.929" v="71186" actId="167"/>
        <pc:sldMkLst>
          <pc:docMk/>
          <pc:sldMk cId="3449492606" sldId="723"/>
        </pc:sldMkLst>
      </pc:sldChg>
      <pc:sldChg chg="delSp del mod ord delAnim">
        <pc:chgData name="Laurianne Lair" userId="877d0e272dd2d022" providerId="LiveId" clId="{1020E764-7D77-4C96-98F0-277F4DB9C8ED}" dt="2024-11-16T01:10:07.503" v="37319" actId="2696"/>
        <pc:sldMkLst>
          <pc:docMk/>
          <pc:sldMk cId="3202859798" sldId="724"/>
        </pc:sldMkLst>
      </pc:sldChg>
      <pc:sldChg chg="addSp delSp modSp mod modNotesTx">
        <pc:chgData name="Laurianne Lair" userId="877d0e272dd2d022" providerId="LiveId" clId="{1020E764-7D77-4C96-98F0-277F4DB9C8ED}" dt="2024-11-17T18:29:07.379" v="67373" actId="20577"/>
        <pc:sldMkLst>
          <pc:docMk/>
          <pc:sldMk cId="1681881839" sldId="727"/>
        </pc:sldMkLst>
      </pc:sldChg>
      <pc:sldChg chg="addSp delSp modSp mod delAnim modAnim modNotesTx">
        <pc:chgData name="Laurianne Lair" userId="877d0e272dd2d022" providerId="LiveId" clId="{1020E764-7D77-4C96-98F0-277F4DB9C8ED}" dt="2024-11-17T18:28:58.826" v="67351" actId="20577"/>
        <pc:sldMkLst>
          <pc:docMk/>
          <pc:sldMk cId="1154243937" sldId="730"/>
        </pc:sldMkLst>
      </pc:sldChg>
      <pc:sldChg chg="del">
        <pc:chgData name="Laurianne Lair" userId="877d0e272dd2d022" providerId="LiveId" clId="{1020E764-7D77-4C96-98F0-277F4DB9C8ED}" dt="2024-11-14T19:28:47.925" v="33340" actId="2696"/>
        <pc:sldMkLst>
          <pc:docMk/>
          <pc:sldMk cId="1214608004" sldId="731"/>
        </pc:sldMkLst>
      </pc:sldChg>
      <pc:sldChg chg="del">
        <pc:chgData name="Laurianne Lair" userId="877d0e272dd2d022" providerId="LiveId" clId="{1020E764-7D77-4C96-98F0-277F4DB9C8ED}" dt="2024-11-14T19:28:43.266" v="33339" actId="2696"/>
        <pc:sldMkLst>
          <pc:docMk/>
          <pc:sldMk cId="3856258401" sldId="732"/>
        </pc:sldMkLst>
      </pc:sldChg>
      <pc:sldChg chg="modSp del modNotesTx">
        <pc:chgData name="Laurianne Lair" userId="877d0e272dd2d022" providerId="LiveId" clId="{1020E764-7D77-4C96-98F0-277F4DB9C8ED}" dt="2024-11-11T13:46:35.399" v="6622" actId="2696"/>
        <pc:sldMkLst>
          <pc:docMk/>
          <pc:sldMk cId="0" sldId="734"/>
        </pc:sldMkLst>
      </pc:sldChg>
      <pc:sldChg chg="addSp delSp modSp mod ord delAnim modAnim modNotesTx">
        <pc:chgData name="Laurianne Lair" userId="877d0e272dd2d022" providerId="LiveId" clId="{1020E764-7D77-4C96-98F0-277F4DB9C8ED}" dt="2024-11-18T12:28:15.430" v="71362" actId="208"/>
        <pc:sldMkLst>
          <pc:docMk/>
          <pc:sldMk cId="1234498781" sldId="735"/>
        </pc:sldMkLst>
      </pc:sldChg>
      <pc:sldChg chg="modNotesTx">
        <pc:chgData name="Laurianne Lair" userId="877d0e272dd2d022" providerId="LiveId" clId="{1020E764-7D77-4C96-98F0-277F4DB9C8ED}" dt="2024-11-16T22:43:48.729" v="45084" actId="20577"/>
        <pc:sldMkLst>
          <pc:docMk/>
          <pc:sldMk cId="4230701553" sldId="736"/>
        </pc:sldMkLst>
      </pc:sldChg>
      <pc:sldChg chg="addSp modSp mod modAnim modNotesTx">
        <pc:chgData name="Laurianne Lair" userId="877d0e272dd2d022" providerId="LiveId" clId="{1020E764-7D77-4C96-98F0-277F4DB9C8ED}" dt="2024-11-18T14:57:19.159" v="71456"/>
        <pc:sldMkLst>
          <pc:docMk/>
          <pc:sldMk cId="972140161" sldId="737"/>
        </pc:sldMkLst>
      </pc:sldChg>
      <pc:sldChg chg="addSp delSp modSp mod modNotesTx">
        <pc:chgData name="Laurianne Lair" userId="877d0e272dd2d022" providerId="LiveId" clId="{1020E764-7D77-4C96-98F0-277F4DB9C8ED}" dt="2024-11-16T23:51:50.477" v="59933" actId="20577"/>
        <pc:sldMkLst>
          <pc:docMk/>
          <pc:sldMk cId="1234421618" sldId="738"/>
        </pc:sldMkLst>
      </pc:sldChg>
      <pc:sldChg chg="del">
        <pc:chgData name="Laurianne Lair" userId="877d0e272dd2d022" providerId="LiveId" clId="{1020E764-7D77-4C96-98F0-277F4DB9C8ED}" dt="2024-11-13T14:00:17.945" v="30436" actId="2696"/>
        <pc:sldMkLst>
          <pc:docMk/>
          <pc:sldMk cId="4085480661" sldId="739"/>
        </pc:sldMkLst>
      </pc:sldChg>
      <pc:sldChg chg="addSp delSp modSp add mod ord delAnim modAnim modNotesTx">
        <pc:chgData name="Laurianne Lair" userId="877d0e272dd2d022" providerId="LiveId" clId="{1020E764-7D77-4C96-98F0-277F4DB9C8ED}" dt="2024-11-17T21:39:05.936" v="71124" actId="20577"/>
        <pc:sldMkLst>
          <pc:docMk/>
          <pc:sldMk cId="2678434687" sldId="740"/>
        </pc:sldMkLst>
      </pc:sldChg>
      <pc:sldChg chg="addSp delSp modSp add mod delAnim modAnim modNotesTx">
        <pc:chgData name="Laurianne Lair" userId="877d0e272dd2d022" providerId="LiveId" clId="{1020E764-7D77-4C96-98F0-277F4DB9C8ED}" dt="2024-11-18T02:02:35.174" v="71357" actId="20577"/>
        <pc:sldMkLst>
          <pc:docMk/>
          <pc:sldMk cId="3764595402" sldId="741"/>
        </pc:sldMkLst>
      </pc:sldChg>
      <pc:sldChg chg="addSp delSp modSp add mod ord delAnim modAnim modShow modNotesTx">
        <pc:chgData name="Laurianne Lair" userId="877d0e272dd2d022" providerId="LiveId" clId="{1020E764-7D77-4C96-98F0-277F4DB9C8ED}" dt="2024-11-17T18:24:26.815" v="67176"/>
        <pc:sldMkLst>
          <pc:docMk/>
          <pc:sldMk cId="816573062" sldId="742"/>
        </pc:sldMkLst>
      </pc:sldChg>
      <pc:sldChg chg="addSp delSp modSp add del mod ord addAnim delAnim modAnim">
        <pc:chgData name="Laurianne Lair" userId="877d0e272dd2d022" providerId="LiveId" clId="{1020E764-7D77-4C96-98F0-277F4DB9C8ED}" dt="2024-11-13T15:25:07.667" v="31823" actId="2696"/>
        <pc:sldMkLst>
          <pc:docMk/>
          <pc:sldMk cId="3211411446" sldId="743"/>
        </pc:sldMkLst>
      </pc:sldChg>
      <pc:sldChg chg="addSp delSp modSp add del mod ord delAnim modAnim modNotesTx">
        <pc:chgData name="Laurianne Lair" userId="877d0e272dd2d022" providerId="LiveId" clId="{1020E764-7D77-4C96-98F0-277F4DB9C8ED}" dt="2024-11-13T15:18:08.373" v="31065" actId="2696"/>
        <pc:sldMkLst>
          <pc:docMk/>
          <pc:sldMk cId="2778504880" sldId="744"/>
        </pc:sldMkLst>
      </pc:sldChg>
      <pc:sldChg chg="addSp delSp modSp add del mod ord addAnim delAnim modAnim modNotesTx">
        <pc:chgData name="Laurianne Lair" userId="877d0e272dd2d022" providerId="LiveId" clId="{1020E764-7D77-4C96-98F0-277F4DB9C8ED}" dt="2024-11-13T15:19:10.260" v="31270" actId="2696"/>
        <pc:sldMkLst>
          <pc:docMk/>
          <pc:sldMk cId="4115176380" sldId="745"/>
        </pc:sldMkLst>
      </pc:sldChg>
      <pc:sldChg chg="delSp modSp add del mod">
        <pc:chgData name="Laurianne Lair" userId="877d0e272dd2d022" providerId="LiveId" clId="{1020E764-7D77-4C96-98F0-277F4DB9C8ED}" dt="2024-11-11T23:59:04.888" v="25917" actId="2696"/>
        <pc:sldMkLst>
          <pc:docMk/>
          <pc:sldMk cId="4263202886" sldId="746"/>
        </pc:sldMkLst>
      </pc:sldChg>
      <pc:sldChg chg="addSp delSp modSp add del mod">
        <pc:chgData name="Laurianne Lair" userId="877d0e272dd2d022" providerId="LiveId" clId="{1020E764-7D77-4C96-98F0-277F4DB9C8ED}" dt="2024-11-12T00:00:11.891" v="25926" actId="2696"/>
        <pc:sldMkLst>
          <pc:docMk/>
          <pc:sldMk cId="1602993060" sldId="747"/>
        </pc:sldMkLst>
      </pc:sldChg>
      <pc:sldChg chg="addSp delSp modSp add mod ord addAnim delAnim modAnim modNotesTx">
        <pc:chgData name="Laurianne Lair" userId="877d0e272dd2d022" providerId="LiveId" clId="{1020E764-7D77-4C96-98F0-277F4DB9C8ED}" dt="2024-11-18T12:30:56.743" v="71365"/>
        <pc:sldMkLst>
          <pc:docMk/>
          <pc:sldMk cId="1550787772" sldId="748"/>
        </pc:sldMkLst>
      </pc:sldChg>
      <pc:sldChg chg="addSp delSp modSp add mod ord delAnim modAnim modShow modNotesTx">
        <pc:chgData name="Laurianne Lair" userId="877d0e272dd2d022" providerId="LiveId" clId="{1020E764-7D77-4C96-98F0-277F4DB9C8ED}" dt="2024-11-16T15:10:28.909" v="38741"/>
        <pc:sldMkLst>
          <pc:docMk/>
          <pc:sldMk cId="373193787" sldId="749"/>
        </pc:sldMkLst>
      </pc:sldChg>
      <pc:sldChg chg="addSp delSp modSp add del mod ord delAnim modNotesTx">
        <pc:chgData name="Laurianne Lair" userId="877d0e272dd2d022" providerId="LiveId" clId="{1020E764-7D77-4C96-98F0-277F4DB9C8ED}" dt="2024-11-11T23:54:21.989" v="25757" actId="2696"/>
        <pc:sldMkLst>
          <pc:docMk/>
          <pc:sldMk cId="36445997" sldId="750"/>
        </pc:sldMkLst>
      </pc:sldChg>
      <pc:sldChg chg="addSp delSp modSp add mod ord modAnim modNotesTx">
        <pc:chgData name="Laurianne Lair" userId="877d0e272dd2d022" providerId="LiveId" clId="{1020E764-7D77-4C96-98F0-277F4DB9C8ED}" dt="2024-11-16T22:02:36.218" v="39270" actId="20577"/>
        <pc:sldMkLst>
          <pc:docMk/>
          <pc:sldMk cId="1814750461" sldId="751"/>
        </pc:sldMkLst>
      </pc:sldChg>
      <pc:sldChg chg="addSp delSp modSp add mod modAnim modNotesTx">
        <pc:chgData name="Laurianne Lair" userId="877d0e272dd2d022" providerId="LiveId" clId="{1020E764-7D77-4C96-98F0-277F4DB9C8ED}" dt="2024-11-16T22:11:22.682" v="40593" actId="20577"/>
        <pc:sldMkLst>
          <pc:docMk/>
          <pc:sldMk cId="2238109495" sldId="752"/>
        </pc:sldMkLst>
      </pc:sldChg>
      <pc:sldChg chg="addSp delSp modSp add mod delAnim modAnim modNotesTx">
        <pc:chgData name="Laurianne Lair" userId="877d0e272dd2d022" providerId="LiveId" clId="{1020E764-7D77-4C96-98F0-277F4DB9C8ED}" dt="2024-11-17T19:15:38.927" v="67735" actId="20577"/>
        <pc:sldMkLst>
          <pc:docMk/>
          <pc:sldMk cId="2381668322" sldId="753"/>
        </pc:sldMkLst>
      </pc:sldChg>
      <pc:sldChg chg="addSp delSp modSp del mod">
        <pc:chgData name="Laurianne Lair" userId="877d0e272dd2d022" providerId="LiveId" clId="{1020E764-7D77-4C96-98F0-277F4DB9C8ED}" dt="2024-11-11T15:21:00.107" v="13249" actId="2696"/>
        <pc:sldMkLst>
          <pc:docMk/>
          <pc:sldMk cId="2740120362" sldId="753"/>
        </pc:sldMkLst>
      </pc:sldChg>
      <pc:sldChg chg="modSp add del">
        <pc:chgData name="Laurianne Lair" userId="877d0e272dd2d022" providerId="LiveId" clId="{1020E764-7D77-4C96-98F0-277F4DB9C8ED}" dt="2024-11-11T17:47:22.866" v="22642" actId="2696"/>
        <pc:sldMkLst>
          <pc:docMk/>
          <pc:sldMk cId="78366520" sldId="754"/>
        </pc:sldMkLst>
      </pc:sldChg>
      <pc:sldChg chg="add del">
        <pc:chgData name="Laurianne Lair" userId="877d0e272dd2d022" providerId="LiveId" clId="{1020E764-7D77-4C96-98F0-277F4DB9C8ED}" dt="2024-11-11T15:56:00.912" v="14516" actId="2696"/>
        <pc:sldMkLst>
          <pc:docMk/>
          <pc:sldMk cId="2711170696" sldId="754"/>
        </pc:sldMkLst>
      </pc:sldChg>
      <pc:sldChg chg="addSp delSp modSp add mod ord delAnim modShow">
        <pc:chgData name="Laurianne Lair" userId="877d0e272dd2d022" providerId="LiveId" clId="{1020E764-7D77-4C96-98F0-277F4DB9C8ED}" dt="2024-11-13T13:54:47.768" v="30293"/>
        <pc:sldMkLst>
          <pc:docMk/>
          <pc:sldMk cId="3596797089" sldId="754"/>
        </pc:sldMkLst>
      </pc:sldChg>
      <pc:sldChg chg="delSp add del mod ord delAnim">
        <pc:chgData name="Laurianne Lair" userId="877d0e272dd2d022" providerId="LiveId" clId="{1020E764-7D77-4C96-98F0-277F4DB9C8ED}" dt="2024-11-12T20:01:08.174" v="26535" actId="2696"/>
        <pc:sldMkLst>
          <pc:docMk/>
          <pc:sldMk cId="3931097833" sldId="754"/>
        </pc:sldMkLst>
      </pc:sldChg>
      <pc:sldChg chg="addSp delSp modSp add mod delAnim modAnim modNotesTx">
        <pc:chgData name="Laurianne Lair" userId="877d0e272dd2d022" providerId="LiveId" clId="{1020E764-7D77-4C96-98F0-277F4DB9C8ED}" dt="2024-11-18T14:55:29.409" v="71446" actId="207"/>
        <pc:sldMkLst>
          <pc:docMk/>
          <pc:sldMk cId="494342303" sldId="755"/>
        </pc:sldMkLst>
      </pc:sldChg>
      <pc:sldChg chg="addSp delSp modSp add del mod">
        <pc:chgData name="Laurianne Lair" userId="877d0e272dd2d022" providerId="LiveId" clId="{1020E764-7D77-4C96-98F0-277F4DB9C8ED}" dt="2024-11-13T13:27:00.183" v="29179" actId="2696"/>
        <pc:sldMkLst>
          <pc:docMk/>
          <pc:sldMk cId="999619135" sldId="755"/>
        </pc:sldMkLst>
      </pc:sldChg>
      <pc:sldChg chg="addSp delSp add del mod addAnim delAnim">
        <pc:chgData name="Laurianne Lair" userId="877d0e272dd2d022" providerId="LiveId" clId="{1020E764-7D77-4C96-98F0-277F4DB9C8ED}" dt="2024-11-13T13:56:05.932" v="30306" actId="2696"/>
        <pc:sldMkLst>
          <pc:docMk/>
          <pc:sldMk cId="744722555" sldId="756"/>
        </pc:sldMkLst>
      </pc:sldChg>
      <pc:sldChg chg="add del ord">
        <pc:chgData name="Laurianne Lair" userId="877d0e272dd2d022" providerId="LiveId" clId="{1020E764-7D77-4C96-98F0-277F4DB9C8ED}" dt="2024-11-13T15:28:31.864" v="31841" actId="2696"/>
        <pc:sldMkLst>
          <pc:docMk/>
          <pc:sldMk cId="1928125466" sldId="756"/>
        </pc:sldMkLst>
      </pc:sldChg>
      <pc:sldChg chg="addSp delSp modSp add mod delAnim modAnim modNotesTx">
        <pc:chgData name="Laurianne Lair" userId="877d0e272dd2d022" providerId="LiveId" clId="{1020E764-7D77-4C96-98F0-277F4DB9C8ED}" dt="2024-11-18T02:06:56.757" v="71359" actId="20577"/>
        <pc:sldMkLst>
          <pc:docMk/>
          <pc:sldMk cId="3544502567" sldId="757"/>
        </pc:sldMkLst>
      </pc:sldChg>
      <pc:sldChg chg="add del">
        <pc:chgData name="Laurianne Lair" userId="877d0e272dd2d022" providerId="LiveId" clId="{1020E764-7D77-4C96-98F0-277F4DB9C8ED}" dt="2024-11-13T22:43:50.719" v="32331" actId="2696"/>
        <pc:sldMkLst>
          <pc:docMk/>
          <pc:sldMk cId="326444383" sldId="758"/>
        </pc:sldMkLst>
      </pc:sldChg>
      <pc:sldChg chg="add del ord">
        <pc:chgData name="Laurianne Lair" userId="877d0e272dd2d022" providerId="LiveId" clId="{1020E764-7D77-4C96-98F0-277F4DB9C8ED}" dt="2024-11-13T23:28:18.800" v="32561" actId="2696"/>
        <pc:sldMkLst>
          <pc:docMk/>
          <pc:sldMk cId="1208895742" sldId="758"/>
        </pc:sldMkLst>
      </pc:sldChg>
      <pc:sldChg chg="addSp delSp modSp add mod ord delAnim modShow">
        <pc:chgData name="Laurianne Lair" userId="877d0e272dd2d022" providerId="LiveId" clId="{1020E764-7D77-4C96-98F0-277F4DB9C8ED}" dt="2024-11-14T20:28:55.326" v="33601" actId="1076"/>
        <pc:sldMkLst>
          <pc:docMk/>
          <pc:sldMk cId="1788797708" sldId="758"/>
        </pc:sldMkLst>
      </pc:sldChg>
      <pc:sldChg chg="addSp delSp modSp add mod modShow">
        <pc:chgData name="Laurianne Lair" userId="877d0e272dd2d022" providerId="LiveId" clId="{1020E764-7D77-4C96-98F0-277F4DB9C8ED}" dt="2024-11-14T19:31:09.488" v="33380" actId="729"/>
        <pc:sldMkLst>
          <pc:docMk/>
          <pc:sldMk cId="4246132712" sldId="759"/>
        </pc:sldMkLst>
      </pc:sldChg>
      <pc:sldChg chg="addSp delSp modSp add mod modShow">
        <pc:chgData name="Laurianne Lair" userId="877d0e272dd2d022" providerId="LiveId" clId="{1020E764-7D77-4C96-98F0-277F4DB9C8ED}" dt="2024-11-14T20:01:38.193" v="33481" actId="1076"/>
        <pc:sldMkLst>
          <pc:docMk/>
          <pc:sldMk cId="86815464" sldId="760"/>
        </pc:sldMkLst>
      </pc:sldChg>
      <pc:sldChg chg="addSp delSp modSp add mod">
        <pc:chgData name="Laurianne Lair" userId="877d0e272dd2d022" providerId="LiveId" clId="{1020E764-7D77-4C96-98F0-277F4DB9C8ED}" dt="2024-11-14T21:56:02.690" v="33704" actId="1076"/>
        <pc:sldMkLst>
          <pc:docMk/>
          <pc:sldMk cId="1865263785" sldId="761"/>
        </pc:sldMkLst>
      </pc:sldChg>
      <pc:sldChg chg="addSp modSp add mod">
        <pc:chgData name="Laurianne Lair" userId="877d0e272dd2d022" providerId="LiveId" clId="{1020E764-7D77-4C96-98F0-277F4DB9C8ED}" dt="2024-11-14T20:52:09.393" v="33677" actId="1076"/>
        <pc:sldMkLst>
          <pc:docMk/>
          <pc:sldMk cId="4244152021" sldId="762"/>
        </pc:sldMkLst>
      </pc:sldChg>
      <pc:sldChg chg="add del">
        <pc:chgData name="Laurianne Lair" userId="877d0e272dd2d022" providerId="LiveId" clId="{1020E764-7D77-4C96-98F0-277F4DB9C8ED}" dt="2024-11-16T01:18:26.625" v="37360" actId="2696"/>
        <pc:sldMkLst>
          <pc:docMk/>
          <pc:sldMk cId="1599691810" sldId="763"/>
        </pc:sldMkLst>
      </pc:sldChg>
      <pc:sldChg chg="delSp modSp add mod delAnim">
        <pc:chgData name="Laurianne Lair" userId="877d0e272dd2d022" providerId="LiveId" clId="{1020E764-7D77-4C96-98F0-277F4DB9C8ED}" dt="2024-11-15T13:56:17.779" v="33932" actId="20577"/>
        <pc:sldMkLst>
          <pc:docMk/>
          <pc:sldMk cId="2869760703" sldId="764"/>
        </pc:sldMkLst>
      </pc:sldChg>
      <pc:sldChg chg="addSp delSp modSp add mod ord">
        <pc:chgData name="Laurianne Lair" userId="877d0e272dd2d022" providerId="LiveId" clId="{1020E764-7D77-4C96-98F0-277F4DB9C8ED}" dt="2024-11-15T13:56:28.695" v="33952" actId="478"/>
        <pc:sldMkLst>
          <pc:docMk/>
          <pc:sldMk cId="1954549161" sldId="765"/>
        </pc:sldMkLst>
      </pc:sldChg>
      <pc:sldChg chg="delSp modSp add mod">
        <pc:chgData name="Laurianne Lair" userId="877d0e272dd2d022" providerId="LiveId" clId="{1020E764-7D77-4C96-98F0-277F4DB9C8ED}" dt="2024-11-15T13:55:54.038" v="33875" actId="478"/>
        <pc:sldMkLst>
          <pc:docMk/>
          <pc:sldMk cId="3899660399" sldId="766"/>
        </pc:sldMkLst>
      </pc:sldChg>
      <pc:sldChg chg="addSp delSp modSp add mod modNotesTx">
        <pc:chgData name="Laurianne Lair" userId="877d0e272dd2d022" providerId="LiveId" clId="{1020E764-7D77-4C96-98F0-277F4DB9C8ED}" dt="2024-11-18T12:57:43.029" v="71371" actId="20577"/>
        <pc:sldMkLst>
          <pc:docMk/>
          <pc:sldMk cId="1286084958" sldId="767"/>
        </pc:sldMkLst>
      </pc:sldChg>
      <pc:sldChg chg="addSp delSp modSp add mod delAnim">
        <pc:chgData name="Laurianne Lair" userId="877d0e272dd2d022" providerId="LiveId" clId="{1020E764-7D77-4C96-98F0-277F4DB9C8ED}" dt="2024-11-15T14:06:45.800" v="34011" actId="1076"/>
        <pc:sldMkLst>
          <pc:docMk/>
          <pc:sldMk cId="877204209" sldId="768"/>
        </pc:sldMkLst>
      </pc:sldChg>
      <pc:sldChg chg="addSp delSp modSp add mod modAnim">
        <pc:chgData name="Laurianne Lair" userId="877d0e272dd2d022" providerId="LiveId" clId="{1020E764-7D77-4C96-98F0-277F4DB9C8ED}" dt="2024-11-17T17:45:18.880" v="67082" actId="20577"/>
        <pc:sldMkLst>
          <pc:docMk/>
          <pc:sldMk cId="1378130217" sldId="769"/>
        </pc:sldMkLst>
      </pc:sldChg>
      <pc:sldChg chg="addSp delSp modSp add mod">
        <pc:chgData name="Laurianne Lair" userId="877d0e272dd2d022" providerId="LiveId" clId="{1020E764-7D77-4C96-98F0-277F4DB9C8ED}" dt="2024-11-15T15:40:35.079" v="35627" actId="14100"/>
        <pc:sldMkLst>
          <pc:docMk/>
          <pc:sldMk cId="199620141" sldId="770"/>
        </pc:sldMkLst>
      </pc:sldChg>
      <pc:sldChg chg="add del">
        <pc:chgData name="Laurianne Lair" userId="877d0e272dd2d022" providerId="LiveId" clId="{1020E764-7D77-4C96-98F0-277F4DB9C8ED}" dt="2024-11-15T15:34:01.697" v="35422" actId="2696"/>
        <pc:sldMkLst>
          <pc:docMk/>
          <pc:sldMk cId="2611392362" sldId="771"/>
        </pc:sldMkLst>
      </pc:sldChg>
      <pc:sldChg chg="addSp modSp add mod">
        <pc:chgData name="Laurianne Lair" userId="877d0e272dd2d022" providerId="LiveId" clId="{1020E764-7D77-4C96-98F0-277F4DB9C8ED}" dt="2024-11-15T15:34:28.385" v="35444" actId="114"/>
        <pc:sldMkLst>
          <pc:docMk/>
          <pc:sldMk cId="487636526" sldId="772"/>
        </pc:sldMkLst>
      </pc:sldChg>
      <pc:sldChg chg="addSp delSp modSp add mod modAnim">
        <pc:chgData name="Laurianne Lair" userId="877d0e272dd2d022" providerId="LiveId" clId="{1020E764-7D77-4C96-98F0-277F4DB9C8ED}" dt="2024-11-16T01:10:48.202" v="37355" actId="1076"/>
        <pc:sldMkLst>
          <pc:docMk/>
          <pc:sldMk cId="2598200223" sldId="773"/>
        </pc:sldMkLst>
      </pc:sldChg>
      <pc:sldChg chg="addSp delSp modSp add mod ord">
        <pc:chgData name="Laurianne Lair" userId="877d0e272dd2d022" providerId="LiveId" clId="{1020E764-7D77-4C96-98F0-277F4DB9C8ED}" dt="2024-11-16T14:18:53.609" v="38304" actId="1076"/>
        <pc:sldMkLst>
          <pc:docMk/>
          <pc:sldMk cId="2308541116" sldId="774"/>
        </pc:sldMkLst>
      </pc:sldChg>
      <pc:sldChg chg="addSp delSp modSp add mod ord delAnim">
        <pc:chgData name="Laurianne Lair" userId="877d0e272dd2d022" providerId="LiveId" clId="{1020E764-7D77-4C96-98F0-277F4DB9C8ED}" dt="2024-11-16T15:13:14.390" v="38786"/>
        <pc:sldMkLst>
          <pc:docMk/>
          <pc:sldMk cId="412949541" sldId="775"/>
        </pc:sldMkLst>
      </pc:sldChg>
      <pc:sldChg chg="modSp add del mod ord">
        <pc:chgData name="Laurianne Lair" userId="877d0e272dd2d022" providerId="LiveId" clId="{1020E764-7D77-4C96-98F0-277F4DB9C8ED}" dt="2024-11-16T15:23:21.387" v="38852" actId="2696"/>
        <pc:sldMkLst>
          <pc:docMk/>
          <pc:sldMk cId="3427598874" sldId="776"/>
        </pc:sldMkLst>
      </pc:sldChg>
      <pc:sldChg chg="addSp modSp add mod ord">
        <pc:chgData name="Laurianne Lair" userId="877d0e272dd2d022" providerId="LiveId" clId="{1020E764-7D77-4C96-98F0-277F4DB9C8ED}" dt="2024-11-17T20:47:50.688" v="69850" actId="14100"/>
        <pc:sldMkLst>
          <pc:docMk/>
          <pc:sldMk cId="2009374601" sldId="777"/>
        </pc:sldMkLst>
      </pc:sldChg>
      <pc:sldChg chg="addSp modSp add mod">
        <pc:chgData name="Laurianne Lair" userId="877d0e272dd2d022" providerId="LiveId" clId="{1020E764-7D77-4C96-98F0-277F4DB9C8ED}" dt="2024-11-16T22:00:07.407" v="39010" actId="1076"/>
        <pc:sldMkLst>
          <pc:docMk/>
          <pc:sldMk cId="2065375214" sldId="778"/>
        </pc:sldMkLst>
      </pc:sldChg>
      <pc:sldChg chg="addSp delSp modSp add mod modAnim">
        <pc:chgData name="Laurianne Lair" userId="877d0e272dd2d022" providerId="LiveId" clId="{1020E764-7D77-4C96-98F0-277F4DB9C8ED}" dt="2024-11-16T01:10:54.293" v="37357" actId="1076"/>
        <pc:sldMkLst>
          <pc:docMk/>
          <pc:sldMk cId="1442056629" sldId="779"/>
        </pc:sldMkLst>
      </pc:sldChg>
      <pc:sldChg chg="add del">
        <pc:chgData name="Laurianne Lair" userId="877d0e272dd2d022" providerId="LiveId" clId="{1020E764-7D77-4C96-98F0-277F4DB9C8ED}" dt="2024-11-16T15:12:47.925" v="38784" actId="47"/>
        <pc:sldMkLst>
          <pc:docMk/>
          <pc:sldMk cId="990663164" sldId="780"/>
        </pc:sldMkLst>
      </pc:sldChg>
      <pc:sldChg chg="addSp delSp modSp add mod">
        <pc:chgData name="Laurianne Lair" userId="877d0e272dd2d022" providerId="LiveId" clId="{1020E764-7D77-4C96-98F0-277F4DB9C8ED}" dt="2024-11-16T15:23:14.059" v="38851" actId="1036"/>
        <pc:sldMkLst>
          <pc:docMk/>
          <pc:sldMk cId="3716801955" sldId="780"/>
        </pc:sldMkLst>
      </pc:sldChg>
      <pc:sldChg chg="add del">
        <pc:chgData name="Laurianne Lair" userId="877d0e272dd2d022" providerId="LiveId" clId="{1020E764-7D77-4C96-98F0-277F4DB9C8ED}" dt="2024-11-16T01:18:22.371" v="37359" actId="2696"/>
        <pc:sldMkLst>
          <pc:docMk/>
          <pc:sldMk cId="3718564029" sldId="780"/>
        </pc:sldMkLst>
      </pc:sldChg>
      <pc:sldChg chg="delSp modSp add mod">
        <pc:chgData name="Laurianne Lair" userId="877d0e272dd2d022" providerId="LiveId" clId="{1020E764-7D77-4C96-98F0-277F4DB9C8ED}" dt="2024-11-17T17:54:15.573" v="67103" actId="20577"/>
        <pc:sldMkLst>
          <pc:docMk/>
          <pc:sldMk cId="3256131490" sldId="781"/>
        </pc:sldMkLst>
      </pc:sldChg>
      <pc:sldChg chg="add del">
        <pc:chgData name="Laurianne Lair" userId="877d0e272dd2d022" providerId="LiveId" clId="{1020E764-7D77-4C96-98F0-277F4DB9C8ED}" dt="2024-11-16T15:12:47.925" v="38784" actId="47"/>
        <pc:sldMkLst>
          <pc:docMk/>
          <pc:sldMk cId="3523615945" sldId="781"/>
        </pc:sldMkLst>
      </pc:sldChg>
      <pc:sldChg chg="add del mod modShow">
        <pc:chgData name="Laurianne Lair" userId="877d0e272dd2d022" providerId="LiveId" clId="{1020E764-7D77-4C96-98F0-277F4DB9C8ED}" dt="2024-11-17T01:14:42.247" v="67080" actId="2696"/>
        <pc:sldMkLst>
          <pc:docMk/>
          <pc:sldMk cId="3850768703" sldId="782"/>
        </pc:sldMkLst>
      </pc:sldChg>
      <pc:sldChg chg="add del mod modShow modNotesTx">
        <pc:chgData name="Laurianne Lair" userId="877d0e272dd2d022" providerId="LiveId" clId="{1020E764-7D77-4C96-98F0-277F4DB9C8ED}" dt="2024-11-17T01:14:49.825" v="67081" actId="2696"/>
        <pc:sldMkLst>
          <pc:docMk/>
          <pc:sldMk cId="185516821" sldId="783"/>
        </pc:sldMkLst>
      </pc:sldChg>
      <pc:sldChg chg="addSp delSp modSp add mod">
        <pc:chgData name="Laurianne Lair" userId="877d0e272dd2d022" providerId="LiveId" clId="{1020E764-7D77-4C96-98F0-277F4DB9C8ED}" dt="2024-11-18T12:39:14.189" v="71370" actId="478"/>
        <pc:sldMkLst>
          <pc:docMk/>
          <pc:sldMk cId="2559450218" sldId="784"/>
        </pc:sldMkLst>
      </pc:sldChg>
    </pc:docChg>
  </pc:docChgLst>
  <pc:docChgLst>
    <pc:chgData name="Laurianne Lair" userId="877d0e272dd2d022" providerId="LiveId" clId="{111DC41F-30C2-4412-815D-216DD056990C}"/>
    <pc:docChg chg="undo custSel addSld delSld modSld sldOrd">
      <pc:chgData name="Laurianne Lair" userId="877d0e272dd2d022" providerId="LiveId" clId="{111DC41F-30C2-4412-815D-216DD056990C}" dt="2024-12-02T16:01:28.978" v="4278" actId="1076"/>
      <pc:docMkLst>
        <pc:docMk/>
      </pc:docMkLst>
      <pc:sldChg chg="delSp modSp mod modNotesTx">
        <pc:chgData name="Laurianne Lair" userId="877d0e272dd2d022" providerId="LiveId" clId="{111DC41F-30C2-4412-815D-216DD056990C}" dt="2024-12-02T15:58:51.300" v="4054" actId="20577"/>
        <pc:sldMkLst>
          <pc:docMk/>
          <pc:sldMk cId="0" sldId="257"/>
        </pc:sldMkLst>
        <pc:spChg chg="mod">
          <ac:chgData name="Laurianne Lair" userId="877d0e272dd2d022" providerId="LiveId" clId="{111DC41F-30C2-4412-815D-216DD056990C}" dt="2024-12-02T15:58:51.300" v="4054" actId="20577"/>
          <ac:spMkLst>
            <pc:docMk/>
            <pc:sldMk cId="0" sldId="257"/>
            <ac:spMk id="4" creationId="{754F6CB3-5DA4-4553-9D8F-F3380A68D676}"/>
          </ac:spMkLst>
        </pc:spChg>
        <pc:spChg chg="mod">
          <ac:chgData name="Laurianne Lair" userId="877d0e272dd2d022" providerId="LiveId" clId="{111DC41F-30C2-4412-815D-216DD056990C}" dt="2024-12-02T15:57:46.167" v="3979" actId="20577"/>
          <ac:spMkLst>
            <pc:docMk/>
            <pc:sldMk cId="0" sldId="257"/>
            <ac:spMk id="11265" creationId="{F04FAD1C-D935-4EA9-860A-A5EDAC21AB78}"/>
          </ac:spMkLst>
        </pc:spChg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544932440" sldId="275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4100267567" sldId="482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1189721621" sldId="504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4255396742" sldId="539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3271533192" sldId="545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1919900640" sldId="547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2198760520" sldId="553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81246824" sldId="561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1476563436" sldId="564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1151504639" sldId="565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1047703517" sldId="566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1394856239" sldId="569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1834725893" sldId="570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3562194338" sldId="601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2706574567" sldId="605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117797162" sldId="606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2665557235" sldId="607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2485012595" sldId="608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3834367780" sldId="610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2737194843" sldId="611"/>
        </pc:sldMkLst>
      </pc:sldChg>
      <pc:sldChg chg="del">
        <pc:chgData name="Laurianne Lair" userId="877d0e272dd2d022" providerId="LiveId" clId="{111DC41F-30C2-4412-815D-216DD056990C}" dt="2024-12-01T18:58:40.390" v="3" actId="2696"/>
        <pc:sldMkLst>
          <pc:docMk/>
          <pc:sldMk cId="1326803350" sldId="643"/>
        </pc:sldMkLst>
      </pc:sldChg>
      <pc:sldChg chg="del">
        <pc:chgData name="Laurianne Lair" userId="877d0e272dd2d022" providerId="LiveId" clId="{111DC41F-30C2-4412-815D-216DD056990C}" dt="2024-12-01T18:59:00.129" v="5" actId="2696"/>
        <pc:sldMkLst>
          <pc:docMk/>
          <pc:sldMk cId="2922693038" sldId="654"/>
        </pc:sldMkLst>
      </pc:sldChg>
      <pc:sldChg chg="del">
        <pc:chgData name="Laurianne Lair" userId="877d0e272dd2d022" providerId="LiveId" clId="{111DC41F-30C2-4412-815D-216DD056990C}" dt="2024-12-01T18:59:00.129" v="5" actId="2696"/>
        <pc:sldMkLst>
          <pc:docMk/>
          <pc:sldMk cId="2815548228" sldId="662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207612167" sldId="665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3401228219" sldId="667"/>
        </pc:sldMkLst>
      </pc:sldChg>
      <pc:sldChg chg="del">
        <pc:chgData name="Laurianne Lair" userId="877d0e272dd2d022" providerId="LiveId" clId="{111DC41F-30C2-4412-815D-216DD056990C}" dt="2024-12-01T18:59:00.129" v="5" actId="2696"/>
        <pc:sldMkLst>
          <pc:docMk/>
          <pc:sldMk cId="383163146" sldId="670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700889858" sldId="673"/>
        </pc:sldMkLst>
      </pc:sldChg>
      <pc:sldChg chg="del">
        <pc:chgData name="Laurianne Lair" userId="877d0e272dd2d022" providerId="LiveId" clId="{111DC41F-30C2-4412-815D-216DD056990C}" dt="2024-12-01T18:59:00.129" v="5" actId="2696"/>
        <pc:sldMkLst>
          <pc:docMk/>
          <pc:sldMk cId="2253510222" sldId="676"/>
        </pc:sldMkLst>
      </pc:sldChg>
      <pc:sldChg chg="del">
        <pc:chgData name="Laurianne Lair" userId="877d0e272dd2d022" providerId="LiveId" clId="{111DC41F-30C2-4412-815D-216DD056990C}" dt="2024-12-01T18:59:00.129" v="5" actId="2696"/>
        <pc:sldMkLst>
          <pc:docMk/>
          <pc:sldMk cId="1234415022" sldId="679"/>
        </pc:sldMkLst>
      </pc:sldChg>
      <pc:sldChg chg="del">
        <pc:chgData name="Laurianne Lair" userId="877d0e272dd2d022" providerId="LiveId" clId="{111DC41F-30C2-4412-815D-216DD056990C}" dt="2024-12-01T18:58:46.800" v="4" actId="2696"/>
        <pc:sldMkLst>
          <pc:docMk/>
          <pc:sldMk cId="3924516789" sldId="682"/>
        </pc:sldMkLst>
      </pc:sldChg>
      <pc:sldChg chg="del">
        <pc:chgData name="Laurianne Lair" userId="877d0e272dd2d022" providerId="LiveId" clId="{111DC41F-30C2-4412-815D-216DD056990C}" dt="2024-12-01T18:58:46.800" v="4" actId="2696"/>
        <pc:sldMkLst>
          <pc:docMk/>
          <pc:sldMk cId="3383353871" sldId="685"/>
        </pc:sldMkLst>
      </pc:sldChg>
      <pc:sldChg chg="del">
        <pc:chgData name="Laurianne Lair" userId="877d0e272dd2d022" providerId="LiveId" clId="{111DC41F-30C2-4412-815D-216DD056990C}" dt="2024-12-01T18:58:40.390" v="3" actId="2696"/>
        <pc:sldMkLst>
          <pc:docMk/>
          <pc:sldMk cId="275756174" sldId="687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2166894092" sldId="689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1678944947" sldId="695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3112926480" sldId="699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2719270922" sldId="700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1002037995" sldId="706"/>
        </pc:sldMkLst>
      </pc:sldChg>
      <pc:sldChg chg="del">
        <pc:chgData name="Laurianne Lair" userId="877d0e272dd2d022" providerId="LiveId" clId="{111DC41F-30C2-4412-815D-216DD056990C}" dt="2024-12-01T18:59:00.129" v="5" actId="2696"/>
        <pc:sldMkLst>
          <pc:docMk/>
          <pc:sldMk cId="1749142133" sldId="708"/>
        </pc:sldMkLst>
      </pc:sldChg>
      <pc:sldChg chg="del">
        <pc:chgData name="Laurianne Lair" userId="877d0e272dd2d022" providerId="LiveId" clId="{111DC41F-30C2-4412-815D-216DD056990C}" dt="2024-12-01T18:59:00.129" v="5" actId="2696"/>
        <pc:sldMkLst>
          <pc:docMk/>
          <pc:sldMk cId="124887383" sldId="712"/>
        </pc:sldMkLst>
      </pc:sldChg>
      <pc:sldChg chg="del">
        <pc:chgData name="Laurianne Lair" userId="877d0e272dd2d022" providerId="LiveId" clId="{111DC41F-30C2-4412-815D-216DD056990C}" dt="2024-12-01T18:59:00.129" v="5" actId="2696"/>
        <pc:sldMkLst>
          <pc:docMk/>
          <pc:sldMk cId="728864519" sldId="714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2609269681" sldId="715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3142750627" sldId="717"/>
        </pc:sldMkLst>
      </pc:sldChg>
      <pc:sldChg chg="del">
        <pc:chgData name="Laurianne Lair" userId="877d0e272dd2d022" providerId="LiveId" clId="{111DC41F-30C2-4412-815D-216DD056990C}" dt="2024-12-01T18:59:00.129" v="5" actId="2696"/>
        <pc:sldMkLst>
          <pc:docMk/>
          <pc:sldMk cId="3677860632" sldId="718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3636538020" sldId="720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1681369536" sldId="721"/>
        </pc:sldMkLst>
      </pc:sldChg>
      <pc:sldChg chg="del">
        <pc:chgData name="Laurianne Lair" userId="877d0e272dd2d022" providerId="LiveId" clId="{111DC41F-30C2-4412-815D-216DD056990C}" dt="2024-12-01T18:59:00.129" v="5" actId="2696"/>
        <pc:sldMkLst>
          <pc:docMk/>
          <pc:sldMk cId="3449492606" sldId="723"/>
        </pc:sldMkLst>
      </pc:sldChg>
      <pc:sldChg chg="del">
        <pc:chgData name="Laurianne Lair" userId="877d0e272dd2d022" providerId="LiveId" clId="{111DC41F-30C2-4412-815D-216DD056990C}" dt="2024-12-01T18:59:00.129" v="5" actId="2696"/>
        <pc:sldMkLst>
          <pc:docMk/>
          <pc:sldMk cId="1681881839" sldId="727"/>
        </pc:sldMkLst>
      </pc:sldChg>
      <pc:sldChg chg="del">
        <pc:chgData name="Laurianne Lair" userId="877d0e272dd2d022" providerId="LiveId" clId="{111DC41F-30C2-4412-815D-216DD056990C}" dt="2024-12-01T18:59:00.129" v="5" actId="2696"/>
        <pc:sldMkLst>
          <pc:docMk/>
          <pc:sldMk cId="1154243937" sldId="730"/>
        </pc:sldMkLst>
      </pc:sldChg>
      <pc:sldChg chg="del">
        <pc:chgData name="Laurianne Lair" userId="877d0e272dd2d022" providerId="LiveId" clId="{111DC41F-30C2-4412-815D-216DD056990C}" dt="2024-12-01T18:58:46.800" v="4" actId="2696"/>
        <pc:sldMkLst>
          <pc:docMk/>
          <pc:sldMk cId="1234498781" sldId="735"/>
        </pc:sldMkLst>
      </pc:sldChg>
      <pc:sldChg chg="del">
        <pc:chgData name="Laurianne Lair" userId="877d0e272dd2d022" providerId="LiveId" clId="{111DC41F-30C2-4412-815D-216DD056990C}" dt="2024-12-01T18:58:46.800" v="4" actId="2696"/>
        <pc:sldMkLst>
          <pc:docMk/>
          <pc:sldMk cId="4230701553" sldId="736"/>
        </pc:sldMkLst>
      </pc:sldChg>
      <pc:sldChg chg="del">
        <pc:chgData name="Laurianne Lair" userId="877d0e272dd2d022" providerId="LiveId" clId="{111DC41F-30C2-4412-815D-216DD056990C}" dt="2024-12-01T18:59:00.129" v="5" actId="2696"/>
        <pc:sldMkLst>
          <pc:docMk/>
          <pc:sldMk cId="972140161" sldId="737"/>
        </pc:sldMkLst>
      </pc:sldChg>
      <pc:sldChg chg="addSp delSp modSp mod modAnim modNotesTx">
        <pc:chgData name="Laurianne Lair" userId="877d0e272dd2d022" providerId="LiveId" clId="{111DC41F-30C2-4412-815D-216DD056990C}" dt="2024-12-02T16:00:39.533" v="4268" actId="1076"/>
        <pc:sldMkLst>
          <pc:docMk/>
          <pc:sldMk cId="1234421618" sldId="738"/>
        </pc:sldMkLst>
        <pc:spChg chg="mod">
          <ac:chgData name="Laurianne Lair" userId="877d0e272dd2d022" providerId="LiveId" clId="{111DC41F-30C2-4412-815D-216DD056990C}" dt="2024-12-02T15:40:09.086" v="2513" actId="20577"/>
          <ac:spMkLst>
            <pc:docMk/>
            <pc:sldMk cId="1234421618" sldId="738"/>
            <ac:spMk id="2" creationId="{9459DA10-DBA3-414A-90CB-3B4F0EFA643F}"/>
          </ac:spMkLst>
        </pc:spChg>
        <pc:spChg chg="mod">
          <ac:chgData name="Laurianne Lair" userId="877d0e272dd2d022" providerId="LiveId" clId="{111DC41F-30C2-4412-815D-216DD056990C}" dt="2024-12-02T15:56:31.899" v="3787" actId="20577"/>
          <ac:spMkLst>
            <pc:docMk/>
            <pc:sldMk cId="1234421618" sldId="738"/>
            <ac:spMk id="82" creationId="{57E836D9-E63F-F827-9291-62F098F60AEF}"/>
          </ac:spMkLst>
        </pc:spChg>
      </pc:sldChg>
      <pc:sldChg chg="addSp delSp modSp mod ord delAnim modAnim modNotesTx">
        <pc:chgData name="Laurianne Lair" userId="877d0e272dd2d022" providerId="LiveId" clId="{111DC41F-30C2-4412-815D-216DD056990C}" dt="2024-12-02T16:01:11.953" v="4274" actId="20577"/>
        <pc:sldMkLst>
          <pc:docMk/>
          <pc:sldMk cId="2678434687" sldId="740"/>
        </pc:sldMkLst>
      </pc:sldChg>
      <pc:sldChg chg="addSp modSp add mod modAnim modNotesTx">
        <pc:chgData name="Laurianne Lair" userId="877d0e272dd2d022" providerId="LiveId" clId="{111DC41F-30C2-4412-815D-216DD056990C}" dt="2024-12-02T15:56:40.515" v="3794" actId="20577"/>
        <pc:sldMkLst>
          <pc:docMk/>
          <pc:sldMk cId="1327352678" sldId="741"/>
        </pc:sldMkLst>
      </pc:sldChg>
      <pc:sldChg chg="delSp modSp del mod delAnim">
        <pc:chgData name="Laurianne Lair" userId="877d0e272dd2d022" providerId="LiveId" clId="{111DC41F-30C2-4412-815D-216DD056990C}" dt="2024-12-01T23:46:28.252" v="1404" actId="2696"/>
        <pc:sldMkLst>
          <pc:docMk/>
          <pc:sldMk cId="3764595402" sldId="741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816573062" sldId="742"/>
        </pc:sldMkLst>
      </pc:sldChg>
      <pc:sldChg chg="addSp delSp modSp add mod ord delAnim modAnim modNotesTx">
        <pc:chgData name="Laurianne Lair" userId="877d0e272dd2d022" providerId="LiveId" clId="{111DC41F-30C2-4412-815D-216DD056990C}" dt="2024-12-02T15:56:44.796" v="3796" actId="6549"/>
        <pc:sldMkLst>
          <pc:docMk/>
          <pc:sldMk cId="4032777451" sldId="742"/>
        </pc:sldMkLst>
      </pc:sldChg>
      <pc:sldChg chg="modSp add mod ord modNotesTx">
        <pc:chgData name="Laurianne Lair" userId="877d0e272dd2d022" providerId="LiveId" clId="{111DC41F-30C2-4412-815D-216DD056990C}" dt="2024-12-02T16:00:44.505" v="4270" actId="1076"/>
        <pc:sldMkLst>
          <pc:docMk/>
          <pc:sldMk cId="3374474963" sldId="743"/>
        </pc:sldMkLst>
      </pc:sldChg>
      <pc:sldChg chg="addSp delSp modSp add mod ord delAnim modNotesTx">
        <pc:chgData name="Laurianne Lair" userId="877d0e272dd2d022" providerId="LiveId" clId="{111DC41F-30C2-4412-815D-216DD056990C}" dt="2024-12-02T16:01:28.978" v="4278" actId="1076"/>
        <pc:sldMkLst>
          <pc:docMk/>
          <pc:sldMk cId="1440571740" sldId="744"/>
        </pc:sldMkLst>
      </pc:sldChg>
      <pc:sldChg chg="del">
        <pc:chgData name="Laurianne Lair" userId="877d0e272dd2d022" providerId="LiveId" clId="{111DC41F-30C2-4412-815D-216DD056990C}" dt="2024-12-01T18:59:00.129" v="5" actId="2696"/>
        <pc:sldMkLst>
          <pc:docMk/>
          <pc:sldMk cId="1550787772" sldId="748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373193787" sldId="749"/>
        </pc:sldMkLst>
      </pc:sldChg>
      <pc:sldChg chg="del">
        <pc:chgData name="Laurianne Lair" userId="877d0e272dd2d022" providerId="LiveId" clId="{111DC41F-30C2-4412-815D-216DD056990C}" dt="2024-12-01T18:58:40.390" v="3" actId="2696"/>
        <pc:sldMkLst>
          <pc:docMk/>
          <pc:sldMk cId="1814750461" sldId="751"/>
        </pc:sldMkLst>
      </pc:sldChg>
      <pc:sldChg chg="del">
        <pc:chgData name="Laurianne Lair" userId="877d0e272dd2d022" providerId="LiveId" clId="{111DC41F-30C2-4412-815D-216DD056990C}" dt="2024-12-01T18:58:40.390" v="3" actId="2696"/>
        <pc:sldMkLst>
          <pc:docMk/>
          <pc:sldMk cId="2238109495" sldId="752"/>
        </pc:sldMkLst>
      </pc:sldChg>
      <pc:sldChg chg="del">
        <pc:chgData name="Laurianne Lair" userId="877d0e272dd2d022" providerId="LiveId" clId="{111DC41F-30C2-4412-815D-216DD056990C}" dt="2024-12-01T18:59:00.129" v="5" actId="2696"/>
        <pc:sldMkLst>
          <pc:docMk/>
          <pc:sldMk cId="2381668322" sldId="753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3596797089" sldId="754"/>
        </pc:sldMkLst>
      </pc:sldChg>
      <pc:sldChg chg="del">
        <pc:chgData name="Laurianne Lair" userId="877d0e272dd2d022" providerId="LiveId" clId="{111DC41F-30C2-4412-815D-216DD056990C}" dt="2024-12-01T18:59:28.966" v="7" actId="2696"/>
        <pc:sldMkLst>
          <pc:docMk/>
          <pc:sldMk cId="494342303" sldId="755"/>
        </pc:sldMkLst>
      </pc:sldChg>
      <pc:sldChg chg="del">
        <pc:chgData name="Laurianne Lair" userId="877d0e272dd2d022" providerId="LiveId" clId="{111DC41F-30C2-4412-815D-216DD056990C}" dt="2024-12-01T18:59:28.966" v="7" actId="2696"/>
        <pc:sldMkLst>
          <pc:docMk/>
          <pc:sldMk cId="3544502567" sldId="757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1788797708" sldId="758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4246132712" sldId="759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86815464" sldId="760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1865263785" sldId="761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4244152021" sldId="762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2869760703" sldId="764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1954549161" sldId="765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3899660399" sldId="766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1286084958" sldId="767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877204209" sldId="768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1378130217" sldId="769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199620141" sldId="770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487636526" sldId="772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2598200223" sldId="773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2308541116" sldId="774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412949541" sldId="775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2009374601" sldId="777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2065375214" sldId="778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1442056629" sldId="779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3716801955" sldId="780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3256131490" sldId="781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2559450218" sldId="784"/>
        </pc:sldMkLst>
      </pc:sldChg>
    </pc:docChg>
  </pc:docChgLst>
  <pc:docChgLst>
    <pc:chgData name="Laurianne Lair" userId="877d0e272dd2d022" providerId="LiveId" clId="{C934120D-33DA-496E-A4FC-665D3E2B38AE}"/>
    <pc:docChg chg="undo custSel addSld delSld modSld sldOrd">
      <pc:chgData name="Laurianne Lair" userId="877d0e272dd2d022" providerId="LiveId" clId="{C934120D-33DA-496E-A4FC-665D3E2B38AE}" dt="2025-01-06T19:52:14.815" v="3406" actId="20577"/>
      <pc:docMkLst>
        <pc:docMk/>
      </pc:docMkLst>
      <pc:sldChg chg="modSp mod">
        <pc:chgData name="Laurianne Lair" userId="877d0e272dd2d022" providerId="LiveId" clId="{C934120D-33DA-496E-A4FC-665D3E2B38AE}" dt="2025-01-06T19:31:17.554" v="3236" actId="403"/>
        <pc:sldMkLst>
          <pc:docMk/>
          <pc:sldMk cId="0" sldId="257"/>
        </pc:sldMkLst>
        <pc:spChg chg="mod">
          <ac:chgData name="Laurianne Lair" userId="877d0e272dd2d022" providerId="LiveId" clId="{C934120D-33DA-496E-A4FC-665D3E2B38AE}" dt="2025-01-06T19:27:11.469" v="3232" actId="20577"/>
          <ac:spMkLst>
            <pc:docMk/>
            <pc:sldMk cId="0" sldId="257"/>
            <ac:spMk id="4" creationId="{754F6CB3-5DA4-4553-9D8F-F3380A68D676}"/>
          </ac:spMkLst>
        </pc:spChg>
        <pc:spChg chg="mod">
          <ac:chgData name="Laurianne Lair" userId="877d0e272dd2d022" providerId="LiveId" clId="{C934120D-33DA-496E-A4FC-665D3E2B38AE}" dt="2025-01-06T19:31:17.554" v="3236" actId="403"/>
          <ac:spMkLst>
            <pc:docMk/>
            <pc:sldMk cId="0" sldId="257"/>
            <ac:spMk id="11265" creationId="{F04FAD1C-D935-4EA9-860A-A5EDAC21AB78}"/>
          </ac:spMkLst>
        </pc:spChg>
      </pc:sldChg>
      <pc:sldChg chg="addSp delSp modSp mod delAnim modAnim">
        <pc:chgData name="Laurianne Lair" userId="877d0e272dd2d022" providerId="LiveId" clId="{C934120D-33DA-496E-A4FC-665D3E2B38AE}" dt="2025-01-06T18:59:57.007" v="687" actId="20577"/>
        <pc:sldMkLst>
          <pc:docMk/>
          <pc:sldMk cId="1234421618" sldId="738"/>
        </pc:sldMkLst>
        <pc:spChg chg="mod">
          <ac:chgData name="Laurianne Lair" userId="877d0e272dd2d022" providerId="LiveId" clId="{C934120D-33DA-496E-A4FC-665D3E2B38AE}" dt="2025-01-06T18:59:57.007" v="687" actId="20577"/>
          <ac:spMkLst>
            <pc:docMk/>
            <pc:sldMk cId="1234421618" sldId="738"/>
            <ac:spMk id="2" creationId="{9459DA10-DBA3-414A-90CB-3B4F0EFA643F}"/>
          </ac:spMkLst>
        </pc:spChg>
        <pc:graphicFrameChg chg="add mod modGraphic">
          <ac:chgData name="Laurianne Lair" userId="877d0e272dd2d022" providerId="LiveId" clId="{C934120D-33DA-496E-A4FC-665D3E2B38AE}" dt="2025-01-06T18:59:46.257" v="642" actId="1076"/>
          <ac:graphicFrameMkLst>
            <pc:docMk/>
            <pc:sldMk cId="1234421618" sldId="738"/>
            <ac:graphicFrameMk id="15" creationId="{A25B3AF5-02D6-1383-3C5B-831B78BA15AE}"/>
          </ac:graphicFrameMkLst>
        </pc:graphicFrameChg>
      </pc:sldChg>
      <pc:sldChg chg="del">
        <pc:chgData name="Laurianne Lair" userId="877d0e272dd2d022" providerId="LiveId" clId="{C934120D-33DA-496E-A4FC-665D3E2B38AE}" dt="2025-01-06T19:05:15.992" v="1042" actId="2696"/>
        <pc:sldMkLst>
          <pc:docMk/>
          <pc:sldMk cId="2678434687" sldId="740"/>
        </pc:sldMkLst>
      </pc:sldChg>
      <pc:sldChg chg="del">
        <pc:chgData name="Laurianne Lair" userId="877d0e272dd2d022" providerId="LiveId" clId="{C934120D-33DA-496E-A4FC-665D3E2B38AE}" dt="2025-01-06T19:05:15.992" v="1042" actId="2696"/>
        <pc:sldMkLst>
          <pc:docMk/>
          <pc:sldMk cId="1327352678" sldId="741"/>
        </pc:sldMkLst>
      </pc:sldChg>
      <pc:sldChg chg="del">
        <pc:chgData name="Laurianne Lair" userId="877d0e272dd2d022" providerId="LiveId" clId="{C934120D-33DA-496E-A4FC-665D3E2B38AE}" dt="2025-01-06T19:05:15.992" v="1042" actId="2696"/>
        <pc:sldMkLst>
          <pc:docMk/>
          <pc:sldMk cId="4032777451" sldId="742"/>
        </pc:sldMkLst>
      </pc:sldChg>
      <pc:sldChg chg="del">
        <pc:chgData name="Laurianne Lair" userId="877d0e272dd2d022" providerId="LiveId" clId="{C934120D-33DA-496E-A4FC-665D3E2B38AE}" dt="2025-01-06T18:47:11.820" v="324" actId="2696"/>
        <pc:sldMkLst>
          <pc:docMk/>
          <pc:sldMk cId="3374474963" sldId="743"/>
        </pc:sldMkLst>
      </pc:sldChg>
      <pc:sldChg chg="del">
        <pc:chgData name="Laurianne Lair" userId="877d0e272dd2d022" providerId="LiveId" clId="{C934120D-33DA-496E-A4FC-665D3E2B38AE}" dt="2025-01-06T19:05:15.992" v="1042" actId="2696"/>
        <pc:sldMkLst>
          <pc:docMk/>
          <pc:sldMk cId="1440571740" sldId="744"/>
        </pc:sldMkLst>
      </pc:sldChg>
      <pc:sldChg chg="add del">
        <pc:chgData name="Laurianne Lair" userId="877d0e272dd2d022" providerId="LiveId" clId="{C934120D-33DA-496E-A4FC-665D3E2B38AE}" dt="2025-01-06T19:05:15.992" v="1042" actId="2696"/>
        <pc:sldMkLst>
          <pc:docMk/>
          <pc:sldMk cId="3703087531" sldId="745"/>
        </pc:sldMkLst>
      </pc:sldChg>
      <pc:sldChg chg="addSp modSp add mod">
        <pc:chgData name="Laurianne Lair" userId="877d0e272dd2d022" providerId="LiveId" clId="{C934120D-33DA-496E-A4FC-665D3E2B38AE}" dt="2025-01-06T19:51:53.959" v="3396" actId="20577"/>
        <pc:sldMkLst>
          <pc:docMk/>
          <pc:sldMk cId="2605074462" sldId="746"/>
        </pc:sldMkLst>
      </pc:sldChg>
      <pc:sldChg chg="addSp modSp add mod">
        <pc:chgData name="Laurianne Lair" userId="877d0e272dd2d022" providerId="LiveId" clId="{C934120D-33DA-496E-A4FC-665D3E2B38AE}" dt="2025-01-06T19:52:06.351" v="3402" actId="20577"/>
        <pc:sldMkLst>
          <pc:docMk/>
          <pc:sldMk cId="3686493217" sldId="747"/>
        </pc:sldMkLst>
        <pc:spChg chg="mod">
          <ac:chgData name="Laurianne Lair" userId="877d0e272dd2d022" providerId="LiveId" clId="{C934120D-33DA-496E-A4FC-665D3E2B38AE}" dt="2025-01-06T19:05:34.386" v="1080" actId="20577"/>
          <ac:spMkLst>
            <pc:docMk/>
            <pc:sldMk cId="3686493217" sldId="747"/>
            <ac:spMk id="2" creationId="{D3DA677A-0E91-EB8D-2D09-31D788682CD7}"/>
          </ac:spMkLst>
        </pc:spChg>
        <pc:spChg chg="mod">
          <ac:chgData name="Laurianne Lair" userId="877d0e272dd2d022" providerId="LiveId" clId="{C934120D-33DA-496E-A4FC-665D3E2B38AE}" dt="2025-01-06T19:52:06.351" v="3402" actId="20577"/>
          <ac:spMkLst>
            <pc:docMk/>
            <pc:sldMk cId="3686493217" sldId="747"/>
            <ac:spMk id="82" creationId="{DC56B9BC-9FF5-42DE-98F1-EC023AFF0185}"/>
          </ac:spMkLst>
        </pc:spChg>
      </pc:sldChg>
      <pc:sldChg chg="addSp modSp add mod modAnim">
        <pc:chgData name="Laurianne Lair" userId="877d0e272dd2d022" providerId="LiveId" clId="{C934120D-33DA-496E-A4FC-665D3E2B38AE}" dt="2025-01-06T19:52:10.964" v="3404" actId="20577"/>
        <pc:sldMkLst>
          <pc:docMk/>
          <pc:sldMk cId="3292759731" sldId="748"/>
        </pc:sldMkLst>
      </pc:sldChg>
      <pc:sldChg chg="delSp modSp add del mod delAnim">
        <pc:chgData name="Laurianne Lair" userId="877d0e272dd2d022" providerId="LiveId" clId="{C934120D-33DA-496E-A4FC-665D3E2B38AE}" dt="2025-01-06T19:35:43.867" v="3241" actId="2696"/>
        <pc:sldMkLst>
          <pc:docMk/>
          <pc:sldMk cId="67140878" sldId="749"/>
        </pc:sldMkLst>
      </pc:sldChg>
      <pc:sldChg chg="modSp add mod">
        <pc:chgData name="Laurianne Lair" userId="877d0e272dd2d022" providerId="LiveId" clId="{C934120D-33DA-496E-A4FC-665D3E2B38AE}" dt="2025-01-06T19:51:57.642" v="3398" actId="20577"/>
        <pc:sldMkLst>
          <pc:docMk/>
          <pc:sldMk cId="2693860794" sldId="750"/>
        </pc:sldMkLst>
      </pc:sldChg>
      <pc:sldChg chg="addSp delSp modSp add mod delAnim modAnim">
        <pc:chgData name="Laurianne Lair" userId="877d0e272dd2d022" providerId="LiveId" clId="{C934120D-33DA-496E-A4FC-665D3E2B38AE}" dt="2025-01-06T19:52:00.774" v="3400" actId="20577"/>
        <pc:sldMkLst>
          <pc:docMk/>
          <pc:sldMk cId="1800251579" sldId="751"/>
        </pc:sldMkLst>
      </pc:sldChg>
      <pc:sldChg chg="new del ord">
        <pc:chgData name="Laurianne Lair" userId="877d0e272dd2d022" providerId="LiveId" clId="{C934120D-33DA-496E-A4FC-665D3E2B38AE}" dt="2025-01-06T19:35:46.996" v="3242" actId="2696"/>
        <pc:sldMkLst>
          <pc:docMk/>
          <pc:sldMk cId="3509945226" sldId="752"/>
        </pc:sldMkLst>
      </pc:sldChg>
      <pc:sldChg chg="modSp add mod ord">
        <pc:chgData name="Laurianne Lair" userId="877d0e272dd2d022" providerId="LiveId" clId="{C934120D-33DA-496E-A4FC-665D3E2B38AE}" dt="2025-01-06T19:52:14.815" v="3406" actId="20577"/>
        <pc:sldMkLst>
          <pc:docMk/>
          <pc:sldMk cId="3990608834" sldId="752"/>
        </pc:sldMkLst>
      </pc:sldChg>
    </pc:docChg>
  </pc:docChgLst>
  <pc:docChgLst>
    <pc:chgData name="Laurianne Lair" userId="877d0e272dd2d022" providerId="LiveId" clId="{96BAE75C-18A9-4295-BEA1-4B96590C7FDA}"/>
    <pc:docChg chg="undo custSel addSld delSld modSld sldOrd">
      <pc:chgData name="Laurianne Lair" userId="877d0e272dd2d022" providerId="LiveId" clId="{96BAE75C-18A9-4295-BEA1-4B96590C7FDA}" dt="2025-02-24T20:00:46.466" v="4647" actId="478"/>
      <pc:docMkLst>
        <pc:docMk/>
      </pc:docMkLst>
      <pc:sldChg chg="modSp mod">
        <pc:chgData name="Laurianne Lair" userId="877d0e272dd2d022" providerId="LiveId" clId="{96BAE75C-18A9-4295-BEA1-4B96590C7FDA}" dt="2025-02-24T19:08:35.203" v="3481" actId="20577"/>
        <pc:sldMkLst>
          <pc:docMk/>
          <pc:sldMk cId="0" sldId="257"/>
        </pc:sldMkLst>
        <pc:spChg chg="mod">
          <ac:chgData name="Laurianne Lair" userId="877d0e272dd2d022" providerId="LiveId" clId="{96BAE75C-18A9-4295-BEA1-4B96590C7FDA}" dt="2025-02-24T19:08:35.203" v="3481" actId="20577"/>
          <ac:spMkLst>
            <pc:docMk/>
            <pc:sldMk cId="0" sldId="257"/>
            <ac:spMk id="4" creationId="{754F6CB3-5DA4-4553-9D8F-F3380A68D676}"/>
          </ac:spMkLst>
        </pc:spChg>
        <pc:spChg chg="mod">
          <ac:chgData name="Laurianne Lair" userId="877d0e272dd2d022" providerId="LiveId" clId="{96BAE75C-18A9-4295-BEA1-4B96590C7FDA}" dt="2025-02-21T16:48:25.718" v="0" actId="20577"/>
          <ac:spMkLst>
            <pc:docMk/>
            <pc:sldMk cId="0" sldId="257"/>
            <ac:spMk id="11265" creationId="{F04FAD1C-D935-4EA9-860A-A5EDAC21AB78}"/>
          </ac:spMkLst>
        </pc:spChg>
      </pc:sldChg>
      <pc:sldChg chg="modSp">
        <pc:chgData name="Laurianne Lair" userId="877d0e272dd2d022" providerId="LiveId" clId="{96BAE75C-18A9-4295-BEA1-4B96590C7FDA}" dt="2025-02-21T16:51:51.071" v="141"/>
        <pc:sldMkLst>
          <pc:docMk/>
          <pc:sldMk cId="1234421618" sldId="738"/>
        </pc:sldMkLst>
        <pc:graphicFrameChg chg="mod">
          <ac:chgData name="Laurianne Lair" userId="877d0e272dd2d022" providerId="LiveId" clId="{96BAE75C-18A9-4295-BEA1-4B96590C7FDA}" dt="2025-02-21T16:51:51.071" v="141"/>
          <ac:graphicFrameMkLst>
            <pc:docMk/>
            <pc:sldMk cId="1234421618" sldId="738"/>
            <ac:graphicFrameMk id="15" creationId="{A25B3AF5-02D6-1383-3C5B-831B78BA15AE}"/>
          </ac:graphicFrameMkLst>
        </pc:graphicFrameChg>
      </pc:sldChg>
      <pc:sldChg chg="delSp modSp add del mod delAnim">
        <pc:chgData name="Laurianne Lair" userId="877d0e272dd2d022" providerId="LiveId" clId="{96BAE75C-18A9-4295-BEA1-4B96590C7FDA}" dt="2025-02-24T18:53:17.259" v="2973" actId="2696"/>
        <pc:sldMkLst>
          <pc:docMk/>
          <pc:sldMk cId="2605074462" sldId="746"/>
        </pc:sldMkLst>
        <pc:spChg chg="mod">
          <ac:chgData name="Laurianne Lair" userId="877d0e272dd2d022" providerId="LiveId" clId="{96BAE75C-18A9-4295-BEA1-4B96590C7FDA}" dt="2025-02-24T18:35:24.247" v="2444" actId="1076"/>
          <ac:spMkLst>
            <pc:docMk/>
            <pc:sldMk cId="2605074462" sldId="746"/>
            <ac:spMk id="3" creationId="{383D4171-D9A0-2B91-942B-2FED535AD91C}"/>
          </ac:spMkLst>
        </pc:spChg>
      </pc:sldChg>
      <pc:sldChg chg="addSp delSp modSp add del mod delAnim modAnim">
        <pc:chgData name="Laurianne Lair" userId="877d0e272dd2d022" providerId="LiveId" clId="{96BAE75C-18A9-4295-BEA1-4B96590C7FDA}" dt="2025-02-24T20:00:43.337" v="4646" actId="207"/>
        <pc:sldMkLst>
          <pc:docMk/>
          <pc:sldMk cId="3686493217" sldId="747"/>
        </pc:sldMkLst>
        <pc:spChg chg="mod">
          <ac:chgData name="Laurianne Lair" userId="877d0e272dd2d022" providerId="LiveId" clId="{96BAE75C-18A9-4295-BEA1-4B96590C7FDA}" dt="2025-02-21T17:15:19.486" v="1184" actId="20577"/>
          <ac:spMkLst>
            <pc:docMk/>
            <pc:sldMk cId="3686493217" sldId="747"/>
            <ac:spMk id="2" creationId="{D3DA677A-0E91-EB8D-2D09-31D788682CD7}"/>
          </ac:spMkLst>
        </pc:spChg>
        <pc:spChg chg="add mod">
          <ac:chgData name="Laurianne Lair" userId="877d0e272dd2d022" providerId="LiveId" clId="{96BAE75C-18A9-4295-BEA1-4B96590C7FDA}" dt="2025-02-24T20:00:43.337" v="4646" actId="207"/>
          <ac:spMkLst>
            <pc:docMk/>
            <pc:sldMk cId="3686493217" sldId="747"/>
            <ac:spMk id="20" creationId="{01EE3A45-E1A8-A5A8-F371-AE80B8264418}"/>
          </ac:spMkLst>
        </pc:spChg>
        <pc:spChg chg="add mod">
          <ac:chgData name="Laurianne Lair" userId="877d0e272dd2d022" providerId="LiveId" clId="{96BAE75C-18A9-4295-BEA1-4B96590C7FDA}" dt="2025-02-21T17:16:09.150" v="1196" actId="1076"/>
          <ac:spMkLst>
            <pc:docMk/>
            <pc:sldMk cId="3686493217" sldId="747"/>
            <ac:spMk id="22" creationId="{6D28A1DA-ED7D-9622-5391-A609887D02F5}"/>
          </ac:spMkLst>
        </pc:spChg>
        <pc:spChg chg="add mod">
          <ac:chgData name="Laurianne Lair" userId="877d0e272dd2d022" providerId="LiveId" clId="{96BAE75C-18A9-4295-BEA1-4B96590C7FDA}" dt="2025-02-21T17:16:09.150" v="1196" actId="1076"/>
          <ac:spMkLst>
            <pc:docMk/>
            <pc:sldMk cId="3686493217" sldId="747"/>
            <ac:spMk id="24" creationId="{FBC0E2C2-CE2A-DCF4-13E1-FD42EDF5D326}"/>
          </ac:spMkLst>
        </pc:spChg>
        <pc:spChg chg="add mod">
          <ac:chgData name="Laurianne Lair" userId="877d0e272dd2d022" providerId="LiveId" clId="{96BAE75C-18A9-4295-BEA1-4B96590C7FDA}" dt="2025-02-21T17:16:09.150" v="1196" actId="1076"/>
          <ac:spMkLst>
            <pc:docMk/>
            <pc:sldMk cId="3686493217" sldId="747"/>
            <ac:spMk id="25" creationId="{B36538AF-8195-B737-8383-9BF9D184C16F}"/>
          </ac:spMkLst>
        </pc:spChg>
        <pc:spChg chg="add mod">
          <ac:chgData name="Laurianne Lair" userId="877d0e272dd2d022" providerId="LiveId" clId="{96BAE75C-18A9-4295-BEA1-4B96590C7FDA}" dt="2025-02-21T17:16:09.150" v="1196" actId="1076"/>
          <ac:spMkLst>
            <pc:docMk/>
            <pc:sldMk cId="3686493217" sldId="747"/>
            <ac:spMk id="26" creationId="{F8B00C52-B468-D315-42F0-C5720DEF64C5}"/>
          </ac:spMkLst>
        </pc:spChg>
        <pc:spChg chg="add mod">
          <ac:chgData name="Laurianne Lair" userId="877d0e272dd2d022" providerId="LiveId" clId="{96BAE75C-18A9-4295-BEA1-4B96590C7FDA}" dt="2025-02-24T19:54:44.297" v="4643" actId="1076"/>
          <ac:spMkLst>
            <pc:docMk/>
            <pc:sldMk cId="3686493217" sldId="747"/>
            <ac:spMk id="37" creationId="{76609593-057B-7BAA-05CB-C657F5FE07DD}"/>
          </ac:spMkLst>
        </pc:spChg>
        <pc:spChg chg="mod">
          <ac:chgData name="Laurianne Lair" userId="877d0e272dd2d022" providerId="LiveId" clId="{96BAE75C-18A9-4295-BEA1-4B96590C7FDA}" dt="2025-02-24T19:28:00.131" v="3491" actId="20577"/>
          <ac:spMkLst>
            <pc:docMk/>
            <pc:sldMk cId="3686493217" sldId="747"/>
            <ac:spMk id="82" creationId="{DC56B9BC-9FF5-42DE-98F1-EC023AFF0185}"/>
          </ac:spMkLst>
        </pc:spChg>
        <pc:graphicFrameChg chg="add mod">
          <ac:chgData name="Laurianne Lair" userId="877d0e272dd2d022" providerId="LiveId" clId="{96BAE75C-18A9-4295-BEA1-4B96590C7FDA}" dt="2025-02-21T16:51:55.043" v="142"/>
          <ac:graphicFrameMkLst>
            <pc:docMk/>
            <pc:sldMk cId="3686493217" sldId="747"/>
            <ac:graphicFrameMk id="9" creationId="{DC53C07F-DAD4-5505-4864-082E0F506962}"/>
          </ac:graphicFrameMkLst>
        </pc:graphicFrameChg>
        <pc:picChg chg="add mod">
          <ac:chgData name="Laurianne Lair" userId="877d0e272dd2d022" providerId="LiveId" clId="{96BAE75C-18A9-4295-BEA1-4B96590C7FDA}" dt="2025-02-21T17:16:09.150" v="1196" actId="1076"/>
          <ac:picMkLst>
            <pc:docMk/>
            <pc:sldMk cId="3686493217" sldId="747"/>
            <ac:picMk id="28" creationId="{E8632C9A-8E65-9147-DA32-7BE2075D5165}"/>
          </ac:picMkLst>
        </pc:picChg>
        <pc:picChg chg="add mod">
          <ac:chgData name="Laurianne Lair" userId="877d0e272dd2d022" providerId="LiveId" clId="{96BAE75C-18A9-4295-BEA1-4B96590C7FDA}" dt="2025-02-21T17:16:09.150" v="1196" actId="1076"/>
          <ac:picMkLst>
            <pc:docMk/>
            <pc:sldMk cId="3686493217" sldId="747"/>
            <ac:picMk id="30" creationId="{F328A588-CF11-2098-A02F-0933A6D77CC1}"/>
          </ac:picMkLst>
        </pc:picChg>
      </pc:sldChg>
      <pc:sldChg chg="add del">
        <pc:chgData name="Laurianne Lair" userId="877d0e272dd2d022" providerId="LiveId" clId="{96BAE75C-18A9-4295-BEA1-4B96590C7FDA}" dt="2025-02-21T16:49:26.099" v="3" actId="2696"/>
        <pc:sldMkLst>
          <pc:docMk/>
          <pc:sldMk cId="3731754421" sldId="748"/>
        </pc:sldMkLst>
      </pc:sldChg>
      <pc:sldChg chg="addSp delSp modSp add del mod ord delAnim modAnim">
        <pc:chgData name="Laurianne Lair" userId="877d0e272dd2d022" providerId="LiveId" clId="{96BAE75C-18A9-4295-BEA1-4B96590C7FDA}" dt="2025-02-24T19:35:12.325" v="3682"/>
        <pc:sldMkLst>
          <pc:docMk/>
          <pc:sldMk cId="3403817119" sldId="749"/>
        </pc:sldMkLst>
        <pc:spChg chg="mod">
          <ac:chgData name="Laurianne Lair" userId="877d0e272dd2d022" providerId="LiveId" clId="{96BAE75C-18A9-4295-BEA1-4B96590C7FDA}" dt="2025-02-24T18:54:47.485" v="3086" actId="14100"/>
          <ac:spMkLst>
            <pc:docMk/>
            <pc:sldMk cId="3403817119" sldId="749"/>
            <ac:spMk id="3" creationId="{75FE5BBE-B872-1B7C-B424-176F41078E43}"/>
          </ac:spMkLst>
        </pc:spChg>
        <pc:spChg chg="add mod">
          <ac:chgData name="Laurianne Lair" userId="877d0e272dd2d022" providerId="LiveId" clId="{96BAE75C-18A9-4295-BEA1-4B96590C7FDA}" dt="2025-02-24T18:54:51.472" v="3087" actId="1076"/>
          <ac:spMkLst>
            <pc:docMk/>
            <pc:sldMk cId="3403817119" sldId="749"/>
            <ac:spMk id="5" creationId="{E8E47765-9C46-4E5A-ECA2-892DD36BEDA2}"/>
          </ac:spMkLst>
        </pc:spChg>
        <pc:spChg chg="add mod">
          <ac:chgData name="Laurianne Lair" userId="877d0e272dd2d022" providerId="LiveId" clId="{96BAE75C-18A9-4295-BEA1-4B96590C7FDA}" dt="2025-02-24T19:35:12.325" v="3682"/>
          <ac:spMkLst>
            <pc:docMk/>
            <pc:sldMk cId="3403817119" sldId="749"/>
            <ac:spMk id="6" creationId="{BD8AA3A1-6E75-E4AA-D12F-5CACF50203DF}"/>
          </ac:spMkLst>
        </pc:spChg>
        <pc:spChg chg="del mod">
          <ac:chgData name="Laurianne Lair" userId="877d0e272dd2d022" providerId="LiveId" clId="{96BAE75C-18A9-4295-BEA1-4B96590C7FDA}" dt="2025-02-24T18:44:13.197" v="2760" actId="478"/>
          <ac:spMkLst>
            <pc:docMk/>
            <pc:sldMk cId="3403817119" sldId="749"/>
            <ac:spMk id="6" creationId="{FDB0E525-09B0-4317-B795-27BA49FF6F03}"/>
          </ac:spMkLst>
        </pc:spChg>
        <pc:spChg chg="del mod">
          <ac:chgData name="Laurianne Lair" userId="877d0e272dd2d022" providerId="LiveId" clId="{96BAE75C-18A9-4295-BEA1-4B96590C7FDA}" dt="2025-02-24T18:46:06.264" v="2823" actId="478"/>
          <ac:spMkLst>
            <pc:docMk/>
            <pc:sldMk cId="3403817119" sldId="749"/>
            <ac:spMk id="7" creationId="{6DD2D1BD-925B-F123-1665-AAFAFBCAE057}"/>
          </ac:spMkLst>
        </pc:spChg>
        <pc:spChg chg="add mod">
          <ac:chgData name="Laurianne Lair" userId="877d0e272dd2d022" providerId="LiveId" clId="{96BAE75C-18A9-4295-BEA1-4B96590C7FDA}" dt="2025-02-24T18:54:51.472" v="3087" actId="1076"/>
          <ac:spMkLst>
            <pc:docMk/>
            <pc:sldMk cId="3403817119" sldId="749"/>
            <ac:spMk id="8" creationId="{00BFF701-8851-69DA-DCDC-B9745A48C248}"/>
          </ac:spMkLst>
        </pc:spChg>
        <pc:spChg chg="mod">
          <ac:chgData name="Laurianne Lair" userId="877d0e272dd2d022" providerId="LiveId" clId="{96BAE75C-18A9-4295-BEA1-4B96590C7FDA}" dt="2025-02-24T18:54:37.879" v="3083" actId="1076"/>
          <ac:spMkLst>
            <pc:docMk/>
            <pc:sldMk cId="3403817119" sldId="749"/>
            <ac:spMk id="9" creationId="{34F0ACFE-D423-72C1-4EF7-5E6760A3E091}"/>
          </ac:spMkLst>
        </pc:spChg>
        <pc:spChg chg="add mod">
          <ac:chgData name="Laurianne Lair" userId="877d0e272dd2d022" providerId="LiveId" clId="{96BAE75C-18A9-4295-BEA1-4B96590C7FDA}" dt="2025-02-24T18:54:51.472" v="3087" actId="1076"/>
          <ac:spMkLst>
            <pc:docMk/>
            <pc:sldMk cId="3403817119" sldId="749"/>
            <ac:spMk id="10" creationId="{A91CF667-A1F5-F565-9F72-66DC3A44BFDB}"/>
          </ac:spMkLst>
        </pc:spChg>
        <pc:spChg chg="del">
          <ac:chgData name="Laurianne Lair" userId="877d0e272dd2d022" providerId="LiveId" clId="{96BAE75C-18A9-4295-BEA1-4B96590C7FDA}" dt="2025-02-24T18:40:42.249" v="2723" actId="478"/>
          <ac:spMkLst>
            <pc:docMk/>
            <pc:sldMk cId="3403817119" sldId="749"/>
            <ac:spMk id="11" creationId="{0DEA0FC6-9492-5A9B-0374-BA5E24AD7326}"/>
          </ac:spMkLst>
        </pc:spChg>
        <pc:spChg chg="del">
          <ac:chgData name="Laurianne Lair" userId="877d0e272dd2d022" providerId="LiveId" clId="{96BAE75C-18A9-4295-BEA1-4B96590C7FDA}" dt="2025-02-24T18:38:47.993" v="2543" actId="478"/>
          <ac:spMkLst>
            <pc:docMk/>
            <pc:sldMk cId="3403817119" sldId="749"/>
            <ac:spMk id="12" creationId="{2F82BD19-E113-C206-5D45-E317B5F4D26C}"/>
          </ac:spMkLst>
        </pc:spChg>
        <pc:spChg chg="mod">
          <ac:chgData name="Laurianne Lair" userId="877d0e272dd2d022" providerId="LiveId" clId="{96BAE75C-18A9-4295-BEA1-4B96590C7FDA}" dt="2025-02-24T18:54:51.472" v="3087" actId="1076"/>
          <ac:spMkLst>
            <pc:docMk/>
            <pc:sldMk cId="3403817119" sldId="749"/>
            <ac:spMk id="13" creationId="{7194BBCE-2826-364F-DFAC-06B062D30F5E}"/>
          </ac:spMkLst>
        </pc:spChg>
        <pc:spChg chg="mod">
          <ac:chgData name="Laurianne Lair" userId="877d0e272dd2d022" providerId="LiveId" clId="{96BAE75C-18A9-4295-BEA1-4B96590C7FDA}" dt="2025-02-24T18:54:51.472" v="3087" actId="1076"/>
          <ac:spMkLst>
            <pc:docMk/>
            <pc:sldMk cId="3403817119" sldId="749"/>
            <ac:spMk id="18" creationId="{3600BA07-90F6-0932-7B1F-1BFE4DA93FE9}"/>
          </ac:spMkLst>
        </pc:spChg>
        <pc:spChg chg="mod">
          <ac:chgData name="Laurianne Lair" userId="877d0e272dd2d022" providerId="LiveId" clId="{96BAE75C-18A9-4295-BEA1-4B96590C7FDA}" dt="2025-02-24T18:54:51.472" v="3087" actId="1076"/>
          <ac:spMkLst>
            <pc:docMk/>
            <pc:sldMk cId="3403817119" sldId="749"/>
            <ac:spMk id="23" creationId="{66B676B8-6F2B-5A90-E0E9-8B1DF9DE534E}"/>
          </ac:spMkLst>
        </pc:spChg>
        <pc:spChg chg="add mod">
          <ac:chgData name="Laurianne Lair" userId="877d0e272dd2d022" providerId="LiveId" clId="{96BAE75C-18A9-4295-BEA1-4B96590C7FDA}" dt="2025-02-24T18:54:51.472" v="3087" actId="1076"/>
          <ac:spMkLst>
            <pc:docMk/>
            <pc:sldMk cId="3403817119" sldId="749"/>
            <ac:spMk id="24" creationId="{6A46DFD6-A033-C9EF-BC44-1A81B4BFBF17}"/>
          </ac:spMkLst>
        </pc:spChg>
        <pc:spChg chg="mod">
          <ac:chgData name="Laurianne Lair" userId="877d0e272dd2d022" providerId="LiveId" clId="{96BAE75C-18A9-4295-BEA1-4B96590C7FDA}" dt="2025-02-24T18:54:41.337" v="3084" actId="1076"/>
          <ac:spMkLst>
            <pc:docMk/>
            <pc:sldMk cId="3403817119" sldId="749"/>
            <ac:spMk id="25" creationId="{6BC1D29B-ED0F-1BD7-1539-5FE9E7416961}"/>
          </ac:spMkLst>
        </pc:spChg>
        <pc:spChg chg="add mod">
          <ac:chgData name="Laurianne Lair" userId="877d0e272dd2d022" providerId="LiveId" clId="{96BAE75C-18A9-4295-BEA1-4B96590C7FDA}" dt="2025-02-24T18:54:51.472" v="3087" actId="1076"/>
          <ac:spMkLst>
            <pc:docMk/>
            <pc:sldMk cId="3403817119" sldId="749"/>
            <ac:spMk id="27" creationId="{40756039-3FAD-FF6C-0E68-BCED2AF79246}"/>
          </ac:spMkLst>
        </pc:spChg>
        <pc:spChg chg="add del mod">
          <ac:chgData name="Laurianne Lair" userId="877d0e272dd2d022" providerId="LiveId" clId="{96BAE75C-18A9-4295-BEA1-4B96590C7FDA}" dt="2025-02-24T19:35:08.613" v="3681" actId="478"/>
          <ac:spMkLst>
            <pc:docMk/>
            <pc:sldMk cId="3403817119" sldId="749"/>
            <ac:spMk id="29" creationId="{96CCB6B2-DEA1-0E42-49CB-4D41D4C551D5}"/>
          </ac:spMkLst>
        </pc:spChg>
        <pc:spChg chg="add mod">
          <ac:chgData name="Laurianne Lair" userId="877d0e272dd2d022" providerId="LiveId" clId="{96BAE75C-18A9-4295-BEA1-4B96590C7FDA}" dt="2025-02-24T18:54:37.879" v="3083" actId="1076"/>
          <ac:spMkLst>
            <pc:docMk/>
            <pc:sldMk cId="3403817119" sldId="749"/>
            <ac:spMk id="30" creationId="{14AACFE2-DB6D-CF91-B3A5-51DC2549EF26}"/>
          </ac:spMkLst>
        </pc:spChg>
        <pc:spChg chg="add del mod">
          <ac:chgData name="Laurianne Lair" userId="877d0e272dd2d022" providerId="LiveId" clId="{96BAE75C-18A9-4295-BEA1-4B96590C7FDA}" dt="2025-02-24T18:47:57.090" v="2893" actId="478"/>
          <ac:spMkLst>
            <pc:docMk/>
            <pc:sldMk cId="3403817119" sldId="749"/>
            <ac:spMk id="31" creationId="{BD6A77F8-7297-6F54-773A-28866B03E485}"/>
          </ac:spMkLst>
        </pc:spChg>
        <pc:spChg chg="add mod">
          <ac:chgData name="Laurianne Lair" userId="877d0e272dd2d022" providerId="LiveId" clId="{96BAE75C-18A9-4295-BEA1-4B96590C7FDA}" dt="2025-02-24T18:54:37.879" v="3083" actId="1076"/>
          <ac:spMkLst>
            <pc:docMk/>
            <pc:sldMk cId="3403817119" sldId="749"/>
            <ac:spMk id="33" creationId="{B8F89DB8-65ED-476D-BF50-1C8EDE14B3A8}"/>
          </ac:spMkLst>
        </pc:spChg>
        <pc:spChg chg="add mod">
          <ac:chgData name="Laurianne Lair" userId="877d0e272dd2d022" providerId="LiveId" clId="{96BAE75C-18A9-4295-BEA1-4B96590C7FDA}" dt="2025-02-24T18:54:34.240" v="3082" actId="1076"/>
          <ac:spMkLst>
            <pc:docMk/>
            <pc:sldMk cId="3403817119" sldId="749"/>
            <ac:spMk id="34" creationId="{7BDA181E-76BC-E3FE-7853-080C2BB18E61}"/>
          </ac:spMkLst>
        </pc:spChg>
        <pc:spChg chg="add del mod">
          <ac:chgData name="Laurianne Lair" userId="877d0e272dd2d022" providerId="LiveId" clId="{96BAE75C-18A9-4295-BEA1-4B96590C7FDA}" dt="2025-02-24T18:49:17.501" v="2916" actId="478"/>
          <ac:spMkLst>
            <pc:docMk/>
            <pc:sldMk cId="3403817119" sldId="749"/>
            <ac:spMk id="35" creationId="{27CB673F-A228-9968-4E3C-2AE4B9C10E19}"/>
          </ac:spMkLst>
        </pc:spChg>
        <pc:spChg chg="add mod">
          <ac:chgData name="Laurianne Lair" userId="877d0e272dd2d022" providerId="LiveId" clId="{96BAE75C-18A9-4295-BEA1-4B96590C7FDA}" dt="2025-02-24T19:27:33.661" v="3485"/>
          <ac:spMkLst>
            <pc:docMk/>
            <pc:sldMk cId="3403817119" sldId="749"/>
            <ac:spMk id="36" creationId="{2886A6FB-587E-21B7-1226-F228D4EA8ACA}"/>
          </ac:spMkLst>
        </pc:spChg>
        <pc:spChg chg="add del mod">
          <ac:chgData name="Laurianne Lair" userId="877d0e272dd2d022" providerId="LiveId" clId="{96BAE75C-18A9-4295-BEA1-4B96590C7FDA}" dt="2025-02-24T18:53:38.068" v="3007" actId="478"/>
          <ac:spMkLst>
            <pc:docMk/>
            <pc:sldMk cId="3403817119" sldId="749"/>
            <ac:spMk id="37" creationId="{C77B38CF-64C9-E6C0-57FF-DA4ACE7AA353}"/>
          </ac:spMkLst>
        </pc:spChg>
        <pc:graphicFrameChg chg="add mod">
          <ac:chgData name="Laurianne Lair" userId="877d0e272dd2d022" providerId="LiveId" clId="{96BAE75C-18A9-4295-BEA1-4B96590C7FDA}" dt="2025-02-24T19:27:41.636" v="3487" actId="20577"/>
          <ac:graphicFrameMkLst>
            <pc:docMk/>
            <pc:sldMk cId="3403817119" sldId="749"/>
            <ac:graphicFrameMk id="38" creationId="{56D7A6EF-EAAC-23D8-A941-2C968942B712}"/>
          </ac:graphicFrameMkLst>
        </pc:graphicFrameChg>
        <pc:cxnChg chg="add mod ord">
          <ac:chgData name="Laurianne Lair" userId="877d0e272dd2d022" providerId="LiveId" clId="{96BAE75C-18A9-4295-BEA1-4B96590C7FDA}" dt="2025-02-24T18:40:28.778" v="2722" actId="208"/>
          <ac:cxnSpMkLst>
            <pc:docMk/>
            <pc:sldMk cId="3403817119" sldId="749"/>
            <ac:cxnSpMk id="14" creationId="{67EA4A7A-4EA7-D430-5D93-58AC6A331196}"/>
          </ac:cxnSpMkLst>
        </pc:cxnChg>
        <pc:cxnChg chg="mod">
          <ac:chgData name="Laurianne Lair" userId="877d0e272dd2d022" providerId="LiveId" clId="{96BAE75C-18A9-4295-BEA1-4B96590C7FDA}" dt="2025-02-24T18:54:51.472" v="3087" actId="1076"/>
          <ac:cxnSpMkLst>
            <pc:docMk/>
            <pc:sldMk cId="3403817119" sldId="749"/>
            <ac:cxnSpMk id="17" creationId="{97DBF542-8A49-A22A-B9C1-990D7BA7EE4B}"/>
          </ac:cxnSpMkLst>
        </pc:cxnChg>
        <pc:cxnChg chg="mod">
          <ac:chgData name="Laurianne Lair" userId="877d0e272dd2d022" providerId="LiveId" clId="{96BAE75C-18A9-4295-BEA1-4B96590C7FDA}" dt="2025-02-24T18:39:16.656" v="2547" actId="1076"/>
          <ac:cxnSpMkLst>
            <pc:docMk/>
            <pc:sldMk cId="3403817119" sldId="749"/>
            <ac:cxnSpMk id="20" creationId="{BBA8AD53-015A-A972-0312-1EFF3095E1C7}"/>
          </ac:cxnSpMkLst>
        </pc:cxnChg>
      </pc:sldChg>
      <pc:sldChg chg="add del">
        <pc:chgData name="Laurianne Lair" userId="877d0e272dd2d022" providerId="LiveId" clId="{96BAE75C-18A9-4295-BEA1-4B96590C7FDA}" dt="2025-02-21T16:49:34.092" v="4" actId="2696"/>
        <pc:sldMkLst>
          <pc:docMk/>
          <pc:sldMk cId="839584722" sldId="750"/>
        </pc:sldMkLst>
      </pc:sldChg>
      <pc:sldChg chg="addSp delSp modSp add mod delAnim modAnim">
        <pc:chgData name="Laurianne Lair" userId="877d0e272dd2d022" providerId="LiveId" clId="{96BAE75C-18A9-4295-BEA1-4B96590C7FDA}" dt="2025-02-24T19:50:09.950" v="4100" actId="20577"/>
        <pc:sldMkLst>
          <pc:docMk/>
          <pc:sldMk cId="1640888619" sldId="750"/>
        </pc:sldMkLst>
        <pc:spChg chg="mod">
          <ac:chgData name="Laurianne Lair" userId="877d0e272dd2d022" providerId="LiveId" clId="{96BAE75C-18A9-4295-BEA1-4B96590C7FDA}" dt="2025-02-24T19:28:36.535" v="3496" actId="20577"/>
          <ac:spMkLst>
            <pc:docMk/>
            <pc:sldMk cId="1640888619" sldId="750"/>
            <ac:spMk id="2" creationId="{9DE75C4C-6BB2-3434-6F6C-C31672192C4F}"/>
          </ac:spMkLst>
        </pc:spChg>
        <pc:spChg chg="mod">
          <ac:chgData name="Laurianne Lair" userId="877d0e272dd2d022" providerId="LiveId" clId="{96BAE75C-18A9-4295-BEA1-4B96590C7FDA}" dt="2025-02-24T19:39:33.350" v="3981" actId="14100"/>
          <ac:spMkLst>
            <pc:docMk/>
            <pc:sldMk cId="1640888619" sldId="750"/>
            <ac:spMk id="3" creationId="{55B2294C-BB74-2C4B-E954-AE06EC9F63E9}"/>
          </ac:spMkLst>
        </pc:spChg>
        <pc:spChg chg="add mod">
          <ac:chgData name="Laurianne Lair" userId="877d0e272dd2d022" providerId="LiveId" clId="{96BAE75C-18A9-4295-BEA1-4B96590C7FDA}" dt="2025-02-24T19:38:28.394" v="3726" actId="1076"/>
          <ac:spMkLst>
            <pc:docMk/>
            <pc:sldMk cId="1640888619" sldId="750"/>
            <ac:spMk id="5" creationId="{492658B9-666A-CE02-1892-2C6F94C551B2}"/>
          </ac:spMkLst>
        </pc:spChg>
        <pc:spChg chg="add mod">
          <ac:chgData name="Laurianne Lair" userId="877d0e272dd2d022" providerId="LiveId" clId="{96BAE75C-18A9-4295-BEA1-4B96590C7FDA}" dt="2025-02-24T19:38:28.394" v="3726" actId="1076"/>
          <ac:spMkLst>
            <pc:docMk/>
            <pc:sldMk cId="1640888619" sldId="750"/>
            <ac:spMk id="9" creationId="{115B63B7-A31A-0D37-763F-F68F46BD7DCE}"/>
          </ac:spMkLst>
        </pc:spChg>
        <pc:spChg chg="add mod">
          <ac:chgData name="Laurianne Lair" userId="877d0e272dd2d022" providerId="LiveId" clId="{96BAE75C-18A9-4295-BEA1-4B96590C7FDA}" dt="2025-02-24T19:38:28.394" v="3726" actId="1076"/>
          <ac:spMkLst>
            <pc:docMk/>
            <pc:sldMk cId="1640888619" sldId="750"/>
            <ac:spMk id="12" creationId="{11CF360E-5548-BA80-B975-A20934D47B0E}"/>
          </ac:spMkLst>
        </pc:spChg>
        <pc:spChg chg="add mod">
          <ac:chgData name="Laurianne Lair" userId="877d0e272dd2d022" providerId="LiveId" clId="{96BAE75C-18A9-4295-BEA1-4B96590C7FDA}" dt="2025-02-24T19:38:28.394" v="3726" actId="1076"/>
          <ac:spMkLst>
            <pc:docMk/>
            <pc:sldMk cId="1640888619" sldId="750"/>
            <ac:spMk id="13" creationId="{266601B3-588E-F5AE-793D-CE32F4AD33A6}"/>
          </ac:spMkLst>
        </pc:spChg>
        <pc:spChg chg="add mod">
          <ac:chgData name="Laurianne Lair" userId="877d0e272dd2d022" providerId="LiveId" clId="{96BAE75C-18A9-4295-BEA1-4B96590C7FDA}" dt="2025-02-24T19:38:28.394" v="3726" actId="1076"/>
          <ac:spMkLst>
            <pc:docMk/>
            <pc:sldMk cId="1640888619" sldId="750"/>
            <ac:spMk id="14" creationId="{7C16B9B5-453D-4B64-17AE-91145970DB2D}"/>
          </ac:spMkLst>
        </pc:spChg>
        <pc:spChg chg="add mod">
          <ac:chgData name="Laurianne Lair" userId="877d0e272dd2d022" providerId="LiveId" clId="{96BAE75C-18A9-4295-BEA1-4B96590C7FDA}" dt="2025-02-24T19:38:28.394" v="3726" actId="1076"/>
          <ac:spMkLst>
            <pc:docMk/>
            <pc:sldMk cId="1640888619" sldId="750"/>
            <ac:spMk id="15" creationId="{D66A2BD3-853E-0A4A-434D-3F48A26E5213}"/>
          </ac:spMkLst>
        </pc:spChg>
        <pc:spChg chg="add mod">
          <ac:chgData name="Laurianne Lair" userId="877d0e272dd2d022" providerId="LiveId" clId="{96BAE75C-18A9-4295-BEA1-4B96590C7FDA}" dt="2025-02-24T19:38:28.394" v="3726" actId="1076"/>
          <ac:spMkLst>
            <pc:docMk/>
            <pc:sldMk cId="1640888619" sldId="750"/>
            <ac:spMk id="16" creationId="{C6C619FE-62F6-0844-AFA5-CF1807970AD4}"/>
          </ac:spMkLst>
        </pc:spChg>
        <pc:spChg chg="add mod">
          <ac:chgData name="Laurianne Lair" userId="877d0e272dd2d022" providerId="LiveId" clId="{96BAE75C-18A9-4295-BEA1-4B96590C7FDA}" dt="2025-02-24T19:38:28.394" v="3726" actId="1076"/>
          <ac:spMkLst>
            <pc:docMk/>
            <pc:sldMk cId="1640888619" sldId="750"/>
            <ac:spMk id="17" creationId="{96AAEC03-7C01-C474-CCC8-571BDD7BD706}"/>
          </ac:spMkLst>
        </pc:spChg>
        <pc:spChg chg="add mod">
          <ac:chgData name="Laurianne Lair" userId="877d0e272dd2d022" providerId="LiveId" clId="{96BAE75C-18A9-4295-BEA1-4B96590C7FDA}" dt="2025-02-24T19:38:28.394" v="3726" actId="1076"/>
          <ac:spMkLst>
            <pc:docMk/>
            <pc:sldMk cId="1640888619" sldId="750"/>
            <ac:spMk id="18" creationId="{CB89B4B1-BB5F-60FD-C9D7-DECF489184C8}"/>
          </ac:spMkLst>
        </pc:spChg>
        <pc:spChg chg="add del mod">
          <ac:chgData name="Laurianne Lair" userId="877d0e272dd2d022" providerId="LiveId" clId="{96BAE75C-18A9-4295-BEA1-4B96590C7FDA}" dt="2025-02-24T19:36:58.193" v="3683" actId="478"/>
          <ac:spMkLst>
            <pc:docMk/>
            <pc:sldMk cId="1640888619" sldId="750"/>
            <ac:spMk id="19" creationId="{1CBDA840-56DE-9B80-DF5E-1B493379ED2F}"/>
          </ac:spMkLst>
        </pc:spChg>
        <pc:spChg chg="add mod">
          <ac:chgData name="Laurianne Lair" userId="877d0e272dd2d022" providerId="LiveId" clId="{96BAE75C-18A9-4295-BEA1-4B96590C7FDA}" dt="2025-02-24T19:50:01.922" v="4094" actId="20577"/>
          <ac:spMkLst>
            <pc:docMk/>
            <pc:sldMk cId="1640888619" sldId="750"/>
            <ac:spMk id="20" creationId="{0B7905D4-BDD0-F318-7FFF-7C58D6C2AC11}"/>
          </ac:spMkLst>
        </pc:spChg>
        <pc:spChg chg="del">
          <ac:chgData name="Laurianne Lair" userId="877d0e272dd2d022" providerId="LiveId" clId="{96BAE75C-18A9-4295-BEA1-4B96590C7FDA}" dt="2025-02-24T19:31:57.200" v="3498" actId="478"/>
          <ac:spMkLst>
            <pc:docMk/>
            <pc:sldMk cId="1640888619" sldId="750"/>
            <ac:spMk id="21" creationId="{D56B034C-4410-2A8C-4D45-B49DC59D979D}"/>
          </ac:spMkLst>
        </pc:spChg>
        <pc:spChg chg="add del mod">
          <ac:chgData name="Laurianne Lair" userId="877d0e272dd2d022" providerId="LiveId" clId="{96BAE75C-18A9-4295-BEA1-4B96590C7FDA}" dt="2025-02-24T19:38:18.506" v="3723"/>
          <ac:spMkLst>
            <pc:docMk/>
            <pc:sldMk cId="1640888619" sldId="750"/>
            <ac:spMk id="23" creationId="{FDDE1C95-DD8B-0A8F-6E8E-96E92B0D8A48}"/>
          </ac:spMkLst>
        </pc:spChg>
        <pc:spChg chg="add mod">
          <ac:chgData name="Laurianne Lair" userId="877d0e272dd2d022" providerId="LiveId" clId="{96BAE75C-18A9-4295-BEA1-4B96590C7FDA}" dt="2025-02-24T19:50:09.950" v="4100" actId="20577"/>
          <ac:spMkLst>
            <pc:docMk/>
            <pc:sldMk cId="1640888619" sldId="750"/>
            <ac:spMk id="24" creationId="{F87DA6F2-ED1F-97DF-5B62-1B677A5DE551}"/>
          </ac:spMkLst>
        </pc:spChg>
        <pc:spChg chg="mod">
          <ac:chgData name="Laurianne Lair" userId="877d0e272dd2d022" providerId="LiveId" clId="{96BAE75C-18A9-4295-BEA1-4B96590C7FDA}" dt="2025-02-24T19:27:54.397" v="3489" actId="20577"/>
          <ac:spMkLst>
            <pc:docMk/>
            <pc:sldMk cId="1640888619" sldId="750"/>
            <ac:spMk id="82" creationId="{509B1CD0-8E8D-9018-6519-CCD4A72E0892}"/>
          </ac:spMkLst>
        </pc:spChg>
        <pc:cxnChg chg="add mod">
          <ac:chgData name="Laurianne Lair" userId="877d0e272dd2d022" providerId="LiveId" clId="{96BAE75C-18A9-4295-BEA1-4B96590C7FDA}" dt="2025-02-24T19:38:28.394" v="3726" actId="1076"/>
          <ac:cxnSpMkLst>
            <pc:docMk/>
            <pc:sldMk cId="1640888619" sldId="750"/>
            <ac:cxnSpMk id="7" creationId="{ECFFFB9A-21E1-79EF-370F-67D3D9CB238A}"/>
          </ac:cxnSpMkLst>
        </pc:cxnChg>
      </pc:sldChg>
      <pc:sldChg chg="add del">
        <pc:chgData name="Laurianne Lair" userId="877d0e272dd2d022" providerId="LiveId" clId="{96BAE75C-18A9-4295-BEA1-4B96590C7FDA}" dt="2025-02-21T16:49:34.092" v="4" actId="2696"/>
        <pc:sldMkLst>
          <pc:docMk/>
          <pc:sldMk cId="1971128712" sldId="751"/>
        </pc:sldMkLst>
      </pc:sldChg>
      <pc:sldChg chg="add del">
        <pc:chgData name="Laurianne Lair" userId="877d0e272dd2d022" providerId="LiveId" clId="{96BAE75C-18A9-4295-BEA1-4B96590C7FDA}" dt="2025-02-21T17:04:12.252" v="855" actId="2696"/>
        <pc:sldMkLst>
          <pc:docMk/>
          <pc:sldMk cId="2148983189" sldId="751"/>
        </pc:sldMkLst>
      </pc:sldChg>
      <pc:sldChg chg="addSp delSp modSp add mod modAnim">
        <pc:chgData name="Laurianne Lair" userId="877d0e272dd2d022" providerId="LiveId" clId="{96BAE75C-18A9-4295-BEA1-4B96590C7FDA}" dt="2025-02-24T20:00:46.466" v="4647" actId="478"/>
        <pc:sldMkLst>
          <pc:docMk/>
          <pc:sldMk cId="4134732685" sldId="751"/>
        </pc:sldMkLst>
        <pc:spChg chg="add mod">
          <ac:chgData name="Laurianne Lair" userId="877d0e272dd2d022" providerId="LiveId" clId="{96BAE75C-18A9-4295-BEA1-4B96590C7FDA}" dt="2025-02-24T19:05:42.094" v="3478" actId="14100"/>
          <ac:spMkLst>
            <pc:docMk/>
            <pc:sldMk cId="4134732685" sldId="751"/>
            <ac:spMk id="6" creationId="{9F39B341-B5C5-21F9-3AC5-A357869AEB46}"/>
          </ac:spMkLst>
        </pc:spChg>
        <pc:spChg chg="add del mod">
          <ac:chgData name="Laurianne Lair" userId="877d0e272dd2d022" providerId="LiveId" clId="{96BAE75C-18A9-4295-BEA1-4B96590C7FDA}" dt="2025-02-24T20:00:46.466" v="4647" actId="478"/>
          <ac:spMkLst>
            <pc:docMk/>
            <pc:sldMk cId="4134732685" sldId="751"/>
            <ac:spMk id="7" creationId="{A290A982-F598-F916-CDA5-35A7D1B193C8}"/>
          </ac:spMkLst>
        </pc:spChg>
        <pc:spChg chg="mod">
          <ac:chgData name="Laurianne Lair" userId="877d0e272dd2d022" providerId="LiveId" clId="{96BAE75C-18A9-4295-BEA1-4B96590C7FDA}" dt="2025-02-24T19:05:18.739" v="3416" actId="1076"/>
          <ac:spMkLst>
            <pc:docMk/>
            <pc:sldMk cId="4134732685" sldId="751"/>
            <ac:spMk id="31" creationId="{9DC493E6-DF92-BC64-9297-3F4A9CB145F7}"/>
          </ac:spMkLst>
        </pc:spChg>
        <pc:spChg chg="mod">
          <ac:chgData name="Laurianne Lair" userId="877d0e272dd2d022" providerId="LiveId" clId="{96BAE75C-18A9-4295-BEA1-4B96590C7FDA}" dt="2025-02-24T19:05:18.739" v="3416" actId="1076"/>
          <ac:spMkLst>
            <pc:docMk/>
            <pc:sldMk cId="4134732685" sldId="751"/>
            <ac:spMk id="33" creationId="{C277FD3D-3063-C622-463D-9F78318DF495}"/>
          </ac:spMkLst>
        </pc:spChg>
        <pc:spChg chg="mod">
          <ac:chgData name="Laurianne Lair" userId="877d0e272dd2d022" providerId="LiveId" clId="{96BAE75C-18A9-4295-BEA1-4B96590C7FDA}" dt="2025-02-24T19:05:18.739" v="3416" actId="1076"/>
          <ac:spMkLst>
            <pc:docMk/>
            <pc:sldMk cId="4134732685" sldId="751"/>
            <ac:spMk id="34" creationId="{63D8A9DF-B0CF-73CA-9027-FC50DE0DC002}"/>
          </ac:spMkLst>
        </pc:spChg>
        <pc:spChg chg="mod">
          <ac:chgData name="Laurianne Lair" userId="877d0e272dd2d022" providerId="LiveId" clId="{96BAE75C-18A9-4295-BEA1-4B96590C7FDA}" dt="2025-02-24T19:05:18.739" v="3416" actId="1076"/>
          <ac:spMkLst>
            <pc:docMk/>
            <pc:sldMk cId="4134732685" sldId="751"/>
            <ac:spMk id="35" creationId="{02CAF266-7DCB-78AD-2B81-B52B8D55300B}"/>
          </ac:spMkLst>
        </pc:spChg>
        <pc:spChg chg="mod">
          <ac:chgData name="Laurianne Lair" userId="877d0e272dd2d022" providerId="LiveId" clId="{96BAE75C-18A9-4295-BEA1-4B96590C7FDA}" dt="2025-02-24T19:02:27.418" v="3157" actId="1076"/>
          <ac:spMkLst>
            <pc:docMk/>
            <pc:sldMk cId="4134732685" sldId="751"/>
            <ac:spMk id="36" creationId="{038E5EE2-C819-4C97-9669-D5B949B2A6E0}"/>
          </ac:spMkLst>
        </pc:spChg>
        <pc:spChg chg="mod">
          <ac:chgData name="Laurianne Lair" userId="877d0e272dd2d022" providerId="LiveId" clId="{96BAE75C-18A9-4295-BEA1-4B96590C7FDA}" dt="2025-02-24T19:28:04.889" v="3493" actId="20577"/>
          <ac:spMkLst>
            <pc:docMk/>
            <pc:sldMk cId="4134732685" sldId="751"/>
            <ac:spMk id="82" creationId="{C7DFEF75-E46D-CD65-1312-178E5AD7FE2A}"/>
          </ac:spMkLst>
        </pc:spChg>
        <pc:picChg chg="add mod">
          <ac:chgData name="Laurianne Lair" userId="877d0e272dd2d022" providerId="LiveId" clId="{96BAE75C-18A9-4295-BEA1-4B96590C7FDA}" dt="2025-02-24T19:05:03.873" v="3413" actId="1076"/>
          <ac:picMkLst>
            <pc:docMk/>
            <pc:sldMk cId="4134732685" sldId="751"/>
            <ac:picMk id="5" creationId="{05FC5BF6-912D-1929-5C73-2320D31DAF96}"/>
          </ac:picMkLst>
        </pc:picChg>
      </pc:sldChg>
      <pc:sldChg chg="add del">
        <pc:chgData name="Laurianne Lair" userId="877d0e272dd2d022" providerId="LiveId" clId="{96BAE75C-18A9-4295-BEA1-4B96590C7FDA}" dt="2025-02-21T17:04:12.252" v="855" actId="2696"/>
        <pc:sldMkLst>
          <pc:docMk/>
          <pc:sldMk cId="156549796" sldId="752"/>
        </pc:sldMkLst>
      </pc:sldChg>
      <pc:sldChg chg="addSp delSp modSp add mod delAnim">
        <pc:chgData name="Laurianne Lair" userId="877d0e272dd2d022" providerId="LiveId" clId="{96BAE75C-18A9-4295-BEA1-4B96590C7FDA}" dt="2025-02-24T19:43:33.049" v="4074" actId="1076"/>
        <pc:sldMkLst>
          <pc:docMk/>
          <pc:sldMk cId="349719191" sldId="752"/>
        </pc:sldMkLst>
        <pc:spChg chg="mod">
          <ac:chgData name="Laurianne Lair" userId="877d0e272dd2d022" providerId="LiveId" clId="{96BAE75C-18A9-4295-BEA1-4B96590C7FDA}" dt="2025-02-24T19:39:48.969" v="4006" actId="20577"/>
          <ac:spMkLst>
            <pc:docMk/>
            <pc:sldMk cId="349719191" sldId="752"/>
            <ac:spMk id="2" creationId="{ECA73D30-BA70-284F-6363-FDD11146CA5D}"/>
          </ac:spMkLst>
        </pc:spChg>
        <pc:spChg chg="del">
          <ac:chgData name="Laurianne Lair" userId="877d0e272dd2d022" providerId="LiveId" clId="{96BAE75C-18A9-4295-BEA1-4B96590C7FDA}" dt="2025-02-24T19:39:51.373" v="4007" actId="478"/>
          <ac:spMkLst>
            <pc:docMk/>
            <pc:sldMk cId="349719191" sldId="752"/>
            <ac:spMk id="6" creationId="{C1D10701-A40D-992F-3244-2FE15ED0FB05}"/>
          </ac:spMkLst>
        </pc:spChg>
        <pc:spChg chg="add del mod">
          <ac:chgData name="Laurianne Lair" userId="877d0e272dd2d022" providerId="LiveId" clId="{96BAE75C-18A9-4295-BEA1-4B96590C7FDA}" dt="2025-02-24T19:41:18.260" v="4031" actId="478"/>
          <ac:spMkLst>
            <pc:docMk/>
            <pc:sldMk cId="349719191" sldId="752"/>
            <ac:spMk id="7" creationId="{892D6D9C-5F9A-22DA-6E32-F7D55A8DA529}"/>
          </ac:spMkLst>
        </pc:spChg>
        <pc:spChg chg="add mod">
          <ac:chgData name="Laurianne Lair" userId="877d0e272dd2d022" providerId="LiveId" clId="{96BAE75C-18A9-4295-BEA1-4B96590C7FDA}" dt="2025-02-24T19:43:15.016" v="4063" actId="1076"/>
          <ac:spMkLst>
            <pc:docMk/>
            <pc:sldMk cId="349719191" sldId="752"/>
            <ac:spMk id="9" creationId="{1E677A01-3A68-9764-10FE-4B45F7D98EEF}"/>
          </ac:spMkLst>
        </pc:spChg>
        <pc:spChg chg="add del mod">
          <ac:chgData name="Laurianne Lair" userId="877d0e272dd2d022" providerId="LiveId" clId="{96BAE75C-18A9-4295-BEA1-4B96590C7FDA}" dt="2025-02-24T19:41:35.116" v="4033" actId="478"/>
          <ac:spMkLst>
            <pc:docMk/>
            <pc:sldMk cId="349719191" sldId="752"/>
            <ac:spMk id="11" creationId="{24B55A8E-EC19-97D7-4D66-83BD62A977FC}"/>
          </ac:spMkLst>
        </pc:spChg>
        <pc:spChg chg="add mod">
          <ac:chgData name="Laurianne Lair" userId="877d0e272dd2d022" providerId="LiveId" clId="{96BAE75C-18A9-4295-BEA1-4B96590C7FDA}" dt="2025-02-24T19:43:15.016" v="4063" actId="1076"/>
          <ac:spMkLst>
            <pc:docMk/>
            <pc:sldMk cId="349719191" sldId="752"/>
            <ac:spMk id="13" creationId="{5A1B7373-DFD8-9727-AFEE-7FC093032450}"/>
          </ac:spMkLst>
        </pc:spChg>
        <pc:spChg chg="add mod">
          <ac:chgData name="Laurianne Lair" userId="877d0e272dd2d022" providerId="LiveId" clId="{96BAE75C-18A9-4295-BEA1-4B96590C7FDA}" dt="2025-02-24T19:43:15.016" v="4063" actId="1076"/>
          <ac:spMkLst>
            <pc:docMk/>
            <pc:sldMk cId="349719191" sldId="752"/>
            <ac:spMk id="15" creationId="{7773680F-15E5-F013-ECF0-AFD6E8717F89}"/>
          </ac:spMkLst>
        </pc:spChg>
        <pc:spChg chg="add del mod">
          <ac:chgData name="Laurianne Lair" userId="877d0e272dd2d022" providerId="LiveId" clId="{96BAE75C-18A9-4295-BEA1-4B96590C7FDA}" dt="2025-02-24T19:42:05.528" v="4043" actId="478"/>
          <ac:spMkLst>
            <pc:docMk/>
            <pc:sldMk cId="349719191" sldId="752"/>
            <ac:spMk id="17" creationId="{FB652BC0-7C65-23FB-CA3B-CEA3A19C822C}"/>
          </ac:spMkLst>
        </pc:spChg>
        <pc:spChg chg="add del mod">
          <ac:chgData name="Laurianne Lair" userId="877d0e272dd2d022" providerId="LiveId" clId="{96BAE75C-18A9-4295-BEA1-4B96590C7FDA}" dt="2025-02-24T19:42:13.975" v="4046" actId="478"/>
          <ac:spMkLst>
            <pc:docMk/>
            <pc:sldMk cId="349719191" sldId="752"/>
            <ac:spMk id="19" creationId="{49EF6F5D-3C3B-7632-47CA-B008CC85A66C}"/>
          </ac:spMkLst>
        </pc:spChg>
        <pc:spChg chg="add del mod">
          <ac:chgData name="Laurianne Lair" userId="877d0e272dd2d022" providerId="LiveId" clId="{96BAE75C-18A9-4295-BEA1-4B96590C7FDA}" dt="2025-02-24T19:42:23.486" v="4051" actId="478"/>
          <ac:spMkLst>
            <pc:docMk/>
            <pc:sldMk cId="349719191" sldId="752"/>
            <ac:spMk id="21" creationId="{448F4D86-8168-E809-34DD-8A78914562F0}"/>
          </ac:spMkLst>
        </pc:spChg>
        <pc:spChg chg="add del mod">
          <ac:chgData name="Laurianne Lair" userId="877d0e272dd2d022" providerId="LiveId" clId="{96BAE75C-18A9-4295-BEA1-4B96590C7FDA}" dt="2025-02-24T19:42:33.158" v="4054" actId="478"/>
          <ac:spMkLst>
            <pc:docMk/>
            <pc:sldMk cId="349719191" sldId="752"/>
            <ac:spMk id="23" creationId="{7C2DBBC6-499D-5ED4-6BEB-506D80465283}"/>
          </ac:spMkLst>
        </pc:spChg>
        <pc:spChg chg="add mod">
          <ac:chgData name="Laurianne Lair" userId="877d0e272dd2d022" providerId="LiveId" clId="{96BAE75C-18A9-4295-BEA1-4B96590C7FDA}" dt="2025-02-24T19:43:29.901" v="4072" actId="1076"/>
          <ac:spMkLst>
            <pc:docMk/>
            <pc:sldMk cId="349719191" sldId="752"/>
            <ac:spMk id="25" creationId="{ECDF3DDA-5E01-EFC7-C3B1-5B15A89DE051}"/>
          </ac:spMkLst>
        </pc:spChg>
        <pc:spChg chg="add mod">
          <ac:chgData name="Laurianne Lair" userId="877d0e272dd2d022" providerId="LiveId" clId="{96BAE75C-18A9-4295-BEA1-4B96590C7FDA}" dt="2025-02-24T19:43:33.049" v="4074" actId="1076"/>
          <ac:spMkLst>
            <pc:docMk/>
            <pc:sldMk cId="349719191" sldId="752"/>
            <ac:spMk id="27" creationId="{671C91C8-1554-596C-1284-AE42628ECF94}"/>
          </ac:spMkLst>
        </pc:spChg>
        <pc:spChg chg="add mod">
          <ac:chgData name="Laurianne Lair" userId="877d0e272dd2d022" providerId="LiveId" clId="{96BAE75C-18A9-4295-BEA1-4B96590C7FDA}" dt="2025-02-24T19:43:31.458" v="4073" actId="1076"/>
          <ac:spMkLst>
            <pc:docMk/>
            <pc:sldMk cId="349719191" sldId="752"/>
            <ac:spMk id="29" creationId="{BD528A5A-A9DD-C727-F134-ABD9E4CB339F}"/>
          </ac:spMkLst>
        </pc:spChg>
        <pc:spChg chg="del">
          <ac:chgData name="Laurianne Lair" userId="877d0e272dd2d022" providerId="LiveId" clId="{96BAE75C-18A9-4295-BEA1-4B96590C7FDA}" dt="2025-02-24T19:39:51.373" v="4007" actId="478"/>
          <ac:spMkLst>
            <pc:docMk/>
            <pc:sldMk cId="349719191" sldId="752"/>
            <ac:spMk id="31" creationId="{24D9C4DC-E045-307F-6CE2-87B013FCC846}"/>
          </ac:spMkLst>
        </pc:spChg>
        <pc:spChg chg="del">
          <ac:chgData name="Laurianne Lair" userId="877d0e272dd2d022" providerId="LiveId" clId="{96BAE75C-18A9-4295-BEA1-4B96590C7FDA}" dt="2025-02-24T19:39:51.373" v="4007" actId="478"/>
          <ac:spMkLst>
            <pc:docMk/>
            <pc:sldMk cId="349719191" sldId="752"/>
            <ac:spMk id="33" creationId="{7DB11D21-E3F8-805B-0BAC-69D1F92D1740}"/>
          </ac:spMkLst>
        </pc:spChg>
        <pc:spChg chg="del">
          <ac:chgData name="Laurianne Lair" userId="877d0e272dd2d022" providerId="LiveId" clId="{96BAE75C-18A9-4295-BEA1-4B96590C7FDA}" dt="2025-02-24T19:39:51.373" v="4007" actId="478"/>
          <ac:spMkLst>
            <pc:docMk/>
            <pc:sldMk cId="349719191" sldId="752"/>
            <ac:spMk id="34" creationId="{5D6657F2-48F4-0CC2-59AF-11354D832B46}"/>
          </ac:spMkLst>
        </pc:spChg>
        <pc:spChg chg="del">
          <ac:chgData name="Laurianne Lair" userId="877d0e272dd2d022" providerId="LiveId" clId="{96BAE75C-18A9-4295-BEA1-4B96590C7FDA}" dt="2025-02-24T19:39:51.373" v="4007" actId="478"/>
          <ac:spMkLst>
            <pc:docMk/>
            <pc:sldMk cId="349719191" sldId="752"/>
            <ac:spMk id="35" creationId="{0364C253-B91D-9C22-5E74-747EB16EC086}"/>
          </ac:spMkLst>
        </pc:spChg>
        <pc:spChg chg="del">
          <ac:chgData name="Laurianne Lair" userId="877d0e272dd2d022" providerId="LiveId" clId="{96BAE75C-18A9-4295-BEA1-4B96590C7FDA}" dt="2025-02-24T19:39:51.373" v="4007" actId="478"/>
          <ac:spMkLst>
            <pc:docMk/>
            <pc:sldMk cId="349719191" sldId="752"/>
            <ac:spMk id="36" creationId="{CF902AE6-A3B9-795C-A41E-D4E0DD0E4236}"/>
          </ac:spMkLst>
        </pc:spChg>
        <pc:spChg chg="mod">
          <ac:chgData name="Laurianne Lair" userId="877d0e272dd2d022" providerId="LiveId" clId="{96BAE75C-18A9-4295-BEA1-4B96590C7FDA}" dt="2025-02-24T19:39:43.404" v="3984" actId="20577"/>
          <ac:spMkLst>
            <pc:docMk/>
            <pc:sldMk cId="349719191" sldId="752"/>
            <ac:spMk id="82" creationId="{9E4AF2C9-4C1D-0288-CC7D-06522A65CC59}"/>
          </ac:spMkLst>
        </pc:spChg>
        <pc:picChg chg="del">
          <ac:chgData name="Laurianne Lair" userId="877d0e272dd2d022" providerId="LiveId" clId="{96BAE75C-18A9-4295-BEA1-4B96590C7FDA}" dt="2025-02-24T19:39:51.373" v="4007" actId="478"/>
          <ac:picMkLst>
            <pc:docMk/>
            <pc:sldMk cId="349719191" sldId="752"/>
            <ac:picMk id="5" creationId="{1072AA64-604B-B565-293A-41B43EF0672D}"/>
          </ac:picMkLst>
        </pc:picChg>
      </pc:sldChg>
      <pc:sldChg chg="add del">
        <pc:chgData name="Laurianne Lair" userId="877d0e272dd2d022" providerId="LiveId" clId="{96BAE75C-18A9-4295-BEA1-4B96590C7FDA}" dt="2025-02-21T16:49:34.092" v="4" actId="2696"/>
        <pc:sldMkLst>
          <pc:docMk/>
          <pc:sldMk cId="1219979477" sldId="752"/>
        </pc:sldMkLst>
      </pc:sldChg>
      <pc:sldChg chg="modSp add del mod">
        <pc:chgData name="Laurianne Lair" userId="877d0e272dd2d022" providerId="LiveId" clId="{96BAE75C-18A9-4295-BEA1-4B96590C7FDA}" dt="2025-02-24T19:02:24.198" v="3156" actId="2696"/>
        <pc:sldMkLst>
          <pc:docMk/>
          <pc:sldMk cId="3409569281" sldId="752"/>
        </pc:sldMkLst>
        <pc:spChg chg="mod">
          <ac:chgData name="Laurianne Lair" userId="877d0e272dd2d022" providerId="LiveId" clId="{96BAE75C-18A9-4295-BEA1-4B96590C7FDA}" dt="2025-02-24T19:02:21.085" v="3155" actId="20577"/>
          <ac:spMkLst>
            <pc:docMk/>
            <pc:sldMk cId="3409569281" sldId="752"/>
            <ac:spMk id="2" creationId="{4B0AD9B2-F507-1136-F0A7-056BDB58005B}"/>
          </ac:spMkLst>
        </pc:spChg>
      </pc:sldChg>
      <pc:sldChg chg="add del">
        <pc:chgData name="Laurianne Lair" userId="877d0e272dd2d022" providerId="LiveId" clId="{96BAE75C-18A9-4295-BEA1-4B96590C7FDA}" dt="2025-02-21T16:49:34.092" v="4" actId="2696"/>
        <pc:sldMkLst>
          <pc:docMk/>
          <pc:sldMk cId="3025771807" sldId="753"/>
        </pc:sldMkLst>
      </pc:sldChg>
      <pc:sldChg chg="add del">
        <pc:chgData name="Laurianne Lair" userId="877d0e272dd2d022" providerId="LiveId" clId="{96BAE75C-18A9-4295-BEA1-4B96590C7FDA}" dt="2025-02-21T16:49:34.092" v="4" actId="2696"/>
        <pc:sldMkLst>
          <pc:docMk/>
          <pc:sldMk cId="336985798" sldId="754"/>
        </pc:sldMkLst>
      </pc:sldChg>
      <pc:sldChg chg="add del">
        <pc:chgData name="Laurianne Lair" userId="877d0e272dd2d022" providerId="LiveId" clId="{96BAE75C-18A9-4295-BEA1-4B96590C7FDA}" dt="2025-02-21T16:49:34.092" v="4" actId="2696"/>
        <pc:sldMkLst>
          <pc:docMk/>
          <pc:sldMk cId="1021712854" sldId="755"/>
        </pc:sldMkLst>
      </pc:sldChg>
    </pc:docChg>
  </pc:docChgLst>
  <pc:docChgLst>
    <pc:chgData name="Laurianne Lair" userId="877d0e272dd2d022" providerId="LiveId" clId="{10F818E3-688F-42C7-B853-DC7926C09385}"/>
    <pc:docChg chg="undo custSel addSld delSld modSld sldOrd">
      <pc:chgData name="Laurianne Lair" userId="877d0e272dd2d022" providerId="LiveId" clId="{10F818E3-688F-42C7-B853-DC7926C09385}" dt="2025-01-28T18:10:27.728" v="7134" actId="1076"/>
      <pc:docMkLst>
        <pc:docMk/>
      </pc:docMkLst>
      <pc:sldChg chg="modSp mod">
        <pc:chgData name="Laurianne Lair" userId="877d0e272dd2d022" providerId="LiveId" clId="{10F818E3-688F-42C7-B853-DC7926C09385}" dt="2025-01-24T13:23:02.691" v="4444" actId="20577"/>
        <pc:sldMkLst>
          <pc:docMk/>
          <pc:sldMk cId="0" sldId="257"/>
        </pc:sldMkLst>
        <pc:spChg chg="mod">
          <ac:chgData name="Laurianne Lair" userId="877d0e272dd2d022" providerId="LiveId" clId="{10F818E3-688F-42C7-B853-DC7926C09385}" dt="2025-01-24T13:23:02.691" v="4444" actId="20577"/>
          <ac:spMkLst>
            <pc:docMk/>
            <pc:sldMk cId="0" sldId="257"/>
            <ac:spMk id="4" creationId="{754F6CB3-5DA4-4553-9D8F-F3380A68D676}"/>
          </ac:spMkLst>
        </pc:spChg>
        <pc:spChg chg="mod">
          <ac:chgData name="Laurianne Lair" userId="877d0e272dd2d022" providerId="LiveId" clId="{10F818E3-688F-42C7-B853-DC7926C09385}" dt="2025-01-23T19:14:54.768" v="218" actId="1076"/>
          <ac:spMkLst>
            <pc:docMk/>
            <pc:sldMk cId="0" sldId="257"/>
            <ac:spMk id="11265" creationId="{F04FAD1C-D935-4EA9-860A-A5EDAC21AB78}"/>
          </ac:spMkLst>
        </pc:spChg>
      </pc:sldChg>
      <pc:sldChg chg="modSp mod">
        <pc:chgData name="Laurianne Lair" userId="877d0e272dd2d022" providerId="LiveId" clId="{10F818E3-688F-42C7-B853-DC7926C09385}" dt="2025-01-23T19:20:44.324" v="240" actId="1076"/>
        <pc:sldMkLst>
          <pc:docMk/>
          <pc:sldMk cId="1234421618" sldId="738"/>
        </pc:sldMkLst>
        <pc:spChg chg="mod">
          <ac:chgData name="Laurianne Lair" userId="877d0e272dd2d022" providerId="LiveId" clId="{10F818E3-688F-42C7-B853-DC7926C09385}" dt="2025-01-23T19:14:59.148" v="229" actId="20577"/>
          <ac:spMkLst>
            <pc:docMk/>
            <pc:sldMk cId="1234421618" sldId="738"/>
            <ac:spMk id="2" creationId="{9459DA10-DBA3-414A-90CB-3B4F0EFA643F}"/>
          </ac:spMkLst>
        </pc:spChg>
        <pc:graphicFrameChg chg="mod">
          <ac:chgData name="Laurianne Lair" userId="877d0e272dd2d022" providerId="LiveId" clId="{10F818E3-688F-42C7-B853-DC7926C09385}" dt="2025-01-23T19:20:44.324" v="240" actId="1076"/>
          <ac:graphicFrameMkLst>
            <pc:docMk/>
            <pc:sldMk cId="1234421618" sldId="738"/>
            <ac:graphicFrameMk id="15" creationId="{A25B3AF5-02D6-1383-3C5B-831B78BA15AE}"/>
          </ac:graphicFrameMkLst>
        </pc:graphicFrameChg>
      </pc:sldChg>
      <pc:sldChg chg="addSp delSp modSp mod modAnim">
        <pc:chgData name="Laurianne Lair" userId="877d0e272dd2d022" providerId="LiveId" clId="{10F818E3-688F-42C7-B853-DC7926C09385}" dt="2025-01-23T20:02:48.638" v="3666" actId="1076"/>
        <pc:sldMkLst>
          <pc:docMk/>
          <pc:sldMk cId="2605074462" sldId="746"/>
        </pc:sldMkLst>
      </pc:sldChg>
      <pc:sldChg chg="addSp delSp modSp mod modAnim">
        <pc:chgData name="Laurianne Lair" userId="877d0e272dd2d022" providerId="LiveId" clId="{10F818E3-688F-42C7-B853-DC7926C09385}" dt="2025-01-24T17:56:27.177" v="4630" actId="6549"/>
        <pc:sldMkLst>
          <pc:docMk/>
          <pc:sldMk cId="3686493217" sldId="747"/>
        </pc:sldMkLst>
        <pc:spChg chg="mod">
          <ac:chgData name="Laurianne Lair" userId="877d0e272dd2d022" providerId="LiveId" clId="{10F818E3-688F-42C7-B853-DC7926C09385}" dt="2025-01-23T19:24:07.037" v="383" actId="14100"/>
          <ac:spMkLst>
            <pc:docMk/>
            <pc:sldMk cId="3686493217" sldId="747"/>
            <ac:spMk id="2" creationId="{D3DA677A-0E91-EB8D-2D09-31D788682CD7}"/>
          </ac:spMkLst>
        </pc:spChg>
      </pc:sldChg>
      <pc:sldChg chg="del">
        <pc:chgData name="Laurianne Lair" userId="877d0e272dd2d022" providerId="LiveId" clId="{10F818E3-688F-42C7-B853-DC7926C09385}" dt="2025-01-23T19:23:48.823" v="365" actId="2696"/>
        <pc:sldMkLst>
          <pc:docMk/>
          <pc:sldMk cId="3292759731" sldId="748"/>
        </pc:sldMkLst>
      </pc:sldChg>
      <pc:sldChg chg="addSp delSp modSp add mod modAnim">
        <pc:chgData name="Laurianne Lair" userId="877d0e272dd2d022" providerId="LiveId" clId="{10F818E3-688F-42C7-B853-DC7926C09385}" dt="2025-01-27T19:45:29.810" v="6746"/>
        <pc:sldMkLst>
          <pc:docMk/>
          <pc:sldMk cId="3731754421" sldId="748"/>
        </pc:sldMkLst>
      </pc:sldChg>
      <pc:sldChg chg="addSp delSp modSp add mod delAnim modAnim">
        <pc:chgData name="Laurianne Lair" userId="877d0e272dd2d022" providerId="LiveId" clId="{10F818E3-688F-42C7-B853-DC7926C09385}" dt="2025-01-27T19:49:12.391" v="6752" actId="207"/>
        <pc:sldMkLst>
          <pc:docMk/>
          <pc:sldMk cId="3403817119" sldId="749"/>
        </pc:sldMkLst>
        <pc:spChg chg="add mod">
          <ac:chgData name="Laurianne Lair" userId="877d0e272dd2d022" providerId="LiveId" clId="{10F818E3-688F-42C7-B853-DC7926C09385}" dt="2025-01-24T17:47:00.736" v="4455" actId="14100"/>
          <ac:spMkLst>
            <pc:docMk/>
            <pc:sldMk cId="3403817119" sldId="749"/>
            <ac:spMk id="3" creationId="{75FE5BBE-B872-1B7C-B424-176F41078E43}"/>
          </ac:spMkLst>
        </pc:spChg>
        <pc:spChg chg="add mod">
          <ac:chgData name="Laurianne Lair" userId="877d0e272dd2d022" providerId="LiveId" clId="{10F818E3-688F-42C7-B853-DC7926C09385}" dt="2025-01-27T19:49:12.391" v="6752" actId="207"/>
          <ac:spMkLst>
            <pc:docMk/>
            <pc:sldMk cId="3403817119" sldId="749"/>
            <ac:spMk id="9" creationId="{34F0ACFE-D423-72C1-4EF7-5E6760A3E091}"/>
          </ac:spMkLst>
        </pc:spChg>
        <pc:spChg chg="add mod">
          <ac:chgData name="Laurianne Lair" userId="877d0e272dd2d022" providerId="LiveId" clId="{10F818E3-688F-42C7-B853-DC7926C09385}" dt="2025-01-24T17:49:28.269" v="4487" actId="1076"/>
          <ac:spMkLst>
            <pc:docMk/>
            <pc:sldMk cId="3403817119" sldId="749"/>
            <ac:spMk id="13" creationId="{7194BBCE-2826-364F-DFAC-06B062D30F5E}"/>
          </ac:spMkLst>
        </pc:spChg>
        <pc:spChg chg="add mod">
          <ac:chgData name="Laurianne Lair" userId="877d0e272dd2d022" providerId="LiveId" clId="{10F818E3-688F-42C7-B853-DC7926C09385}" dt="2025-01-24T17:50:28.231" v="4500" actId="114"/>
          <ac:spMkLst>
            <pc:docMk/>
            <pc:sldMk cId="3403817119" sldId="749"/>
            <ac:spMk id="18" creationId="{3600BA07-90F6-0932-7B1F-1BFE4DA93FE9}"/>
          </ac:spMkLst>
        </pc:spChg>
        <pc:spChg chg="add mod">
          <ac:chgData name="Laurianne Lair" userId="877d0e272dd2d022" providerId="LiveId" clId="{10F818E3-688F-42C7-B853-DC7926C09385}" dt="2025-01-24T17:54:41.686" v="4624" actId="553"/>
          <ac:spMkLst>
            <pc:docMk/>
            <pc:sldMk cId="3403817119" sldId="749"/>
            <ac:spMk id="23" creationId="{66B676B8-6F2B-5A90-E0E9-8B1DF9DE534E}"/>
          </ac:spMkLst>
        </pc:spChg>
        <pc:spChg chg="add mod">
          <ac:chgData name="Laurianne Lair" userId="877d0e272dd2d022" providerId="LiveId" clId="{10F818E3-688F-42C7-B853-DC7926C09385}" dt="2025-01-27T19:49:12.391" v="6752" actId="207"/>
          <ac:spMkLst>
            <pc:docMk/>
            <pc:sldMk cId="3403817119" sldId="749"/>
            <ac:spMk id="25" creationId="{6BC1D29B-ED0F-1BD7-1539-5FE9E7416961}"/>
          </ac:spMkLst>
        </pc:spChg>
        <pc:cxnChg chg="add mod">
          <ac:chgData name="Laurianne Lair" userId="877d0e272dd2d022" providerId="LiveId" clId="{10F818E3-688F-42C7-B853-DC7926C09385}" dt="2025-01-24T17:49:51.822" v="4491" actId="693"/>
          <ac:cxnSpMkLst>
            <pc:docMk/>
            <pc:sldMk cId="3403817119" sldId="749"/>
            <ac:cxnSpMk id="15" creationId="{30FD7F80-F989-10C4-FBDE-C6DFF4B1199B}"/>
          </ac:cxnSpMkLst>
        </pc:cxnChg>
        <pc:cxnChg chg="add mod">
          <ac:chgData name="Laurianne Lair" userId="877d0e272dd2d022" providerId="LiveId" clId="{10F818E3-688F-42C7-B853-DC7926C09385}" dt="2025-01-24T17:50:08.536" v="4494" actId="208"/>
          <ac:cxnSpMkLst>
            <pc:docMk/>
            <pc:sldMk cId="3403817119" sldId="749"/>
            <ac:cxnSpMk id="17" creationId="{97DBF542-8A49-A22A-B9C1-990D7BA7EE4B}"/>
          </ac:cxnSpMkLst>
        </pc:cxnChg>
        <pc:cxnChg chg="add mod">
          <ac:chgData name="Laurianne Lair" userId="877d0e272dd2d022" providerId="LiveId" clId="{10F818E3-688F-42C7-B853-DC7926C09385}" dt="2025-01-24T17:51:05.037" v="4508" actId="208"/>
          <ac:cxnSpMkLst>
            <pc:docMk/>
            <pc:sldMk cId="3403817119" sldId="749"/>
            <ac:cxnSpMk id="20" creationId="{BBA8AD53-015A-A972-0312-1EFF3095E1C7}"/>
          </ac:cxnSpMkLst>
        </pc:cxnChg>
        <pc:cxnChg chg="add mod">
          <ac:chgData name="Laurianne Lair" userId="877d0e272dd2d022" providerId="LiveId" clId="{10F818E3-688F-42C7-B853-DC7926C09385}" dt="2025-01-24T17:51:13.066" v="4517" actId="1037"/>
          <ac:cxnSpMkLst>
            <pc:docMk/>
            <pc:sldMk cId="3403817119" sldId="749"/>
            <ac:cxnSpMk id="22" creationId="{C834AC03-E422-F3AA-559A-53055823B88C}"/>
          </ac:cxnSpMkLst>
        </pc:cxnChg>
      </pc:sldChg>
      <pc:sldChg chg="addSp delSp modSp add mod delAnim modAnim">
        <pc:chgData name="Laurianne Lair" userId="877d0e272dd2d022" providerId="LiveId" clId="{10F818E3-688F-42C7-B853-DC7926C09385}" dt="2025-01-27T17:13:56.941" v="6672"/>
        <pc:sldMkLst>
          <pc:docMk/>
          <pc:sldMk cId="839584722" sldId="750"/>
        </pc:sldMkLst>
      </pc:sldChg>
      <pc:sldChg chg="del">
        <pc:chgData name="Laurianne Lair" userId="877d0e272dd2d022" providerId="LiveId" clId="{10F818E3-688F-42C7-B853-DC7926C09385}" dt="2025-01-23T19:23:45.553" v="364" actId="2696"/>
        <pc:sldMkLst>
          <pc:docMk/>
          <pc:sldMk cId="2693860794" sldId="750"/>
        </pc:sldMkLst>
      </pc:sldChg>
      <pc:sldChg chg="del">
        <pc:chgData name="Laurianne Lair" userId="877d0e272dd2d022" providerId="LiveId" clId="{10F818E3-688F-42C7-B853-DC7926C09385}" dt="2025-01-23T19:23:45.553" v="364" actId="2696"/>
        <pc:sldMkLst>
          <pc:docMk/>
          <pc:sldMk cId="1800251579" sldId="751"/>
        </pc:sldMkLst>
      </pc:sldChg>
      <pc:sldChg chg="addSp delSp modSp add mod modAnim modShow">
        <pc:chgData name="Laurianne Lair" userId="877d0e272dd2d022" providerId="LiveId" clId="{10F818E3-688F-42C7-B853-DC7926C09385}" dt="2025-01-27T16:57:43.408" v="6647" actId="1076"/>
        <pc:sldMkLst>
          <pc:docMk/>
          <pc:sldMk cId="1971128712" sldId="751"/>
        </pc:sldMkLst>
      </pc:sldChg>
      <pc:sldChg chg="addSp delSp modSp add mod delAnim modAnim modShow">
        <pc:chgData name="Laurianne Lair" userId="877d0e272dd2d022" providerId="LiveId" clId="{10F818E3-688F-42C7-B853-DC7926C09385}" dt="2025-01-27T17:36:30.344" v="6724" actId="6549"/>
        <pc:sldMkLst>
          <pc:docMk/>
          <pc:sldMk cId="1219979477" sldId="752"/>
        </pc:sldMkLst>
      </pc:sldChg>
      <pc:sldChg chg="del">
        <pc:chgData name="Laurianne Lair" userId="877d0e272dd2d022" providerId="LiveId" clId="{10F818E3-688F-42C7-B853-DC7926C09385}" dt="2025-01-23T19:23:48.823" v="365" actId="2696"/>
        <pc:sldMkLst>
          <pc:docMk/>
          <pc:sldMk cId="3990608834" sldId="752"/>
        </pc:sldMkLst>
      </pc:sldChg>
      <pc:sldChg chg="addSp delSp modSp add mod delAnim modAnim modShow">
        <pc:chgData name="Laurianne Lair" userId="877d0e272dd2d022" providerId="LiveId" clId="{10F818E3-688F-42C7-B853-DC7926C09385}" dt="2025-01-27T17:38:04.490" v="6740" actId="1076"/>
        <pc:sldMkLst>
          <pc:docMk/>
          <pc:sldMk cId="3025771807" sldId="753"/>
        </pc:sldMkLst>
      </pc:sldChg>
      <pc:sldChg chg="addSp delSp modSp add mod delAnim modAnim">
        <pc:chgData name="Laurianne Lair" userId="877d0e272dd2d022" providerId="LiveId" clId="{10F818E3-688F-42C7-B853-DC7926C09385}" dt="2025-01-28T17:58:48.181" v="6799" actId="478"/>
        <pc:sldMkLst>
          <pc:docMk/>
          <pc:sldMk cId="336985798" sldId="754"/>
        </pc:sldMkLst>
      </pc:sldChg>
      <pc:sldChg chg="add del ord">
        <pc:chgData name="Laurianne Lair" userId="877d0e272dd2d022" providerId="LiveId" clId="{10F818E3-688F-42C7-B853-DC7926C09385}" dt="2025-01-24T19:06:10.991" v="5318" actId="2696"/>
        <pc:sldMkLst>
          <pc:docMk/>
          <pc:sldMk cId="4162463964" sldId="754"/>
        </pc:sldMkLst>
      </pc:sldChg>
      <pc:sldChg chg="addSp delSp modSp add mod delAnim modAnim">
        <pc:chgData name="Laurianne Lair" userId="877d0e272dd2d022" providerId="LiveId" clId="{10F818E3-688F-42C7-B853-DC7926C09385}" dt="2025-01-28T18:10:27.728" v="7134" actId="1076"/>
        <pc:sldMkLst>
          <pc:docMk/>
          <pc:sldMk cId="1021712854" sldId="755"/>
        </pc:sldMkLst>
      </pc:sldChg>
      <pc:sldChg chg="addSp delSp modSp add del mod addAnim delAnim modAnim">
        <pc:chgData name="Laurianne Lair" userId="877d0e272dd2d022" providerId="LiveId" clId="{10F818E3-688F-42C7-B853-DC7926C09385}" dt="2025-01-27T17:24:41.224" v="6695" actId="2696"/>
        <pc:sldMkLst>
          <pc:docMk/>
          <pc:sldMk cId="3393847798" sldId="755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3D3239B-4BFA-47DD-9D8F-2B07A04A1AF8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F736E41-7615-4764-8515-860697FB0E19}">
      <dgm:prSet phldrT="[Text]"/>
      <dgm:spPr/>
      <dgm:t>
        <a:bodyPr/>
        <a:lstStyle/>
        <a:p>
          <a:r>
            <a:rPr lang="en-US" dirty="0"/>
            <a:t>1</a:t>
          </a:r>
        </a:p>
      </dgm:t>
    </dgm:pt>
    <dgm:pt modelId="{F6D93CD5-CF54-447C-9D3D-E5B7ECB36DF7}" type="parTrans" cxnId="{79F20152-65A6-4E4C-806F-93ED2888008E}">
      <dgm:prSet/>
      <dgm:spPr/>
      <dgm:t>
        <a:bodyPr/>
        <a:lstStyle/>
        <a:p>
          <a:endParaRPr lang="en-US"/>
        </a:p>
      </dgm:t>
    </dgm:pt>
    <dgm:pt modelId="{F1739778-91DC-4F45-8D50-EA30AEAF633E}" type="sibTrans" cxnId="{79F20152-65A6-4E4C-806F-93ED2888008E}">
      <dgm:prSet/>
      <dgm:spPr/>
      <dgm:t>
        <a:bodyPr/>
        <a:lstStyle/>
        <a:p>
          <a:endParaRPr lang="en-US"/>
        </a:p>
      </dgm:t>
    </dgm:pt>
    <dgm:pt modelId="{33975ED2-46D6-4C4C-AEF0-9C9A591899CC}">
      <dgm:prSet phldrT="[Text]"/>
      <dgm:spPr/>
      <dgm:t>
        <a:bodyPr/>
        <a:lstStyle/>
        <a:p>
          <a:r>
            <a:rPr lang="en-US" dirty="0"/>
            <a:t>Calculating interfacial concentration</a:t>
          </a:r>
        </a:p>
      </dgm:t>
    </dgm:pt>
    <dgm:pt modelId="{7214FEC8-7022-4DB1-BCC0-C187B62CF801}" type="parTrans" cxnId="{C2FBF6F3-946F-44E2-A86B-F295D4BE78D8}">
      <dgm:prSet/>
      <dgm:spPr/>
      <dgm:t>
        <a:bodyPr/>
        <a:lstStyle/>
        <a:p>
          <a:endParaRPr lang="en-US"/>
        </a:p>
      </dgm:t>
    </dgm:pt>
    <dgm:pt modelId="{CD56F5FE-A2FC-4A9A-8C38-BA8706FD632A}" type="sibTrans" cxnId="{C2FBF6F3-946F-44E2-A86B-F295D4BE78D8}">
      <dgm:prSet/>
      <dgm:spPr/>
      <dgm:t>
        <a:bodyPr/>
        <a:lstStyle/>
        <a:p>
          <a:endParaRPr lang="en-US"/>
        </a:p>
      </dgm:t>
    </dgm:pt>
    <dgm:pt modelId="{30C568FE-564A-4702-AF32-65C5C4E726BA}">
      <dgm:prSet phldrT="[Text]"/>
      <dgm:spPr/>
      <dgm:t>
        <a:bodyPr/>
        <a:lstStyle/>
        <a:p>
          <a:r>
            <a:rPr lang="en-US" dirty="0"/>
            <a:t>2</a:t>
          </a:r>
        </a:p>
      </dgm:t>
    </dgm:pt>
    <dgm:pt modelId="{6C81F9D0-703C-4AA7-90BC-524F11F2A842}" type="parTrans" cxnId="{4C001275-5662-447A-83CF-E03B4779DA00}">
      <dgm:prSet/>
      <dgm:spPr/>
      <dgm:t>
        <a:bodyPr/>
        <a:lstStyle/>
        <a:p>
          <a:endParaRPr lang="en-US"/>
        </a:p>
      </dgm:t>
    </dgm:pt>
    <dgm:pt modelId="{3DADB866-8E65-46F4-B8AF-9CAD789A828A}" type="sibTrans" cxnId="{4C001275-5662-447A-83CF-E03B4779DA00}">
      <dgm:prSet/>
      <dgm:spPr/>
      <dgm:t>
        <a:bodyPr/>
        <a:lstStyle/>
        <a:p>
          <a:endParaRPr lang="en-US"/>
        </a:p>
      </dgm:t>
    </dgm:pt>
    <dgm:pt modelId="{A5521000-A641-46F0-870F-62F778CC6E8C}">
      <dgm:prSet phldrT="[Text]"/>
      <dgm:spPr/>
      <dgm:t>
        <a:bodyPr/>
        <a:lstStyle/>
        <a:p>
          <a:r>
            <a:rPr lang="en-US" dirty="0"/>
            <a:t>Generalized flux equation</a:t>
          </a:r>
        </a:p>
      </dgm:t>
    </dgm:pt>
    <dgm:pt modelId="{585C7A90-D1A8-47C7-A38B-EDEADD7C8403}" type="parTrans" cxnId="{E9E48347-D23E-412B-9289-FEBD5958722E}">
      <dgm:prSet/>
      <dgm:spPr/>
      <dgm:t>
        <a:bodyPr/>
        <a:lstStyle/>
        <a:p>
          <a:endParaRPr lang="en-US"/>
        </a:p>
      </dgm:t>
    </dgm:pt>
    <dgm:pt modelId="{B1664384-E791-4B8F-9C32-E9864E85DCFA}" type="sibTrans" cxnId="{E9E48347-D23E-412B-9289-FEBD5958722E}">
      <dgm:prSet/>
      <dgm:spPr/>
      <dgm:t>
        <a:bodyPr/>
        <a:lstStyle/>
        <a:p>
          <a:endParaRPr lang="en-US"/>
        </a:p>
      </dgm:t>
    </dgm:pt>
    <dgm:pt modelId="{ACA25C35-9B2A-4E14-9FEE-93DE7DC137A7}" type="pres">
      <dgm:prSet presAssocID="{93D3239B-4BFA-47DD-9D8F-2B07A04A1AF8}" presName="Name0" presStyleCnt="0">
        <dgm:presLayoutVars>
          <dgm:dir/>
          <dgm:animLvl val="lvl"/>
          <dgm:resizeHandles val="exact"/>
        </dgm:presLayoutVars>
      </dgm:prSet>
      <dgm:spPr/>
    </dgm:pt>
    <dgm:pt modelId="{45919141-26CC-40D4-9E96-42FD11F5DF1A}" type="pres">
      <dgm:prSet presAssocID="{AF736E41-7615-4764-8515-860697FB0E19}" presName="linNode" presStyleCnt="0"/>
      <dgm:spPr/>
    </dgm:pt>
    <dgm:pt modelId="{B648D735-8FF0-438F-A1B7-9D69D5FF8098}" type="pres">
      <dgm:prSet presAssocID="{AF736E41-7615-4764-8515-860697FB0E19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272287A5-5DC1-48A4-A17A-5B87BEEC5DE7}" type="pres">
      <dgm:prSet presAssocID="{AF736E41-7615-4764-8515-860697FB0E19}" presName="descendantText" presStyleLbl="alignAccFollowNode1" presStyleIdx="0" presStyleCnt="2">
        <dgm:presLayoutVars>
          <dgm:bulletEnabled val="1"/>
        </dgm:presLayoutVars>
      </dgm:prSet>
      <dgm:spPr/>
    </dgm:pt>
    <dgm:pt modelId="{3698292B-87A0-469A-A1B8-00230CB15BC0}" type="pres">
      <dgm:prSet presAssocID="{F1739778-91DC-4F45-8D50-EA30AEAF633E}" presName="sp" presStyleCnt="0"/>
      <dgm:spPr/>
    </dgm:pt>
    <dgm:pt modelId="{7F0CC496-7202-49BE-AD70-1361EFC944AD}" type="pres">
      <dgm:prSet presAssocID="{30C568FE-564A-4702-AF32-65C5C4E726BA}" presName="linNode" presStyleCnt="0"/>
      <dgm:spPr/>
    </dgm:pt>
    <dgm:pt modelId="{4D491BE8-25FD-49E0-9D51-C6E8E7AB89B4}" type="pres">
      <dgm:prSet presAssocID="{30C568FE-564A-4702-AF32-65C5C4E726BA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FA287093-BF76-45DF-8615-CCB4CC3A8D72}" type="pres">
      <dgm:prSet presAssocID="{30C568FE-564A-4702-AF32-65C5C4E726BA}" presName="descendantText" presStyleLbl="alignAccFollowNode1" presStyleIdx="1" presStyleCnt="2" custLinFactNeighborX="-632" custLinFactNeighborY="1588">
        <dgm:presLayoutVars>
          <dgm:bulletEnabled val="1"/>
        </dgm:presLayoutVars>
      </dgm:prSet>
      <dgm:spPr/>
    </dgm:pt>
  </dgm:ptLst>
  <dgm:cxnLst>
    <dgm:cxn modelId="{66D43722-C004-4629-AE6A-97673EF4C153}" type="presOf" srcId="{93D3239B-4BFA-47DD-9D8F-2B07A04A1AF8}" destId="{ACA25C35-9B2A-4E14-9FEE-93DE7DC137A7}" srcOrd="0" destOrd="0" presId="urn:microsoft.com/office/officeart/2005/8/layout/vList5"/>
    <dgm:cxn modelId="{248CC930-2B71-45F8-B957-E4DD284B5BF3}" type="presOf" srcId="{A5521000-A641-46F0-870F-62F778CC6E8C}" destId="{FA287093-BF76-45DF-8615-CCB4CC3A8D72}" srcOrd="0" destOrd="0" presId="urn:microsoft.com/office/officeart/2005/8/layout/vList5"/>
    <dgm:cxn modelId="{E9E48347-D23E-412B-9289-FEBD5958722E}" srcId="{30C568FE-564A-4702-AF32-65C5C4E726BA}" destId="{A5521000-A641-46F0-870F-62F778CC6E8C}" srcOrd="0" destOrd="0" parTransId="{585C7A90-D1A8-47C7-A38B-EDEADD7C8403}" sibTransId="{B1664384-E791-4B8F-9C32-E9864E85DCFA}"/>
    <dgm:cxn modelId="{79F20152-65A6-4E4C-806F-93ED2888008E}" srcId="{93D3239B-4BFA-47DD-9D8F-2B07A04A1AF8}" destId="{AF736E41-7615-4764-8515-860697FB0E19}" srcOrd="0" destOrd="0" parTransId="{F6D93CD5-CF54-447C-9D3D-E5B7ECB36DF7}" sibTransId="{F1739778-91DC-4F45-8D50-EA30AEAF633E}"/>
    <dgm:cxn modelId="{4C001275-5662-447A-83CF-E03B4779DA00}" srcId="{93D3239B-4BFA-47DD-9D8F-2B07A04A1AF8}" destId="{30C568FE-564A-4702-AF32-65C5C4E726BA}" srcOrd="1" destOrd="0" parTransId="{6C81F9D0-703C-4AA7-90BC-524F11F2A842}" sibTransId="{3DADB866-8E65-46F4-B8AF-9CAD789A828A}"/>
    <dgm:cxn modelId="{430334A0-06BA-4326-8625-E17CED1D3187}" type="presOf" srcId="{30C568FE-564A-4702-AF32-65C5C4E726BA}" destId="{4D491BE8-25FD-49E0-9D51-C6E8E7AB89B4}" srcOrd="0" destOrd="0" presId="urn:microsoft.com/office/officeart/2005/8/layout/vList5"/>
    <dgm:cxn modelId="{9B9086AB-4118-4671-B2FC-3BC1FC39C5A0}" type="presOf" srcId="{AF736E41-7615-4764-8515-860697FB0E19}" destId="{B648D735-8FF0-438F-A1B7-9D69D5FF8098}" srcOrd="0" destOrd="0" presId="urn:microsoft.com/office/officeart/2005/8/layout/vList5"/>
    <dgm:cxn modelId="{C2FBF6F3-946F-44E2-A86B-F295D4BE78D8}" srcId="{AF736E41-7615-4764-8515-860697FB0E19}" destId="{33975ED2-46D6-4C4C-AEF0-9C9A591899CC}" srcOrd="0" destOrd="0" parTransId="{7214FEC8-7022-4DB1-BCC0-C187B62CF801}" sibTransId="{CD56F5FE-A2FC-4A9A-8C38-BA8706FD632A}"/>
    <dgm:cxn modelId="{D34CB9FB-C0D8-4F73-825A-2E9740E20E1D}" type="presOf" srcId="{33975ED2-46D6-4C4C-AEF0-9C9A591899CC}" destId="{272287A5-5DC1-48A4-A17A-5B87BEEC5DE7}" srcOrd="0" destOrd="0" presId="urn:microsoft.com/office/officeart/2005/8/layout/vList5"/>
    <dgm:cxn modelId="{52AC8FD1-4455-452E-8533-6453D890B138}" type="presParOf" srcId="{ACA25C35-9B2A-4E14-9FEE-93DE7DC137A7}" destId="{45919141-26CC-40D4-9E96-42FD11F5DF1A}" srcOrd="0" destOrd="0" presId="urn:microsoft.com/office/officeart/2005/8/layout/vList5"/>
    <dgm:cxn modelId="{B651E286-D192-4697-96D9-18328BECD99B}" type="presParOf" srcId="{45919141-26CC-40D4-9E96-42FD11F5DF1A}" destId="{B648D735-8FF0-438F-A1B7-9D69D5FF8098}" srcOrd="0" destOrd="0" presId="urn:microsoft.com/office/officeart/2005/8/layout/vList5"/>
    <dgm:cxn modelId="{9F126D57-CD9C-49C5-BB64-839007DBECDA}" type="presParOf" srcId="{45919141-26CC-40D4-9E96-42FD11F5DF1A}" destId="{272287A5-5DC1-48A4-A17A-5B87BEEC5DE7}" srcOrd="1" destOrd="0" presId="urn:microsoft.com/office/officeart/2005/8/layout/vList5"/>
    <dgm:cxn modelId="{14E6BE68-A3A6-42DA-B5A6-9347C2A38B25}" type="presParOf" srcId="{ACA25C35-9B2A-4E14-9FEE-93DE7DC137A7}" destId="{3698292B-87A0-469A-A1B8-00230CB15BC0}" srcOrd="1" destOrd="0" presId="urn:microsoft.com/office/officeart/2005/8/layout/vList5"/>
    <dgm:cxn modelId="{16426D1B-0A1C-4C1E-B1CA-EC62F01C16E6}" type="presParOf" srcId="{ACA25C35-9B2A-4E14-9FEE-93DE7DC137A7}" destId="{7F0CC496-7202-49BE-AD70-1361EFC944AD}" srcOrd="2" destOrd="0" presId="urn:microsoft.com/office/officeart/2005/8/layout/vList5"/>
    <dgm:cxn modelId="{F5BFD489-8212-4521-AF5E-65FBCCDB0339}" type="presParOf" srcId="{7F0CC496-7202-49BE-AD70-1361EFC944AD}" destId="{4D491BE8-25FD-49E0-9D51-C6E8E7AB89B4}" srcOrd="0" destOrd="0" presId="urn:microsoft.com/office/officeart/2005/8/layout/vList5"/>
    <dgm:cxn modelId="{55BA1DDD-4A5D-49A6-95CB-1CAEF42C1F24}" type="presParOf" srcId="{7F0CC496-7202-49BE-AD70-1361EFC944AD}" destId="{FA287093-BF76-45DF-8615-CCB4CC3A8D72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3D3239B-4BFA-47DD-9D8F-2B07A04A1AF8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F736E41-7615-4764-8515-860697FB0E19}">
      <dgm:prSet phldrT="[Text]"/>
      <dgm:spPr/>
      <dgm:t>
        <a:bodyPr/>
        <a:lstStyle/>
        <a:p>
          <a:r>
            <a:rPr lang="en-US" dirty="0"/>
            <a:t>1</a:t>
          </a:r>
        </a:p>
      </dgm:t>
    </dgm:pt>
    <dgm:pt modelId="{F6D93CD5-CF54-447C-9D3D-E5B7ECB36DF7}" type="parTrans" cxnId="{79F20152-65A6-4E4C-806F-93ED2888008E}">
      <dgm:prSet/>
      <dgm:spPr/>
      <dgm:t>
        <a:bodyPr/>
        <a:lstStyle/>
        <a:p>
          <a:endParaRPr lang="en-US"/>
        </a:p>
      </dgm:t>
    </dgm:pt>
    <dgm:pt modelId="{F1739778-91DC-4F45-8D50-EA30AEAF633E}" type="sibTrans" cxnId="{79F20152-65A6-4E4C-806F-93ED2888008E}">
      <dgm:prSet/>
      <dgm:spPr/>
      <dgm:t>
        <a:bodyPr/>
        <a:lstStyle/>
        <a:p>
          <a:endParaRPr lang="en-US"/>
        </a:p>
      </dgm:t>
    </dgm:pt>
    <dgm:pt modelId="{33975ED2-46D6-4C4C-AEF0-9C9A591899CC}">
      <dgm:prSet phldrT="[Text]" custT="1"/>
      <dgm:spPr/>
      <dgm:t>
        <a:bodyPr/>
        <a:lstStyle/>
        <a:p>
          <a:r>
            <a:rPr lang="en-US" sz="1800" dirty="0"/>
            <a:t>Calculating interfacial concentration</a:t>
          </a:r>
        </a:p>
      </dgm:t>
    </dgm:pt>
    <dgm:pt modelId="{7214FEC8-7022-4DB1-BCC0-C187B62CF801}" type="parTrans" cxnId="{C2FBF6F3-946F-44E2-A86B-F295D4BE78D8}">
      <dgm:prSet/>
      <dgm:spPr/>
      <dgm:t>
        <a:bodyPr/>
        <a:lstStyle/>
        <a:p>
          <a:endParaRPr lang="en-US"/>
        </a:p>
      </dgm:t>
    </dgm:pt>
    <dgm:pt modelId="{CD56F5FE-A2FC-4A9A-8C38-BA8706FD632A}" type="sibTrans" cxnId="{C2FBF6F3-946F-44E2-A86B-F295D4BE78D8}">
      <dgm:prSet/>
      <dgm:spPr/>
      <dgm:t>
        <a:bodyPr/>
        <a:lstStyle/>
        <a:p>
          <a:endParaRPr lang="en-US"/>
        </a:p>
      </dgm:t>
    </dgm:pt>
    <dgm:pt modelId="{ACA25C35-9B2A-4E14-9FEE-93DE7DC137A7}" type="pres">
      <dgm:prSet presAssocID="{93D3239B-4BFA-47DD-9D8F-2B07A04A1AF8}" presName="Name0" presStyleCnt="0">
        <dgm:presLayoutVars>
          <dgm:dir/>
          <dgm:animLvl val="lvl"/>
          <dgm:resizeHandles val="exact"/>
        </dgm:presLayoutVars>
      </dgm:prSet>
      <dgm:spPr/>
    </dgm:pt>
    <dgm:pt modelId="{45919141-26CC-40D4-9E96-42FD11F5DF1A}" type="pres">
      <dgm:prSet presAssocID="{AF736E41-7615-4764-8515-860697FB0E19}" presName="linNode" presStyleCnt="0"/>
      <dgm:spPr/>
    </dgm:pt>
    <dgm:pt modelId="{B648D735-8FF0-438F-A1B7-9D69D5FF8098}" type="pres">
      <dgm:prSet presAssocID="{AF736E41-7615-4764-8515-860697FB0E19}" presName="parentText" presStyleLbl="node1" presStyleIdx="0" presStyleCnt="1" custScaleX="34740" custScaleY="90935" custLinFactNeighborX="-82">
        <dgm:presLayoutVars>
          <dgm:chMax val="1"/>
          <dgm:bulletEnabled val="1"/>
        </dgm:presLayoutVars>
      </dgm:prSet>
      <dgm:spPr/>
    </dgm:pt>
    <dgm:pt modelId="{272287A5-5DC1-48A4-A17A-5B87BEEC5DE7}" type="pres">
      <dgm:prSet presAssocID="{AF736E41-7615-4764-8515-860697FB0E19}" presName="descendantText" presStyleLbl="alignAccFollowNode1" presStyleIdx="0" presStyleCnt="1" custScaleX="109703">
        <dgm:presLayoutVars>
          <dgm:bulletEnabled val="1"/>
        </dgm:presLayoutVars>
      </dgm:prSet>
      <dgm:spPr/>
    </dgm:pt>
  </dgm:ptLst>
  <dgm:cxnLst>
    <dgm:cxn modelId="{66D43722-C004-4629-AE6A-97673EF4C153}" type="presOf" srcId="{93D3239B-4BFA-47DD-9D8F-2B07A04A1AF8}" destId="{ACA25C35-9B2A-4E14-9FEE-93DE7DC137A7}" srcOrd="0" destOrd="0" presId="urn:microsoft.com/office/officeart/2005/8/layout/vList5"/>
    <dgm:cxn modelId="{79F20152-65A6-4E4C-806F-93ED2888008E}" srcId="{93D3239B-4BFA-47DD-9D8F-2B07A04A1AF8}" destId="{AF736E41-7615-4764-8515-860697FB0E19}" srcOrd="0" destOrd="0" parTransId="{F6D93CD5-CF54-447C-9D3D-E5B7ECB36DF7}" sibTransId="{F1739778-91DC-4F45-8D50-EA30AEAF633E}"/>
    <dgm:cxn modelId="{9B9086AB-4118-4671-B2FC-3BC1FC39C5A0}" type="presOf" srcId="{AF736E41-7615-4764-8515-860697FB0E19}" destId="{B648D735-8FF0-438F-A1B7-9D69D5FF8098}" srcOrd="0" destOrd="0" presId="urn:microsoft.com/office/officeart/2005/8/layout/vList5"/>
    <dgm:cxn modelId="{C2FBF6F3-946F-44E2-A86B-F295D4BE78D8}" srcId="{AF736E41-7615-4764-8515-860697FB0E19}" destId="{33975ED2-46D6-4C4C-AEF0-9C9A591899CC}" srcOrd="0" destOrd="0" parTransId="{7214FEC8-7022-4DB1-BCC0-C187B62CF801}" sibTransId="{CD56F5FE-A2FC-4A9A-8C38-BA8706FD632A}"/>
    <dgm:cxn modelId="{D34CB9FB-C0D8-4F73-825A-2E9740E20E1D}" type="presOf" srcId="{33975ED2-46D6-4C4C-AEF0-9C9A591899CC}" destId="{272287A5-5DC1-48A4-A17A-5B87BEEC5DE7}" srcOrd="0" destOrd="0" presId="urn:microsoft.com/office/officeart/2005/8/layout/vList5"/>
    <dgm:cxn modelId="{52AC8FD1-4455-452E-8533-6453D890B138}" type="presParOf" srcId="{ACA25C35-9B2A-4E14-9FEE-93DE7DC137A7}" destId="{45919141-26CC-40D4-9E96-42FD11F5DF1A}" srcOrd="0" destOrd="0" presId="urn:microsoft.com/office/officeart/2005/8/layout/vList5"/>
    <dgm:cxn modelId="{B651E286-D192-4697-96D9-18328BECD99B}" type="presParOf" srcId="{45919141-26CC-40D4-9E96-42FD11F5DF1A}" destId="{B648D735-8FF0-438F-A1B7-9D69D5FF8098}" srcOrd="0" destOrd="0" presId="urn:microsoft.com/office/officeart/2005/8/layout/vList5"/>
    <dgm:cxn modelId="{9F126D57-CD9C-49C5-BB64-839007DBECDA}" type="presParOf" srcId="{45919141-26CC-40D4-9E96-42FD11F5DF1A}" destId="{272287A5-5DC1-48A4-A17A-5B87BEEC5DE7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3D3239B-4BFA-47DD-9D8F-2B07A04A1AF8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F736E41-7615-4764-8515-860697FB0E19}">
      <dgm:prSet phldrT="[Text]"/>
      <dgm:spPr/>
      <dgm:t>
        <a:bodyPr/>
        <a:lstStyle/>
        <a:p>
          <a:r>
            <a:rPr lang="en-US" dirty="0"/>
            <a:t>2</a:t>
          </a:r>
        </a:p>
      </dgm:t>
    </dgm:pt>
    <dgm:pt modelId="{F6D93CD5-CF54-447C-9D3D-E5B7ECB36DF7}" type="parTrans" cxnId="{79F20152-65A6-4E4C-806F-93ED2888008E}">
      <dgm:prSet/>
      <dgm:spPr/>
      <dgm:t>
        <a:bodyPr/>
        <a:lstStyle/>
        <a:p>
          <a:endParaRPr lang="en-US"/>
        </a:p>
      </dgm:t>
    </dgm:pt>
    <dgm:pt modelId="{F1739778-91DC-4F45-8D50-EA30AEAF633E}" type="sibTrans" cxnId="{79F20152-65A6-4E4C-806F-93ED2888008E}">
      <dgm:prSet/>
      <dgm:spPr/>
      <dgm:t>
        <a:bodyPr/>
        <a:lstStyle/>
        <a:p>
          <a:endParaRPr lang="en-US"/>
        </a:p>
      </dgm:t>
    </dgm:pt>
    <dgm:pt modelId="{33975ED2-46D6-4C4C-AEF0-9C9A591899CC}">
      <dgm:prSet phldrT="[Text]" custT="1"/>
      <dgm:spPr/>
      <dgm:t>
        <a:bodyPr/>
        <a:lstStyle/>
        <a:p>
          <a:r>
            <a:rPr lang="en-US" sz="1800" dirty="0"/>
            <a:t>Generalized flux equation</a:t>
          </a:r>
        </a:p>
      </dgm:t>
    </dgm:pt>
    <dgm:pt modelId="{7214FEC8-7022-4DB1-BCC0-C187B62CF801}" type="parTrans" cxnId="{C2FBF6F3-946F-44E2-A86B-F295D4BE78D8}">
      <dgm:prSet/>
      <dgm:spPr/>
      <dgm:t>
        <a:bodyPr/>
        <a:lstStyle/>
        <a:p>
          <a:endParaRPr lang="en-US"/>
        </a:p>
      </dgm:t>
    </dgm:pt>
    <dgm:pt modelId="{CD56F5FE-A2FC-4A9A-8C38-BA8706FD632A}" type="sibTrans" cxnId="{C2FBF6F3-946F-44E2-A86B-F295D4BE78D8}">
      <dgm:prSet/>
      <dgm:spPr/>
      <dgm:t>
        <a:bodyPr/>
        <a:lstStyle/>
        <a:p>
          <a:endParaRPr lang="en-US"/>
        </a:p>
      </dgm:t>
    </dgm:pt>
    <dgm:pt modelId="{ACA25C35-9B2A-4E14-9FEE-93DE7DC137A7}" type="pres">
      <dgm:prSet presAssocID="{93D3239B-4BFA-47DD-9D8F-2B07A04A1AF8}" presName="Name0" presStyleCnt="0">
        <dgm:presLayoutVars>
          <dgm:dir/>
          <dgm:animLvl val="lvl"/>
          <dgm:resizeHandles val="exact"/>
        </dgm:presLayoutVars>
      </dgm:prSet>
      <dgm:spPr/>
    </dgm:pt>
    <dgm:pt modelId="{45919141-26CC-40D4-9E96-42FD11F5DF1A}" type="pres">
      <dgm:prSet presAssocID="{AF736E41-7615-4764-8515-860697FB0E19}" presName="linNode" presStyleCnt="0"/>
      <dgm:spPr/>
    </dgm:pt>
    <dgm:pt modelId="{B648D735-8FF0-438F-A1B7-9D69D5FF8098}" type="pres">
      <dgm:prSet presAssocID="{AF736E41-7615-4764-8515-860697FB0E19}" presName="parentText" presStyleLbl="node1" presStyleIdx="0" presStyleCnt="1" custScaleX="34740" custScaleY="90935" custLinFactNeighborX="-82">
        <dgm:presLayoutVars>
          <dgm:chMax val="1"/>
          <dgm:bulletEnabled val="1"/>
        </dgm:presLayoutVars>
      </dgm:prSet>
      <dgm:spPr/>
    </dgm:pt>
    <dgm:pt modelId="{272287A5-5DC1-48A4-A17A-5B87BEEC5DE7}" type="pres">
      <dgm:prSet presAssocID="{AF736E41-7615-4764-8515-860697FB0E19}" presName="descendantText" presStyleLbl="alignAccFollowNode1" presStyleIdx="0" presStyleCnt="1" custScaleX="109703">
        <dgm:presLayoutVars>
          <dgm:bulletEnabled val="1"/>
        </dgm:presLayoutVars>
      </dgm:prSet>
      <dgm:spPr/>
    </dgm:pt>
  </dgm:ptLst>
  <dgm:cxnLst>
    <dgm:cxn modelId="{66D43722-C004-4629-AE6A-97673EF4C153}" type="presOf" srcId="{93D3239B-4BFA-47DD-9D8F-2B07A04A1AF8}" destId="{ACA25C35-9B2A-4E14-9FEE-93DE7DC137A7}" srcOrd="0" destOrd="0" presId="urn:microsoft.com/office/officeart/2005/8/layout/vList5"/>
    <dgm:cxn modelId="{79F20152-65A6-4E4C-806F-93ED2888008E}" srcId="{93D3239B-4BFA-47DD-9D8F-2B07A04A1AF8}" destId="{AF736E41-7615-4764-8515-860697FB0E19}" srcOrd="0" destOrd="0" parTransId="{F6D93CD5-CF54-447C-9D3D-E5B7ECB36DF7}" sibTransId="{F1739778-91DC-4F45-8D50-EA30AEAF633E}"/>
    <dgm:cxn modelId="{9B9086AB-4118-4671-B2FC-3BC1FC39C5A0}" type="presOf" srcId="{AF736E41-7615-4764-8515-860697FB0E19}" destId="{B648D735-8FF0-438F-A1B7-9D69D5FF8098}" srcOrd="0" destOrd="0" presId="urn:microsoft.com/office/officeart/2005/8/layout/vList5"/>
    <dgm:cxn modelId="{C2FBF6F3-946F-44E2-A86B-F295D4BE78D8}" srcId="{AF736E41-7615-4764-8515-860697FB0E19}" destId="{33975ED2-46D6-4C4C-AEF0-9C9A591899CC}" srcOrd="0" destOrd="0" parTransId="{7214FEC8-7022-4DB1-BCC0-C187B62CF801}" sibTransId="{CD56F5FE-A2FC-4A9A-8C38-BA8706FD632A}"/>
    <dgm:cxn modelId="{D34CB9FB-C0D8-4F73-825A-2E9740E20E1D}" type="presOf" srcId="{33975ED2-46D6-4C4C-AEF0-9C9A591899CC}" destId="{272287A5-5DC1-48A4-A17A-5B87BEEC5DE7}" srcOrd="0" destOrd="0" presId="urn:microsoft.com/office/officeart/2005/8/layout/vList5"/>
    <dgm:cxn modelId="{52AC8FD1-4455-452E-8533-6453D890B138}" type="presParOf" srcId="{ACA25C35-9B2A-4E14-9FEE-93DE7DC137A7}" destId="{45919141-26CC-40D4-9E96-42FD11F5DF1A}" srcOrd="0" destOrd="0" presId="urn:microsoft.com/office/officeart/2005/8/layout/vList5"/>
    <dgm:cxn modelId="{B651E286-D192-4697-96D9-18328BECD99B}" type="presParOf" srcId="{45919141-26CC-40D4-9E96-42FD11F5DF1A}" destId="{B648D735-8FF0-438F-A1B7-9D69D5FF8098}" srcOrd="0" destOrd="0" presId="urn:microsoft.com/office/officeart/2005/8/layout/vList5"/>
    <dgm:cxn modelId="{9F126D57-CD9C-49C5-BB64-839007DBECDA}" type="presParOf" srcId="{45919141-26CC-40D4-9E96-42FD11F5DF1A}" destId="{272287A5-5DC1-48A4-A17A-5B87BEEC5DE7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2287A5-5DC1-48A4-A17A-5B87BEEC5DE7}">
      <dsp:nvSpPr>
        <dsp:cNvPr id="0" name=""/>
        <dsp:cNvSpPr/>
      </dsp:nvSpPr>
      <dsp:spPr>
        <a:xfrm rot="5400000">
          <a:off x="5534513" y="-1950611"/>
          <a:ext cx="1677708" cy="599846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070" tIns="89535" rIns="179070" bIns="89535" numCol="1" spcCol="1270" anchor="ctr" anchorCtr="0">
          <a:noAutofit/>
        </a:bodyPr>
        <a:lstStyle/>
        <a:p>
          <a:pPr marL="285750" lvl="1" indent="-285750" algn="l" defTabSz="2089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4700" kern="1200" dirty="0"/>
            <a:t>Calculating interfacial concentration</a:t>
          </a:r>
        </a:p>
      </dsp:txBody>
      <dsp:txXfrm rot="-5400000">
        <a:off x="3374136" y="291665"/>
        <a:ext cx="5916565" cy="1513910"/>
      </dsp:txXfrm>
    </dsp:sp>
    <dsp:sp modelId="{B648D735-8FF0-438F-A1B7-9D69D5FF8098}">
      <dsp:nvSpPr>
        <dsp:cNvPr id="0" name=""/>
        <dsp:cNvSpPr/>
      </dsp:nvSpPr>
      <dsp:spPr>
        <a:xfrm>
          <a:off x="0" y="52"/>
          <a:ext cx="3374136" cy="209713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1</a:t>
          </a:r>
        </a:p>
      </dsp:txBody>
      <dsp:txXfrm>
        <a:off x="102374" y="102426"/>
        <a:ext cx="3169388" cy="1892388"/>
      </dsp:txXfrm>
    </dsp:sp>
    <dsp:sp modelId="{FA287093-BF76-45DF-8615-CCB4CC3A8D72}">
      <dsp:nvSpPr>
        <dsp:cNvPr id="0" name=""/>
        <dsp:cNvSpPr/>
      </dsp:nvSpPr>
      <dsp:spPr>
        <a:xfrm rot="5400000">
          <a:off x="5513189" y="278023"/>
          <a:ext cx="1677708" cy="599846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070" tIns="89535" rIns="179070" bIns="89535" numCol="1" spcCol="1270" anchor="ctr" anchorCtr="0">
          <a:noAutofit/>
        </a:bodyPr>
        <a:lstStyle/>
        <a:p>
          <a:pPr marL="285750" lvl="1" indent="-285750" algn="l" defTabSz="2089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4700" kern="1200" dirty="0"/>
            <a:t>Generalized flux equation</a:t>
          </a:r>
        </a:p>
      </dsp:txBody>
      <dsp:txXfrm rot="-5400000">
        <a:off x="3352812" y="2520300"/>
        <a:ext cx="5916565" cy="1513910"/>
      </dsp:txXfrm>
    </dsp:sp>
    <dsp:sp modelId="{4D491BE8-25FD-49E0-9D51-C6E8E7AB89B4}">
      <dsp:nvSpPr>
        <dsp:cNvPr id="0" name=""/>
        <dsp:cNvSpPr/>
      </dsp:nvSpPr>
      <dsp:spPr>
        <a:xfrm>
          <a:off x="0" y="2202045"/>
          <a:ext cx="3374136" cy="209713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2</a:t>
          </a:r>
        </a:p>
      </dsp:txBody>
      <dsp:txXfrm>
        <a:off x="102374" y="2304419"/>
        <a:ext cx="3169388" cy="189238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2287A5-5DC1-48A4-A17A-5B87BEEC5DE7}">
      <dsp:nvSpPr>
        <dsp:cNvPr id="0" name=""/>
        <dsp:cNvSpPr/>
      </dsp:nvSpPr>
      <dsp:spPr>
        <a:xfrm rot="5400000">
          <a:off x="2990926" y="-1672277"/>
          <a:ext cx="619348" cy="411949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Calculating interfacial concentration</a:t>
          </a:r>
        </a:p>
      </dsp:txBody>
      <dsp:txXfrm rot="-5400000">
        <a:off x="1240852" y="108031"/>
        <a:ext cx="4089262" cy="558880"/>
      </dsp:txXfrm>
    </dsp:sp>
    <dsp:sp modelId="{B648D735-8FF0-438F-A1B7-9D69D5FF8098}">
      <dsp:nvSpPr>
        <dsp:cNvPr id="0" name=""/>
        <dsp:cNvSpPr/>
      </dsp:nvSpPr>
      <dsp:spPr>
        <a:xfrm>
          <a:off x="503972" y="35468"/>
          <a:ext cx="733800" cy="7040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66675" rIns="133350" bIns="6667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1</a:t>
          </a:r>
        </a:p>
      </dsp:txBody>
      <dsp:txXfrm>
        <a:off x="538339" y="69835"/>
        <a:ext cx="665066" cy="63527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2287A5-5DC1-48A4-A17A-5B87BEEC5DE7}">
      <dsp:nvSpPr>
        <dsp:cNvPr id="0" name=""/>
        <dsp:cNvSpPr/>
      </dsp:nvSpPr>
      <dsp:spPr>
        <a:xfrm rot="5400000">
          <a:off x="3076353" y="-1725777"/>
          <a:ext cx="619953" cy="422649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Generalized flux equation</a:t>
          </a:r>
        </a:p>
      </dsp:txBody>
      <dsp:txXfrm rot="-5400000">
        <a:off x="1273082" y="107758"/>
        <a:ext cx="4196232" cy="559425"/>
      </dsp:txXfrm>
    </dsp:sp>
    <dsp:sp modelId="{B648D735-8FF0-438F-A1B7-9D69D5FF8098}">
      <dsp:nvSpPr>
        <dsp:cNvPr id="0" name=""/>
        <dsp:cNvSpPr/>
      </dsp:nvSpPr>
      <dsp:spPr>
        <a:xfrm>
          <a:off x="517062" y="35124"/>
          <a:ext cx="752860" cy="7046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66675" rIns="133350" bIns="6667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2</a:t>
          </a:r>
        </a:p>
      </dsp:txBody>
      <dsp:txXfrm>
        <a:off x="551462" y="69524"/>
        <a:ext cx="684060" cy="6358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9ABB419B-A20D-42AA-8D7F-5642F6706A43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2" tIns="45716" rIns="91432" bIns="4571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32" tIns="45716" rIns="91432" bIns="45716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F317C7DD-FA44-4AAC-AD64-73983556F2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241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609DD-FFEB-4A75-9A75-53D0629874A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5900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EF2F8-7E9B-BBC6-3706-DDFC23CFE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3F930F-2A90-6DDC-3761-94C72B3C97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A73500-641A-488D-5F91-F6C011053D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600" baseline="-25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DF80BA-E92E-D1AE-5F89-56A46A89C6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609DD-FFEB-4A75-9A75-53D0629874A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6801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D03FE-6619-217D-1B2E-AEEAAD2A8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E08EAA-62D2-47EB-C99A-D67DFED9B7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D622CE-F41C-782A-DFFC-6BBAC8833F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600" baseline="-25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C9F854-0D16-6D33-099C-58E62607E4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609DD-FFEB-4A75-9A75-53D0629874A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683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4779B-4944-3A04-E45E-CF36DCD7D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CA79D1-6551-ACF9-D719-6F84925C4E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1A5F3E-934D-944C-EB33-794FA81193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600" baseline="-25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2EF8AA-141C-1D06-1187-E0FB2AA823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609DD-FFEB-4A75-9A75-53D0629874A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0387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AE265-47EB-1FD0-20BE-CD9CCD7AD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B95E16-B411-586B-8F82-CB6F3895B2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7FE62F-EC55-BC5B-0673-37A42689E1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600" baseline="-25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D07F70-5857-4240-1506-B174C572F2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609DD-FFEB-4A75-9A75-53D0629874A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7302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D35F6-A2CA-A8FD-1D19-DF72E8BE2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94ECF5-E3B9-689A-D1C9-C51DAE8245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2F8FF0-7594-0920-40B6-5C2BE32E82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600" baseline="-25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6DFAAC-C7E0-2C4F-E3F5-86E0016D66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609DD-FFEB-4A75-9A75-53D0629874A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6950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4DED4-22B2-A3E7-0A2E-2DEE7A7AD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E68166-739B-4EEC-C08A-9E63AFD665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D9119A-69C0-BE0C-29CA-7421CC71BF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600" baseline="-25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9C99C7-F624-C77D-E2B8-5A16C72BFD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609DD-FFEB-4A75-9A75-53D0629874A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4532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338F4-DD35-4498-B7BB-352DF508B298}" type="datetime1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553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08AD7-9E2D-498D-A2F6-336374926C8D}" type="datetime1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639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39866-0A34-4501-A045-E8741A9799CF}" type="datetime1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697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D55FB-9D8B-4F31-9C42-5D17D4A59442}" type="datetime1">
              <a:rPr lang="en-US" smtClean="0"/>
              <a:t>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232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EE37B-8374-4EBD-8E99-D65A34C434E5}" type="datetime1">
              <a:rPr lang="en-US" smtClean="0"/>
              <a:t>2/24/2025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175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A699-2B8A-416A-9BC0-A09D8459D01E}" type="datetime1">
              <a:rPr lang="en-US" smtClean="0"/>
              <a:t>2/24/2025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57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762BE-D3A0-430E-B344-BF5ECB0D8697}" type="datetime1">
              <a:rPr lang="en-US" smtClean="0"/>
              <a:t>2/24/2025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340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3A361-81D5-4F8F-9205-3505AF9B6183}" type="datetime1">
              <a:rPr lang="en-US" smtClean="0"/>
              <a:t>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983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778AC-498F-4EA6-B83A-E0329440060F}" type="datetime1">
              <a:rPr lang="en-US" smtClean="0"/>
              <a:t>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262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E8221-79A7-4CE4-ADDD-425DA8282893}" type="datetime1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489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62B7C-5ED1-4C75-B407-BEDAA600FF9B}" type="datetime1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2752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7333" y="1524001"/>
            <a:ext cx="10600267" cy="2620403"/>
          </a:xfrm>
        </p:spPr>
        <p:txBody>
          <a:bodyPr>
            <a:normAutofit/>
          </a:bodyPr>
          <a:lstStyle>
            <a:lvl1pPr algn="l">
              <a:defRPr sz="5867" b="0" i="0">
                <a:solidFill>
                  <a:schemeClr val="bg1"/>
                </a:solidFill>
                <a:latin typeface="GalaxiePolaris-Bold"/>
                <a:cs typeface="GalaxiePolaris-Bold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240EF713-932B-47B8-B185-4028BDF5FB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7333" y="6017684"/>
            <a:ext cx="3556000" cy="36406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867" b="1" smtClean="0">
                <a:latin typeface="Garamond" panose="02020404030301010803" pitchFamily="18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556E5E23-2863-43EF-B859-6CE399C516A1}" type="datetime1">
              <a:rPr lang="en-US" altLang="en-US" smtClean="0"/>
              <a:t>2/24/2025</a:t>
            </a:fld>
            <a:endParaRPr lang="en-US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BE7CBC7-430D-4E57-8342-1069822AB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39733" y="6017684"/>
            <a:ext cx="3149600" cy="364067"/>
          </a:xfrm>
          <a:prstGeom prst="rect">
            <a:avLst/>
          </a:prstGeom>
        </p:spPr>
        <p:txBody>
          <a:bodyPr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867" b="1" i="0">
                <a:latin typeface="Garamond"/>
                <a:ea typeface="+mn-ea"/>
                <a:cs typeface="Garamond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1925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7333" y="1524001"/>
            <a:ext cx="10600267" cy="2620403"/>
          </a:xfrm>
        </p:spPr>
        <p:txBody>
          <a:bodyPr>
            <a:normAutofit/>
          </a:bodyPr>
          <a:lstStyle>
            <a:lvl1pPr algn="l">
              <a:defRPr sz="5867" b="0" i="0">
                <a:solidFill>
                  <a:schemeClr val="bg1"/>
                </a:solidFill>
                <a:latin typeface="GalaxiePolaris-Bold"/>
                <a:cs typeface="GalaxiePolaris-Bold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240EF713-932B-47B8-B185-4028BDF5FB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7333" y="6017684"/>
            <a:ext cx="3556000" cy="36406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867" b="1" smtClean="0">
                <a:latin typeface="Garamond" panose="02020404030301010803" pitchFamily="18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556E5E23-2863-43EF-B859-6CE399C516A1}" type="datetime1">
              <a:rPr lang="en-US" altLang="en-US" smtClean="0"/>
              <a:t>2/24/2025</a:t>
            </a:fld>
            <a:endParaRPr lang="en-US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BE7CBC7-430D-4E57-8342-1069822AB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39733" y="6017684"/>
            <a:ext cx="3149600" cy="364067"/>
          </a:xfrm>
          <a:prstGeom prst="rect">
            <a:avLst/>
          </a:prstGeom>
        </p:spPr>
        <p:txBody>
          <a:bodyPr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867" b="1" i="0">
                <a:latin typeface="Garamond"/>
                <a:ea typeface="+mn-ea"/>
                <a:cs typeface="Garamond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740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4073" y="1524005"/>
            <a:ext cx="10573529" cy="2362199"/>
          </a:xfrm>
        </p:spPr>
        <p:txBody>
          <a:bodyPr>
            <a:normAutofit/>
          </a:bodyPr>
          <a:lstStyle>
            <a:lvl1pPr algn="l">
              <a:defRPr sz="5867" b="0" i="0">
                <a:solidFill>
                  <a:schemeClr val="bg1"/>
                </a:solidFill>
                <a:latin typeface="GalaxiePolaris-Bold"/>
                <a:cs typeface="GalaxiePolaris-Bold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87A64CC-0652-4813-BB34-A14605E3CA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801" y="6004984"/>
            <a:ext cx="3556000" cy="36406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867" b="1" smtClean="0">
                <a:latin typeface="Garamond" panose="02020404030301010803" pitchFamily="18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EECD65FB-516F-4534-B5AA-B14311EDA5FF}" type="datetime1">
              <a:rPr lang="en-US" altLang="en-US" smtClean="0"/>
              <a:t>2/24/2025</a:t>
            </a:fld>
            <a:endParaRPr lang="en-US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DF392B6-7960-4C3C-A3FB-1EA8BD229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199" y="6004984"/>
            <a:ext cx="3149600" cy="364067"/>
          </a:xfrm>
          <a:prstGeom prst="rect">
            <a:avLst/>
          </a:prstGeom>
        </p:spPr>
        <p:txBody>
          <a:bodyPr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867" b="1" i="0">
                <a:latin typeface="Garamond"/>
                <a:ea typeface="+mn-ea"/>
                <a:cs typeface="Garamond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4901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DD92F42-FEDD-4527-83C4-4E69C75B68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1EE52E1-BDEA-45DB-925F-16EF4B41C5C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30079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4B34F52-A9D6-4040-BA6D-985F4A0FA0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7CAC9E3-B7EF-4AC4-8542-026EC0ECC53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1984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70" indent="0">
              <a:buNone/>
              <a:defRPr sz="2667" b="1"/>
            </a:lvl2pPr>
            <a:lvl3pPr marL="1219139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7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70" indent="0">
              <a:buNone/>
              <a:defRPr sz="2667" b="1"/>
            </a:lvl2pPr>
            <a:lvl3pPr marL="1219139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7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10E77C3-B175-47FE-BF04-D097FDD2F6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AAA7E68-5ABA-4F57-9266-DFC54A3ACFB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94549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A36B761F-0B41-47F2-9E62-BA442153FC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CFD960-5881-4281-B805-D52EEF5A004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13118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618D62D-BA3E-43E4-B55C-C609514C8C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B457E71-D9D1-4528-A6A8-5D810531BBD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289590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162" y="1484438"/>
            <a:ext cx="4011084" cy="800140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5" y="1484440"/>
            <a:ext cx="6815668" cy="4641729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2282425"/>
            <a:ext cx="4011084" cy="3843739"/>
          </a:xfrm>
        </p:spPr>
        <p:txBody>
          <a:bodyPr/>
          <a:lstStyle>
            <a:lvl1pPr marL="0" indent="0">
              <a:buNone/>
              <a:defRPr sz="1867"/>
            </a:lvl1pPr>
            <a:lvl2pPr marL="609570" indent="0">
              <a:buNone/>
              <a:defRPr sz="1600"/>
            </a:lvl2pPr>
            <a:lvl3pPr marL="1219139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7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97C54A2-0EA6-46CF-9D0F-526F0A7604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F77C170-F33C-4050-9D76-47E6A855600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39385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5337105"/>
            <a:ext cx="7315200" cy="450687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401159" y="1213416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70" indent="0">
              <a:buNone/>
              <a:defRPr sz="3733"/>
            </a:lvl2pPr>
            <a:lvl3pPr marL="1219139" indent="0">
              <a:buNone/>
              <a:defRPr sz="3200"/>
            </a:lvl3pPr>
            <a:lvl4pPr marL="1828709" indent="0">
              <a:buNone/>
              <a:defRPr sz="2667"/>
            </a:lvl4pPr>
            <a:lvl5pPr marL="2438278" indent="0">
              <a:buNone/>
              <a:defRPr sz="2667"/>
            </a:lvl5pPr>
            <a:lvl6pPr marL="3047848" indent="0">
              <a:buNone/>
              <a:defRPr sz="2667"/>
            </a:lvl6pPr>
            <a:lvl7pPr marL="3657417" indent="0">
              <a:buNone/>
              <a:defRPr sz="2667"/>
            </a:lvl7pPr>
            <a:lvl8pPr marL="4266987" indent="0">
              <a:buNone/>
              <a:defRPr sz="2667"/>
            </a:lvl8pPr>
            <a:lvl9pPr marL="4876557" indent="0">
              <a:buNone/>
              <a:defRPr sz="2667"/>
            </a:lvl9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800451"/>
            <a:ext cx="7315200" cy="586267"/>
          </a:xfrm>
        </p:spPr>
        <p:txBody>
          <a:bodyPr/>
          <a:lstStyle>
            <a:lvl1pPr marL="0" indent="0">
              <a:buNone/>
              <a:defRPr sz="1867"/>
            </a:lvl1pPr>
            <a:lvl2pPr marL="609570" indent="0">
              <a:buNone/>
              <a:defRPr sz="1600"/>
            </a:lvl2pPr>
            <a:lvl3pPr marL="1219139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7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ABAB3B2-47B7-498B-A11F-6D1308C7D8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746C3CB-F8F3-4EBE-A2B1-192F30807FD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8073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17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E9D0E1-EB42-4819-B5CB-E90382D18A4F}" type="datetime1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57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  <p:sldLayoutId id="2147483840" r:id="rId12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5E218DF3-9F6E-49E2-8ABC-92CF8ADCE5A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04800" y="275172"/>
            <a:ext cx="8940800" cy="639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Slide Header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BEE1F256-E55A-4090-9644-4AA59AD99A6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09600" y="1447800"/>
            <a:ext cx="109728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EA99C5-2E8A-C948-9A39-713EF9B5CD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40800" y="6462184"/>
            <a:ext cx="2844800" cy="243416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333">
                <a:solidFill>
                  <a:srgbClr val="898989"/>
                </a:solidFill>
                <a:latin typeface="GalaxiePolaris-Book" charset="0"/>
              </a:defRPr>
            </a:lvl1pPr>
          </a:lstStyle>
          <a:p>
            <a:fld id="{2BB953A5-3129-40E0-AD8C-389CFFADF00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55858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2" r:id="rId1"/>
    <p:sldLayoutId id="2147483843" r:id="rId2"/>
    <p:sldLayoutId id="2147483844" r:id="rId3"/>
    <p:sldLayoutId id="2147483845" r:id="rId4"/>
    <p:sldLayoutId id="2147483846" r:id="rId5"/>
    <p:sldLayoutId id="2147483847" r:id="rId6"/>
    <p:sldLayoutId id="2147483848" r:id="rId7"/>
    <p:sldLayoutId id="2147483849" r:id="rId8"/>
    <p:sldLayoutId id="2147483850" r:id="rId9"/>
  </p:sldLayoutIdLst>
  <p:hf hdr="0" ftr="0" dt="0"/>
  <p:txStyles>
    <p:titleStyle>
      <a:lvl1pPr algn="l" defTabSz="609570" rtl="0" eaLnBrk="0" fontAlgn="base" hangingPunct="0">
        <a:spcBef>
          <a:spcPct val="0"/>
        </a:spcBef>
        <a:spcAft>
          <a:spcPct val="0"/>
        </a:spcAft>
        <a:defRPr sz="4267" kern="1200">
          <a:solidFill>
            <a:schemeClr val="tx1"/>
          </a:solidFill>
          <a:latin typeface="GalaxiePolaris-Bold"/>
          <a:ea typeface="MS PGothic" panose="020B0600070205080204" pitchFamily="34" charset="-128"/>
          <a:cs typeface="GalaxiePolaris-Bold"/>
        </a:defRPr>
      </a:lvl1pPr>
      <a:lvl2pPr algn="l" defTabSz="609570" rtl="0" eaLnBrk="0" fontAlgn="base" hangingPunct="0">
        <a:spcBef>
          <a:spcPct val="0"/>
        </a:spcBef>
        <a:spcAft>
          <a:spcPct val="0"/>
        </a:spcAft>
        <a:defRPr sz="4267">
          <a:solidFill>
            <a:schemeClr val="tx1"/>
          </a:solidFill>
          <a:latin typeface="GalaxiePolaris-Bold" panose="02000000000000000000" pitchFamily="2" charset="0"/>
          <a:ea typeface="MS PGothic" panose="020B0600070205080204" pitchFamily="34" charset="-128"/>
          <a:cs typeface="GalaxiePolaris-Bold" charset="0"/>
        </a:defRPr>
      </a:lvl2pPr>
      <a:lvl3pPr algn="l" defTabSz="609570" rtl="0" eaLnBrk="0" fontAlgn="base" hangingPunct="0">
        <a:spcBef>
          <a:spcPct val="0"/>
        </a:spcBef>
        <a:spcAft>
          <a:spcPct val="0"/>
        </a:spcAft>
        <a:defRPr sz="4267">
          <a:solidFill>
            <a:schemeClr val="tx1"/>
          </a:solidFill>
          <a:latin typeface="GalaxiePolaris-Bold" panose="02000000000000000000" pitchFamily="2" charset="0"/>
          <a:ea typeface="MS PGothic" panose="020B0600070205080204" pitchFamily="34" charset="-128"/>
          <a:cs typeface="GalaxiePolaris-Bold" charset="0"/>
        </a:defRPr>
      </a:lvl3pPr>
      <a:lvl4pPr algn="l" defTabSz="609570" rtl="0" eaLnBrk="0" fontAlgn="base" hangingPunct="0">
        <a:spcBef>
          <a:spcPct val="0"/>
        </a:spcBef>
        <a:spcAft>
          <a:spcPct val="0"/>
        </a:spcAft>
        <a:defRPr sz="4267">
          <a:solidFill>
            <a:schemeClr val="tx1"/>
          </a:solidFill>
          <a:latin typeface="GalaxiePolaris-Bold" panose="02000000000000000000" pitchFamily="2" charset="0"/>
          <a:ea typeface="MS PGothic" panose="020B0600070205080204" pitchFamily="34" charset="-128"/>
          <a:cs typeface="GalaxiePolaris-Bold" charset="0"/>
        </a:defRPr>
      </a:lvl4pPr>
      <a:lvl5pPr algn="l" defTabSz="609570" rtl="0" eaLnBrk="0" fontAlgn="base" hangingPunct="0">
        <a:spcBef>
          <a:spcPct val="0"/>
        </a:spcBef>
        <a:spcAft>
          <a:spcPct val="0"/>
        </a:spcAft>
        <a:defRPr sz="4267">
          <a:solidFill>
            <a:schemeClr val="tx1"/>
          </a:solidFill>
          <a:latin typeface="GalaxiePolaris-Bold" panose="02000000000000000000" pitchFamily="2" charset="0"/>
          <a:ea typeface="MS PGothic" panose="020B0600070205080204" pitchFamily="34" charset="-128"/>
          <a:cs typeface="GalaxiePolaris-Bold" charset="0"/>
        </a:defRPr>
      </a:lvl5pPr>
      <a:lvl6pPr marL="609570" algn="l" defTabSz="609570" rtl="0" fontAlgn="base">
        <a:spcBef>
          <a:spcPct val="0"/>
        </a:spcBef>
        <a:spcAft>
          <a:spcPct val="0"/>
        </a:spcAft>
        <a:defRPr sz="4267">
          <a:solidFill>
            <a:schemeClr val="tx1"/>
          </a:solidFill>
          <a:latin typeface="GalaxiePolaris-Bold" panose="02000000000000000000" pitchFamily="2" charset="0"/>
          <a:ea typeface="ＭＳ Ｐゴシック" panose="020B0600070205080204" pitchFamily="34" charset="-128"/>
        </a:defRPr>
      </a:lvl6pPr>
      <a:lvl7pPr marL="1219139" algn="l" defTabSz="609570" rtl="0" fontAlgn="base">
        <a:spcBef>
          <a:spcPct val="0"/>
        </a:spcBef>
        <a:spcAft>
          <a:spcPct val="0"/>
        </a:spcAft>
        <a:defRPr sz="4267">
          <a:solidFill>
            <a:schemeClr val="tx1"/>
          </a:solidFill>
          <a:latin typeface="GalaxiePolaris-Bold" panose="02000000000000000000" pitchFamily="2" charset="0"/>
          <a:ea typeface="ＭＳ Ｐゴシック" panose="020B0600070205080204" pitchFamily="34" charset="-128"/>
        </a:defRPr>
      </a:lvl7pPr>
      <a:lvl8pPr marL="1828709" algn="l" defTabSz="609570" rtl="0" fontAlgn="base">
        <a:spcBef>
          <a:spcPct val="0"/>
        </a:spcBef>
        <a:spcAft>
          <a:spcPct val="0"/>
        </a:spcAft>
        <a:defRPr sz="4267">
          <a:solidFill>
            <a:schemeClr val="tx1"/>
          </a:solidFill>
          <a:latin typeface="GalaxiePolaris-Bold" panose="02000000000000000000" pitchFamily="2" charset="0"/>
          <a:ea typeface="ＭＳ Ｐゴシック" panose="020B0600070205080204" pitchFamily="34" charset="-128"/>
        </a:defRPr>
      </a:lvl8pPr>
      <a:lvl9pPr marL="2438278" algn="l" defTabSz="609570" rtl="0" fontAlgn="base">
        <a:spcBef>
          <a:spcPct val="0"/>
        </a:spcBef>
        <a:spcAft>
          <a:spcPct val="0"/>
        </a:spcAft>
        <a:defRPr sz="4267">
          <a:solidFill>
            <a:schemeClr val="tx1"/>
          </a:solidFill>
          <a:latin typeface="GalaxiePolaris-Bold" panose="02000000000000000000" pitchFamily="2" charset="0"/>
          <a:ea typeface="ＭＳ Ｐゴシック" panose="020B0600070205080204" pitchFamily="34" charset="-128"/>
        </a:defRPr>
      </a:lvl9pPr>
    </p:titleStyle>
    <p:bodyStyle>
      <a:lvl1pPr marL="457177" indent="-457177" algn="l" defTabSz="60957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GalaxiePolaris-Medium"/>
          <a:ea typeface="MS PGothic" panose="020B0600070205080204" pitchFamily="34" charset="-128"/>
          <a:cs typeface="GalaxiePolaris-Medium"/>
        </a:defRPr>
      </a:lvl1pPr>
      <a:lvl2pPr marL="990551" indent="-380982" algn="l" defTabSz="60957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GalaxiePolaris-Medium"/>
          <a:ea typeface="MS PGothic" panose="020B0600070205080204" pitchFamily="34" charset="-128"/>
          <a:cs typeface="GalaxiePolaris-Medium"/>
        </a:defRPr>
      </a:lvl2pPr>
      <a:lvl3pPr marL="1523923" indent="-304784" algn="l" defTabSz="60957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GalaxiePolaris-Medium"/>
          <a:ea typeface="MS PGothic" panose="020B0600070205080204" pitchFamily="34" charset="-128"/>
          <a:cs typeface="GalaxiePolaris-Medium"/>
        </a:defRPr>
      </a:lvl3pPr>
      <a:lvl4pPr marL="2133493" indent="-304784" algn="l" defTabSz="60957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133" kern="1200">
          <a:solidFill>
            <a:schemeClr val="tx1"/>
          </a:solidFill>
          <a:latin typeface="GalaxiePolaris-Medium"/>
          <a:ea typeface="MS PGothic" panose="020B0600070205080204" pitchFamily="34" charset="-128"/>
          <a:cs typeface="GalaxiePolaris-Medium"/>
        </a:defRPr>
      </a:lvl4pPr>
      <a:lvl5pPr marL="2743063" indent="-304784" algn="l" defTabSz="60957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867" kern="1200">
          <a:solidFill>
            <a:schemeClr val="tx1"/>
          </a:solidFill>
          <a:latin typeface="GalaxiePolaris-Medium"/>
          <a:ea typeface="MS PGothic" panose="020B0600070205080204" pitchFamily="34" charset="-128"/>
          <a:cs typeface="GalaxiePolaris-Medium"/>
        </a:defRPr>
      </a:lvl5pPr>
      <a:lvl6pPr marL="335263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1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39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diagramLayout" Target="../diagrams/layout2.xml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diagramData" Target="../diagrams/data2.xml"/><Relationship Id="rId1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6" Type="http://schemas.microsoft.com/office/2007/relationships/diagramDrawing" Target="../diagrams/drawing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7.png"/><Relationship Id="rId11" Type="http://schemas.openxmlformats.org/officeDocument/2006/relationships/image" Target="../media/image9.png"/><Relationship Id="rId5" Type="http://schemas.openxmlformats.org/officeDocument/2006/relationships/image" Target="../media/image6.png"/><Relationship Id="rId15" Type="http://schemas.openxmlformats.org/officeDocument/2006/relationships/diagramColors" Target="../diagrams/colors2.xml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2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12" Type="http://schemas.openxmlformats.org/officeDocument/2006/relationships/image" Target="../media/image2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3.xml"/><Relationship Id="rId11" Type="http://schemas.openxmlformats.org/officeDocument/2006/relationships/image" Target="../media/image20.png"/><Relationship Id="rId5" Type="http://schemas.openxmlformats.org/officeDocument/2006/relationships/diagramQuickStyle" Target="../diagrams/quickStyle3.xml"/><Relationship Id="rId10" Type="http://schemas.openxmlformats.org/officeDocument/2006/relationships/image" Target="../media/image160.png"/><Relationship Id="rId4" Type="http://schemas.openxmlformats.org/officeDocument/2006/relationships/diagramLayout" Target="../diagrams/layout3.xml"/><Relationship Id="rId9" Type="http://schemas.openxmlformats.org/officeDocument/2006/relationships/image" Target="../media/image150.png"/><Relationship Id="rId14" Type="http://schemas.openxmlformats.org/officeDocument/2006/relationships/image" Target="../media/image2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itle 1">
            <a:extLst>
              <a:ext uri="{FF2B5EF4-FFF2-40B4-BE49-F238E27FC236}">
                <a16:creationId xmlns:a16="http://schemas.microsoft.com/office/drawing/2014/main" id="{F04FAD1C-D935-4EA9-860A-A5EDAC21AB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1295400"/>
            <a:ext cx="11283970" cy="3429000"/>
          </a:xfrm>
        </p:spPr>
        <p:txBody>
          <a:bodyPr>
            <a:noAutofit/>
          </a:bodyPr>
          <a:lstStyle/>
          <a:p>
            <a:pPr marL="0" marR="0" algn="ctr">
              <a:lnSpc>
                <a:spcPct val="150000"/>
              </a:lnSpc>
              <a:spcAft>
                <a:spcPts val="800"/>
              </a:spcAft>
            </a:pPr>
            <a:r>
              <a:rPr lang="en-US" sz="5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Concentration polarization derivation </a:t>
            </a:r>
            <a:r>
              <a:rPr lang="en-US" sz="5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–multicomponent systems</a:t>
            </a:r>
            <a:endParaRPr lang="en-US" sz="5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4F6CB3-5DA4-4553-9D8F-F3380A68D676}"/>
              </a:ext>
            </a:extLst>
          </p:cNvPr>
          <p:cNvSpPr txBox="1"/>
          <p:nvPr/>
        </p:nvSpPr>
        <p:spPr>
          <a:xfrm>
            <a:off x="152400" y="5867400"/>
            <a:ext cx="9829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Laurianne Estrada, Molly Dougher</a:t>
            </a:r>
          </a:p>
          <a:p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2.24.25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2E448-0C35-D4A4-D2C7-981418205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B7A1099F-8659-63E6-206E-00437E0C4008}"/>
              </a:ext>
            </a:extLst>
          </p:cNvPr>
          <p:cNvSpPr/>
          <p:nvPr/>
        </p:nvSpPr>
        <p:spPr>
          <a:xfrm>
            <a:off x="0" y="6509735"/>
            <a:ext cx="12192000" cy="339461"/>
          </a:xfrm>
          <a:prstGeom prst="rect">
            <a:avLst/>
          </a:prstGeom>
          <a:solidFill>
            <a:srgbClr val="F4DB80"/>
          </a:solidFill>
          <a:ln w="12700">
            <a:solidFill>
              <a:srgbClr val="F4DB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82" name="Slide Number Placeholder 2">
            <a:extLst>
              <a:ext uri="{FF2B5EF4-FFF2-40B4-BE49-F238E27FC236}">
                <a16:creationId xmlns:a16="http://schemas.microsoft.com/office/drawing/2014/main" id="{57E836D9-E63F-F827-9291-62F098F60A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67912" y="6535850"/>
            <a:ext cx="824089" cy="273124"/>
          </a:xfrm>
        </p:spPr>
        <p:txBody>
          <a:bodyPr/>
          <a:lstStyle/>
          <a:p>
            <a:r>
              <a:rPr lang="en-US" altLang="en-US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F879CF-A2C7-33B0-952D-DE3AB47BC18C}"/>
              </a:ext>
            </a:extLst>
          </p:cNvPr>
          <p:cNvSpPr/>
          <p:nvPr/>
        </p:nvSpPr>
        <p:spPr>
          <a:xfrm>
            <a:off x="9950450" y="103876"/>
            <a:ext cx="2049514" cy="6993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59DA10-DBA3-414A-90CB-3B4F0EFA6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90229"/>
            <a:ext cx="11999965" cy="746337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>
                <a:ea typeface="+mj-ea"/>
              </a:rPr>
              <a:t>Derivation overview</a:t>
            </a:r>
            <a:endParaRPr lang="en-US" sz="4000" dirty="0">
              <a:ea typeface="+mj-ea"/>
            </a:endParaRPr>
          </a:p>
        </p:txBody>
      </p:sp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A25B3AF5-02D6-1383-3C5B-831B78BA15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67041000"/>
              </p:ext>
            </p:extLst>
          </p:nvPr>
        </p:nvGraphicFramePr>
        <p:xfrm>
          <a:off x="533400" y="1447800"/>
          <a:ext cx="9372600" cy="42992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34421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B7C1A-5BF5-5B0B-F61F-C2F5BB32A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B368EA8E-DBA8-7450-2FFC-355B93681EBD}"/>
              </a:ext>
            </a:extLst>
          </p:cNvPr>
          <p:cNvSpPr/>
          <p:nvPr/>
        </p:nvSpPr>
        <p:spPr>
          <a:xfrm>
            <a:off x="0" y="6509735"/>
            <a:ext cx="12192000" cy="339461"/>
          </a:xfrm>
          <a:prstGeom prst="rect">
            <a:avLst/>
          </a:prstGeom>
          <a:solidFill>
            <a:srgbClr val="F4DB80"/>
          </a:solidFill>
          <a:ln w="12700">
            <a:solidFill>
              <a:srgbClr val="F4DB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82" name="Slide Number Placeholder 2">
            <a:extLst>
              <a:ext uri="{FF2B5EF4-FFF2-40B4-BE49-F238E27FC236}">
                <a16:creationId xmlns:a16="http://schemas.microsoft.com/office/drawing/2014/main" id="{94135A44-C40D-F716-8141-793E2FC177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67912" y="6535850"/>
            <a:ext cx="824089" cy="273124"/>
          </a:xfrm>
        </p:spPr>
        <p:txBody>
          <a:bodyPr/>
          <a:lstStyle/>
          <a:p>
            <a:r>
              <a:rPr lang="en-US" altLang="en-US" sz="16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3E2014-1003-2ED1-F96B-90549AD0B747}"/>
              </a:ext>
            </a:extLst>
          </p:cNvPr>
          <p:cNvSpPr/>
          <p:nvPr/>
        </p:nvSpPr>
        <p:spPr>
          <a:xfrm>
            <a:off x="9950450" y="103876"/>
            <a:ext cx="2049514" cy="6993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859BD2-99B1-A7C1-8D92-1E6F583EC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90229"/>
            <a:ext cx="11999965" cy="746337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>
                <a:ea typeface="+mj-ea"/>
              </a:rPr>
              <a:t>Concentration polarization derivation – single salt</a:t>
            </a:r>
            <a:endParaRPr lang="en-US" sz="4000" dirty="0">
              <a:ea typeface="+mj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FE5BBE-B872-1B7C-B424-176F41078E43}"/>
              </a:ext>
            </a:extLst>
          </p:cNvPr>
          <p:cNvSpPr txBox="1"/>
          <p:nvPr/>
        </p:nvSpPr>
        <p:spPr>
          <a:xfrm>
            <a:off x="68594" y="2168432"/>
            <a:ext cx="54178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Draw a control volume around the boundary layer and the membrane. Perform a mass balance.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4F0ACFE-D423-72C1-4EF7-5E6760A3E091}"/>
                  </a:ext>
                </a:extLst>
              </p:cNvPr>
              <p:cNvSpPr txBox="1"/>
              <p:nvPr/>
            </p:nvSpPr>
            <p:spPr>
              <a:xfrm>
                <a:off x="1539560" y="4249765"/>
                <a:ext cx="3629130" cy="7197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J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w</m:t>
                                      </m:r>
                                      <m:r>
                                        <a:rPr lang="en-US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nt</m:t>
                              </m:r>
                              <m:r>
                                <a:rPr lang="en-US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  <m: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  <m: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  <m: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4F0ACFE-D423-72C1-4EF7-5E6760A3E0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9560" y="4249765"/>
                <a:ext cx="3629130" cy="71974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194BBCE-2826-364F-DFAC-06B062D30F5E}"/>
              </a:ext>
            </a:extLst>
          </p:cNvPr>
          <p:cNvSpPr/>
          <p:nvPr/>
        </p:nvSpPr>
        <p:spPr>
          <a:xfrm>
            <a:off x="9243262" y="2589406"/>
            <a:ext cx="152400" cy="204329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0FD7F80-F989-10C4-FBDE-C6DFF4B1199B}"/>
              </a:ext>
            </a:extLst>
          </p:cNvPr>
          <p:cNvCxnSpPr/>
          <p:nvPr/>
        </p:nvCxnSpPr>
        <p:spPr>
          <a:xfrm>
            <a:off x="8633662" y="2599914"/>
            <a:ext cx="0" cy="21336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7DBF542-8A49-A22A-B9C1-990D7BA7EE4B}"/>
              </a:ext>
            </a:extLst>
          </p:cNvPr>
          <p:cNvCxnSpPr/>
          <p:nvPr/>
        </p:nvCxnSpPr>
        <p:spPr>
          <a:xfrm>
            <a:off x="8633662" y="4962114"/>
            <a:ext cx="609600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7EA4A7A-4EA7-D430-5D93-58AC6A331196}"/>
              </a:ext>
            </a:extLst>
          </p:cNvPr>
          <p:cNvCxnSpPr>
            <a:cxnSpLocks/>
          </p:cNvCxnSpPr>
          <p:nvPr/>
        </p:nvCxnSpPr>
        <p:spPr>
          <a:xfrm flipH="1">
            <a:off x="7566862" y="3172072"/>
            <a:ext cx="1273072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600BA07-90F6-0932-7B1F-1BFE4DA93FE9}"/>
                  </a:ext>
                </a:extLst>
              </p:cNvPr>
              <p:cNvSpPr txBox="1"/>
              <p:nvPr/>
            </p:nvSpPr>
            <p:spPr>
              <a:xfrm>
                <a:off x="8862262" y="4991302"/>
                <a:ext cx="1747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600BA07-90F6-0932-7B1F-1BFE4DA93F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2262" y="4991302"/>
                <a:ext cx="174728" cy="276999"/>
              </a:xfrm>
              <a:prstGeom prst="rect">
                <a:avLst/>
              </a:prstGeom>
              <a:blipFill>
                <a:blip r:embed="rId4"/>
                <a:stretch>
                  <a:fillRect l="-35714" r="-35714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BA8AD53-015A-A972-0312-1EFF3095E1C7}"/>
              </a:ext>
            </a:extLst>
          </p:cNvPr>
          <p:cNvCxnSpPr>
            <a:cxnSpLocks/>
          </p:cNvCxnSpPr>
          <p:nvPr/>
        </p:nvCxnSpPr>
        <p:spPr>
          <a:xfrm>
            <a:off x="8839934" y="3057114"/>
            <a:ext cx="119687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834AC03-E422-F3AA-559A-53055823B88C}"/>
              </a:ext>
            </a:extLst>
          </p:cNvPr>
          <p:cNvCxnSpPr>
            <a:cxnSpLocks/>
          </p:cNvCxnSpPr>
          <p:nvPr/>
        </p:nvCxnSpPr>
        <p:spPr>
          <a:xfrm>
            <a:off x="7643062" y="3895314"/>
            <a:ext cx="119687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66B676B8-6F2B-5A90-E0E9-8B1DF9DE534E}"/>
              </a:ext>
            </a:extLst>
          </p:cNvPr>
          <p:cNvSpPr/>
          <p:nvPr/>
        </p:nvSpPr>
        <p:spPr>
          <a:xfrm>
            <a:off x="8340026" y="2697847"/>
            <a:ext cx="1219200" cy="1828800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lt1">
                    <a:alpha val="95000"/>
                  </a:schemeClr>
                </a:solidFill>
              </a:rPr>
              <a:t>cv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BC1D29B-ED0F-1BD7-1539-5FE9E7416961}"/>
                  </a:ext>
                </a:extLst>
              </p:cNvPr>
              <p:cNvSpPr txBox="1"/>
              <p:nvPr/>
            </p:nvSpPr>
            <p:spPr>
              <a:xfrm>
                <a:off x="975842" y="2829915"/>
                <a:ext cx="4985099" cy="6182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sub>
                      </m:sSub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f>
                        <m:f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dx</m:t>
                          </m:r>
                        </m:den>
                      </m:f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BC1D29B-ED0F-1BD7-1539-5FE9E74169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842" y="2829915"/>
                <a:ext cx="4985099" cy="61824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E8E47765-9C46-4E5A-ECA2-892DD36BEDA2}"/>
              </a:ext>
            </a:extLst>
          </p:cNvPr>
          <p:cNvSpPr txBox="1"/>
          <p:nvPr/>
        </p:nvSpPr>
        <p:spPr>
          <a:xfrm>
            <a:off x="9767170" y="3214024"/>
            <a:ext cx="20362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Solute flux through the membrane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BFF701-8851-69DA-DCDC-B9745A48C248}"/>
              </a:ext>
            </a:extLst>
          </p:cNvPr>
          <p:cNvSpPr txBox="1"/>
          <p:nvPr/>
        </p:nvSpPr>
        <p:spPr>
          <a:xfrm>
            <a:off x="6477000" y="3995127"/>
            <a:ext cx="1828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Convective flux of solute towards the membrane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1CF667-A1F5-F565-9F72-66DC3A44BFDB}"/>
              </a:ext>
            </a:extLst>
          </p:cNvPr>
          <p:cNvSpPr txBox="1"/>
          <p:nvPr/>
        </p:nvSpPr>
        <p:spPr>
          <a:xfrm>
            <a:off x="6427281" y="2240850"/>
            <a:ext cx="2209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Diffusive solute flux back into the bulk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A46DFD6-A033-C9EF-BC44-1A81B4BFBF17}"/>
                  </a:ext>
                </a:extLst>
              </p:cNvPr>
              <p:cNvSpPr txBox="1"/>
              <p:nvPr/>
            </p:nvSpPr>
            <p:spPr>
              <a:xfrm>
                <a:off x="6818050" y="3685716"/>
                <a:ext cx="650073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A46DFD6-A033-C9EF-BC44-1A81B4BFBF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8050" y="3685716"/>
                <a:ext cx="650073" cy="390748"/>
              </a:xfrm>
              <a:prstGeom prst="rect">
                <a:avLst/>
              </a:prstGeom>
              <a:blipFill>
                <a:blip r:embed="rId6"/>
                <a:stretch>
                  <a:fillRect l="-1869" r="-10280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0756039-3FAD-FF6C-0E68-BCED2AF79246}"/>
                  </a:ext>
                </a:extLst>
              </p:cNvPr>
              <p:cNvSpPr txBox="1"/>
              <p:nvPr/>
            </p:nvSpPr>
            <p:spPr>
              <a:xfrm>
                <a:off x="6624758" y="2865155"/>
                <a:ext cx="1036655" cy="6182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f>
                        <m:f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i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0756039-3FAD-FF6C-0E68-BCED2AF792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4758" y="2865155"/>
                <a:ext cx="1036655" cy="61824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14AACFE2-DB6D-CF91-B3A5-51DC2549EF26}"/>
              </a:ext>
            </a:extLst>
          </p:cNvPr>
          <p:cNvSpPr txBox="1"/>
          <p:nvPr/>
        </p:nvSpPr>
        <p:spPr>
          <a:xfrm>
            <a:off x="112624" y="3673104"/>
            <a:ext cx="4246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Integrate over the boundary layer,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8F89DB8-65ED-476D-BF50-1C8EDE14B3A8}"/>
                  </a:ext>
                </a:extLst>
              </p:cNvPr>
              <p:cNvSpPr txBox="1"/>
              <p:nvPr/>
            </p:nvSpPr>
            <p:spPr>
              <a:xfrm>
                <a:off x="3749360" y="3718128"/>
                <a:ext cx="1747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8F89DB8-65ED-476D-BF50-1C8EDE14B3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9360" y="3718128"/>
                <a:ext cx="174728" cy="276999"/>
              </a:xfrm>
              <a:prstGeom prst="rect">
                <a:avLst/>
              </a:prstGeom>
              <a:blipFill>
                <a:blip r:embed="rId9"/>
                <a:stretch>
                  <a:fillRect l="-34483" r="-31034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BDA181E-76BC-E3FE-7853-080C2BB18E61}"/>
                  </a:ext>
                </a:extLst>
              </p:cNvPr>
              <p:cNvSpPr txBox="1"/>
              <p:nvPr/>
            </p:nvSpPr>
            <p:spPr>
              <a:xfrm>
                <a:off x="152400" y="5228474"/>
                <a:ext cx="4246336" cy="3815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v"/>
                </a:pPr>
                <a:r>
                  <a:rPr lang="en-US" dirty="0"/>
                  <a:t>Solve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nt</m:t>
                        </m:r>
                        <m:r>
                          <a:rPr lang="en-US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BDA181E-76BC-E3FE-7853-080C2BB18E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5228474"/>
                <a:ext cx="4246336" cy="381515"/>
              </a:xfrm>
              <a:prstGeom prst="rect">
                <a:avLst/>
              </a:prstGeom>
              <a:blipFill>
                <a:blip r:embed="rId10"/>
                <a:stretch>
                  <a:fillRect l="-861" t="-8065" b="-2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886A6FB-587E-21B7-1226-F228D4EA8ACA}"/>
                  </a:ext>
                </a:extLst>
              </p:cNvPr>
              <p:cNvSpPr txBox="1"/>
              <p:nvPr/>
            </p:nvSpPr>
            <p:spPr>
              <a:xfrm>
                <a:off x="1903466" y="5732372"/>
                <a:ext cx="3348930" cy="5716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int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⁡(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δ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den>
                      </m:f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886A6FB-587E-21B7-1226-F228D4EA8A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3466" y="5732372"/>
                <a:ext cx="3348930" cy="57169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8" name="Diagram 37">
            <a:extLst>
              <a:ext uri="{FF2B5EF4-FFF2-40B4-BE49-F238E27FC236}">
                <a16:creationId xmlns:a16="http://schemas.microsoft.com/office/drawing/2014/main" id="{56D7A6EF-EAAC-23D8-A941-2C968942B7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76489020"/>
              </p:ext>
            </p:extLst>
          </p:nvPr>
        </p:nvGraphicFramePr>
        <p:xfrm>
          <a:off x="-381000" y="1118335"/>
          <a:ext cx="5867400" cy="7749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D8AA3A1-6E75-E4AA-D12F-5CACF50203DF}"/>
                  </a:ext>
                </a:extLst>
              </p:cNvPr>
              <p:cNvSpPr txBox="1"/>
              <p:nvPr/>
            </p:nvSpPr>
            <p:spPr>
              <a:xfrm>
                <a:off x="10042732" y="2857550"/>
                <a:ext cx="1219200" cy="3940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D8AA3A1-6E75-E4AA-D12F-5CACF50203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2732" y="2857550"/>
                <a:ext cx="1219200" cy="394019"/>
              </a:xfrm>
              <a:prstGeom prst="rect">
                <a:avLst/>
              </a:prstGeom>
              <a:blipFill>
                <a:blip r:embed="rId17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3817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0" grpId="0"/>
      <p:bldP spid="33" grpId="0"/>
      <p:bldP spid="34" grpId="0"/>
      <p:bldP spid="3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DAEFC-4FBE-CF91-AF5F-18B027316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9CAC2BD7-6CD2-B063-86D7-185E08879274}"/>
              </a:ext>
            </a:extLst>
          </p:cNvPr>
          <p:cNvSpPr/>
          <p:nvPr/>
        </p:nvSpPr>
        <p:spPr>
          <a:xfrm>
            <a:off x="0" y="6509735"/>
            <a:ext cx="12192000" cy="339461"/>
          </a:xfrm>
          <a:prstGeom prst="rect">
            <a:avLst/>
          </a:prstGeom>
          <a:solidFill>
            <a:srgbClr val="F4DB80"/>
          </a:solidFill>
          <a:ln w="12700">
            <a:solidFill>
              <a:srgbClr val="F4DB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82" name="Slide Number Placeholder 2">
            <a:extLst>
              <a:ext uri="{FF2B5EF4-FFF2-40B4-BE49-F238E27FC236}">
                <a16:creationId xmlns:a16="http://schemas.microsoft.com/office/drawing/2014/main" id="{509B1CD0-8E8D-9018-6519-CCD4A72E08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67912" y="6535850"/>
            <a:ext cx="824089" cy="273124"/>
          </a:xfrm>
        </p:spPr>
        <p:txBody>
          <a:bodyPr/>
          <a:lstStyle/>
          <a:p>
            <a:r>
              <a:rPr lang="en-US" altLang="en-US" sz="16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41FE60-1E72-5B97-F60C-81C9D515FC5D}"/>
              </a:ext>
            </a:extLst>
          </p:cNvPr>
          <p:cNvSpPr/>
          <p:nvPr/>
        </p:nvSpPr>
        <p:spPr>
          <a:xfrm>
            <a:off x="9950450" y="103876"/>
            <a:ext cx="2049514" cy="6993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E75C4C-6BB2-3434-6F6C-C31672192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90229"/>
            <a:ext cx="11999965" cy="746337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>
                <a:ea typeface="+mj-ea"/>
              </a:rPr>
              <a:t>Concentration polarization derivation - multicomponent</a:t>
            </a:r>
            <a:endParaRPr lang="en-US" sz="4000" dirty="0">
              <a:ea typeface="+mj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B2294C-BB74-2C4B-E954-AE06EC9F63E9}"/>
              </a:ext>
            </a:extLst>
          </p:cNvPr>
          <p:cNvSpPr txBox="1"/>
          <p:nvPr/>
        </p:nvSpPr>
        <p:spPr>
          <a:xfrm>
            <a:off x="190080" y="1234571"/>
            <a:ext cx="11925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The interfacial concentration for multicomponent systems can be solved by using the overall solute flux through the membrane equation previously derived.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92658B9-666A-CE02-1892-2C6F94C551B2}"/>
              </a:ext>
            </a:extLst>
          </p:cNvPr>
          <p:cNvSpPr/>
          <p:nvPr/>
        </p:nvSpPr>
        <p:spPr>
          <a:xfrm>
            <a:off x="9243262" y="2653901"/>
            <a:ext cx="152400" cy="204329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D7AD255-670E-F2CE-E1AC-6302C40B1F8B}"/>
              </a:ext>
            </a:extLst>
          </p:cNvPr>
          <p:cNvCxnSpPr/>
          <p:nvPr/>
        </p:nvCxnSpPr>
        <p:spPr>
          <a:xfrm>
            <a:off x="8633662" y="2664409"/>
            <a:ext cx="0" cy="21336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CFFFB9A-21E1-79EF-370F-67D3D9CB238A}"/>
              </a:ext>
            </a:extLst>
          </p:cNvPr>
          <p:cNvCxnSpPr/>
          <p:nvPr/>
        </p:nvCxnSpPr>
        <p:spPr>
          <a:xfrm>
            <a:off x="8633662" y="5026609"/>
            <a:ext cx="609600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0930C8E-A2C4-B2A8-E8C8-A364848F1528}"/>
              </a:ext>
            </a:extLst>
          </p:cNvPr>
          <p:cNvCxnSpPr>
            <a:cxnSpLocks/>
          </p:cNvCxnSpPr>
          <p:nvPr/>
        </p:nvCxnSpPr>
        <p:spPr>
          <a:xfrm flipH="1">
            <a:off x="7566862" y="3236567"/>
            <a:ext cx="1273072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15B63B7-A31A-0D37-763F-F68F46BD7DCE}"/>
                  </a:ext>
                </a:extLst>
              </p:cNvPr>
              <p:cNvSpPr txBox="1"/>
              <p:nvPr/>
            </p:nvSpPr>
            <p:spPr>
              <a:xfrm>
                <a:off x="8862262" y="5055797"/>
                <a:ext cx="1747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15B63B7-A31A-0D37-763F-F68F46BD7D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2262" y="5055797"/>
                <a:ext cx="174728" cy="276999"/>
              </a:xfrm>
              <a:prstGeom prst="rect">
                <a:avLst/>
              </a:prstGeom>
              <a:blipFill>
                <a:blip r:embed="rId3"/>
                <a:stretch>
                  <a:fillRect l="-35714" r="-35714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61D7D04-970E-9C4C-B180-28FA1354E6A4}"/>
              </a:ext>
            </a:extLst>
          </p:cNvPr>
          <p:cNvCxnSpPr>
            <a:cxnSpLocks/>
          </p:cNvCxnSpPr>
          <p:nvPr/>
        </p:nvCxnSpPr>
        <p:spPr>
          <a:xfrm>
            <a:off x="8839934" y="3121609"/>
            <a:ext cx="119687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17A21CC-3CE2-BC98-05EF-C3114AD1AF0D}"/>
              </a:ext>
            </a:extLst>
          </p:cNvPr>
          <p:cNvCxnSpPr>
            <a:cxnSpLocks/>
          </p:cNvCxnSpPr>
          <p:nvPr/>
        </p:nvCxnSpPr>
        <p:spPr>
          <a:xfrm>
            <a:off x="7643062" y="3959809"/>
            <a:ext cx="119687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11CF360E-5548-BA80-B975-A20934D47B0E}"/>
              </a:ext>
            </a:extLst>
          </p:cNvPr>
          <p:cNvSpPr/>
          <p:nvPr/>
        </p:nvSpPr>
        <p:spPr>
          <a:xfrm>
            <a:off x="8340026" y="2762342"/>
            <a:ext cx="1219200" cy="1828800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lt1">
                    <a:alpha val="95000"/>
                  </a:schemeClr>
                </a:solidFill>
              </a:rPr>
              <a:t>cv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6601B3-588E-F5AE-793D-CE32F4AD33A6}"/>
              </a:ext>
            </a:extLst>
          </p:cNvPr>
          <p:cNvSpPr txBox="1"/>
          <p:nvPr/>
        </p:nvSpPr>
        <p:spPr>
          <a:xfrm>
            <a:off x="9767170" y="3278519"/>
            <a:ext cx="20362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Solute flux through the membrane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16B9B5-453D-4B64-17AE-91145970DB2D}"/>
              </a:ext>
            </a:extLst>
          </p:cNvPr>
          <p:cNvSpPr txBox="1"/>
          <p:nvPr/>
        </p:nvSpPr>
        <p:spPr>
          <a:xfrm>
            <a:off x="6477000" y="4059622"/>
            <a:ext cx="1828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Convective flux of solute towards the membrane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6A2BD3-853E-0A4A-434D-3F48A26E5213}"/>
              </a:ext>
            </a:extLst>
          </p:cNvPr>
          <p:cNvSpPr txBox="1"/>
          <p:nvPr/>
        </p:nvSpPr>
        <p:spPr>
          <a:xfrm>
            <a:off x="6427281" y="2305345"/>
            <a:ext cx="2209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Diffusive solute flux back into the bulk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6C619FE-62F6-0844-AFA5-CF1807970AD4}"/>
                  </a:ext>
                </a:extLst>
              </p:cNvPr>
              <p:cNvSpPr txBox="1"/>
              <p:nvPr/>
            </p:nvSpPr>
            <p:spPr>
              <a:xfrm>
                <a:off x="6818050" y="3750211"/>
                <a:ext cx="650073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6C619FE-62F6-0844-AFA5-CF1807970A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8050" y="3750211"/>
                <a:ext cx="650073" cy="390748"/>
              </a:xfrm>
              <a:prstGeom prst="rect">
                <a:avLst/>
              </a:prstGeom>
              <a:blipFill>
                <a:blip r:embed="rId4"/>
                <a:stretch>
                  <a:fillRect l="-1869" r="-10280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6AAEC03-7C01-C474-CCC8-571BDD7BD706}"/>
                  </a:ext>
                </a:extLst>
              </p:cNvPr>
              <p:cNvSpPr txBox="1"/>
              <p:nvPr/>
            </p:nvSpPr>
            <p:spPr>
              <a:xfrm>
                <a:off x="6624758" y="2929650"/>
                <a:ext cx="1036655" cy="6182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f>
                        <m:f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i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6AAEC03-7C01-C474-CCC8-571BDD7BD7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4758" y="2929650"/>
                <a:ext cx="1036655" cy="61824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B89B4B1-BB5F-60FD-C9D7-DECF489184C8}"/>
                  </a:ext>
                </a:extLst>
              </p:cNvPr>
              <p:cNvSpPr txBox="1"/>
              <p:nvPr/>
            </p:nvSpPr>
            <p:spPr>
              <a:xfrm>
                <a:off x="10042732" y="2922045"/>
                <a:ext cx="1219200" cy="3940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B89B4B1-BB5F-60FD-C9D7-DECF489184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2732" y="2922045"/>
                <a:ext cx="1219200" cy="394019"/>
              </a:xfrm>
              <a:prstGeom prst="rect">
                <a:avLst/>
              </a:prstGeom>
              <a:blipFill>
                <a:blip r:embed="rId6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B7905D4-BDD0-F318-7FFF-7C58D6C2AC11}"/>
                  </a:ext>
                </a:extLst>
              </p:cNvPr>
              <p:cNvSpPr txBox="1"/>
              <p:nvPr/>
            </p:nvSpPr>
            <p:spPr>
              <a:xfrm>
                <a:off x="557578" y="2208611"/>
                <a:ext cx="4985099" cy="6183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dx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B7905D4-BDD0-F318-7FFF-7C58D6C2AC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578" y="2208611"/>
                <a:ext cx="4985099" cy="61837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87DA6F2-ED1F-97DF-5B62-1B677A5DE551}"/>
                  </a:ext>
                </a:extLst>
              </p:cNvPr>
              <p:cNvSpPr txBox="1"/>
              <p:nvPr/>
            </p:nvSpPr>
            <p:spPr>
              <a:xfrm>
                <a:off x="547355" y="3110680"/>
                <a:ext cx="4985099" cy="6183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dx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87DA6F2-ED1F-97DF-5B62-1B677A5DE5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355" y="3110680"/>
                <a:ext cx="4985099" cy="61837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0888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A42EE-5EDF-1C33-3E10-EA8916C4F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D63C36D0-3F2D-413F-63E5-6670D92458CD}"/>
              </a:ext>
            </a:extLst>
          </p:cNvPr>
          <p:cNvSpPr/>
          <p:nvPr/>
        </p:nvSpPr>
        <p:spPr>
          <a:xfrm>
            <a:off x="0" y="6509735"/>
            <a:ext cx="12192000" cy="339461"/>
          </a:xfrm>
          <a:prstGeom prst="rect">
            <a:avLst/>
          </a:prstGeom>
          <a:solidFill>
            <a:srgbClr val="F4DB80"/>
          </a:solidFill>
          <a:ln w="12700">
            <a:solidFill>
              <a:srgbClr val="F4DB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82" name="Slide Number Placeholder 2">
            <a:extLst>
              <a:ext uri="{FF2B5EF4-FFF2-40B4-BE49-F238E27FC236}">
                <a16:creationId xmlns:a16="http://schemas.microsoft.com/office/drawing/2014/main" id="{DC56B9BC-9FF5-42DE-98F1-EC023AFF01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67912" y="6535850"/>
            <a:ext cx="824089" cy="273124"/>
          </a:xfrm>
        </p:spPr>
        <p:txBody>
          <a:bodyPr/>
          <a:lstStyle/>
          <a:p>
            <a:r>
              <a:rPr lang="en-US" altLang="en-US" sz="16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422301-CE0B-6925-CBD4-93348AC69FD8}"/>
              </a:ext>
            </a:extLst>
          </p:cNvPr>
          <p:cNvSpPr/>
          <p:nvPr/>
        </p:nvSpPr>
        <p:spPr>
          <a:xfrm>
            <a:off x="9950450" y="103876"/>
            <a:ext cx="2049514" cy="6993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DA677A-0E91-EB8D-2D09-31D788682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90229"/>
            <a:ext cx="12115801" cy="746337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>
                <a:ea typeface="+mj-ea"/>
              </a:rPr>
              <a:t>Generalizing the overall solute flux equation</a:t>
            </a:r>
            <a:endParaRPr lang="en-US" sz="4000" dirty="0">
              <a:ea typeface="+mj-ea"/>
            </a:endParaRP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DC53C07F-DAD4-5505-4864-082E0F5069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225437"/>
              </p:ext>
            </p:extLst>
          </p:nvPr>
        </p:nvGraphicFramePr>
        <p:xfrm>
          <a:off x="-381000" y="1118335"/>
          <a:ext cx="6019800" cy="7749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1EE3A45-E1A8-A5A8-F371-AE80B8264418}"/>
                  </a:ext>
                </a:extLst>
              </p:cNvPr>
              <p:cNvSpPr txBox="1"/>
              <p:nvPr/>
            </p:nvSpPr>
            <p:spPr>
              <a:xfrm>
                <a:off x="7857811" y="2154607"/>
                <a:ext cx="3676022" cy="6090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−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𝑅𝑇</m:t>
                          </m:r>
                        </m:den>
                      </m:f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1EE3A45-E1A8-A5A8-F371-AE80B82644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7811" y="2154607"/>
                <a:ext cx="3676022" cy="6090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D28A1DA-ED7D-9622-5391-A609887D02F5}"/>
                  </a:ext>
                </a:extLst>
              </p:cNvPr>
              <p:cNvSpPr txBox="1"/>
              <p:nvPr/>
            </p:nvSpPr>
            <p:spPr>
              <a:xfrm>
                <a:off x="8003512" y="3827680"/>
                <a:ext cx="2456822" cy="6647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=0= </m:t>
                      </m:r>
                      <m:nary>
                        <m:naryPr>
                          <m:limLoc m:val="subSup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𝑑𝑟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D28A1DA-ED7D-9622-5391-A609887D02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3512" y="3827680"/>
                <a:ext cx="2456822" cy="66473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BC0E2C2-CE2A-DCF4-13E1-FD42EDF5D326}"/>
                  </a:ext>
                </a:extLst>
              </p:cNvPr>
              <p:cNvSpPr txBox="1"/>
              <p:nvPr/>
            </p:nvSpPr>
            <p:spPr>
              <a:xfrm>
                <a:off x="8001000" y="4572184"/>
                <a:ext cx="1694822" cy="6365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subSup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i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BC0E2C2-CE2A-DCF4-13E1-FD42EDF5D3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1000" y="4572184"/>
                <a:ext cx="1694822" cy="63658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B36538AF-8195-B737-8383-9BF9D184C16F}"/>
              </a:ext>
            </a:extLst>
          </p:cNvPr>
          <p:cNvSpPr txBox="1"/>
          <p:nvPr/>
        </p:nvSpPr>
        <p:spPr>
          <a:xfrm>
            <a:off x="7135447" y="1833339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Overall solute flux equation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8B00C52-B468-D315-42F0-C5720DEF64C5}"/>
              </a:ext>
            </a:extLst>
          </p:cNvPr>
          <p:cNvSpPr txBox="1"/>
          <p:nvPr/>
        </p:nvSpPr>
        <p:spPr>
          <a:xfrm>
            <a:off x="7156498" y="3425648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Constraints</a:t>
            </a:r>
          </a:p>
        </p:txBody>
      </p:sp>
      <p:pic>
        <p:nvPicPr>
          <p:cNvPr id="28" name="Graphic 27" descr="Badge 1 with solid fill">
            <a:extLst>
              <a:ext uri="{FF2B5EF4-FFF2-40B4-BE49-F238E27FC236}">
                <a16:creationId xmlns:a16="http://schemas.microsoft.com/office/drawing/2014/main" id="{E8632C9A-8E65-9147-DA32-7BE2075D516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473160" y="3845978"/>
            <a:ext cx="530352" cy="530352"/>
          </a:xfrm>
          <a:prstGeom prst="rect">
            <a:avLst/>
          </a:prstGeom>
        </p:spPr>
      </p:pic>
      <p:pic>
        <p:nvPicPr>
          <p:cNvPr id="30" name="Graphic 29" descr="Badge with solid fill">
            <a:extLst>
              <a:ext uri="{FF2B5EF4-FFF2-40B4-BE49-F238E27FC236}">
                <a16:creationId xmlns:a16="http://schemas.microsoft.com/office/drawing/2014/main" id="{F328A588-CF11-2098-A02F-0933A6D77CC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470112" y="4623777"/>
            <a:ext cx="533400" cy="533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76609593-057B-7BAA-05CB-C657F5FE07DD}"/>
              </a:ext>
            </a:extLst>
          </p:cNvPr>
          <p:cNvSpPr txBox="1"/>
          <p:nvPr/>
        </p:nvSpPr>
        <p:spPr>
          <a:xfrm>
            <a:off x="381000" y="2704295"/>
            <a:ext cx="6096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/>
              <a:t>Overall goal: to solve for the interfacial concentration of each ion in solution.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400" dirty="0"/>
              <a:t>The </a:t>
            </a:r>
            <a:r>
              <a:rPr lang="en-US" sz="1400" dirty="0" err="1"/>
              <a:t>MBDoE</a:t>
            </a:r>
            <a:r>
              <a:rPr lang="en-US" sz="1400" dirty="0"/>
              <a:t> code currently incorporates concentration polarization for single salt systems only.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400" dirty="0"/>
              <a:t>Advancing to multicomponent systems requires an interfacial concentration for each ion present to be calculated.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400" dirty="0"/>
              <a:t>Ideally, the overall flux equation will be generalized to account for whether the experimental input is single salt or multicomponent.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400" dirty="0"/>
              <a:t>Inputs known are salt identities: charge and solution diffusion coefficients.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400" dirty="0"/>
              <a:t>Solve numerically.</a:t>
            </a:r>
          </a:p>
        </p:txBody>
      </p:sp>
    </p:spTree>
    <p:extLst>
      <p:ext uri="{BB962C8B-B14F-4D97-AF65-F5344CB8AC3E}">
        <p14:creationId xmlns:p14="http://schemas.microsoft.com/office/powerpoint/2010/main" val="36864932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6C63B-D6A4-4787-A3BC-8CB21473B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F8807DAA-D8CB-ACC1-8744-9704589F5AE4}"/>
              </a:ext>
            </a:extLst>
          </p:cNvPr>
          <p:cNvSpPr/>
          <p:nvPr/>
        </p:nvSpPr>
        <p:spPr>
          <a:xfrm>
            <a:off x="0" y="6509735"/>
            <a:ext cx="12192000" cy="339461"/>
          </a:xfrm>
          <a:prstGeom prst="rect">
            <a:avLst/>
          </a:prstGeom>
          <a:solidFill>
            <a:srgbClr val="F4DB80"/>
          </a:solidFill>
          <a:ln w="12700">
            <a:solidFill>
              <a:srgbClr val="F4DB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82" name="Slide Number Placeholder 2">
            <a:extLst>
              <a:ext uri="{FF2B5EF4-FFF2-40B4-BE49-F238E27FC236}">
                <a16:creationId xmlns:a16="http://schemas.microsoft.com/office/drawing/2014/main" id="{C7DFEF75-E46D-CD65-1312-178E5AD7FE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67912" y="6535850"/>
            <a:ext cx="824089" cy="273124"/>
          </a:xfrm>
        </p:spPr>
        <p:txBody>
          <a:bodyPr/>
          <a:lstStyle/>
          <a:p>
            <a:r>
              <a:rPr lang="en-US" altLang="en-US" sz="16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F5DEC0-4EEC-2635-1C7F-ECC0BA6919D2}"/>
              </a:ext>
            </a:extLst>
          </p:cNvPr>
          <p:cNvSpPr/>
          <p:nvPr/>
        </p:nvSpPr>
        <p:spPr>
          <a:xfrm>
            <a:off x="9950450" y="103876"/>
            <a:ext cx="2049514" cy="6993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F15AD0-6FF6-B721-088A-86C35C9AC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90229"/>
            <a:ext cx="12115801" cy="746337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>
                <a:ea typeface="+mj-ea"/>
              </a:rPr>
              <a:t>Generalizing the overall solute flux equation</a:t>
            </a:r>
            <a:endParaRPr lang="en-US" sz="4000" dirty="0">
              <a:ea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DC493E6-DF92-BC64-9297-3F4A9CB145F7}"/>
                  </a:ext>
                </a:extLst>
              </p:cNvPr>
              <p:cNvSpPr txBox="1"/>
              <p:nvPr/>
            </p:nvSpPr>
            <p:spPr>
              <a:xfrm>
                <a:off x="833012" y="2371226"/>
                <a:ext cx="4662312" cy="7132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∇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num>
                            <m:den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DC493E6-DF92-BC64-9297-3F4A9CB145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012" y="2371226"/>
                <a:ext cx="4662312" cy="7132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277FD3D-3063-C622-463D-9F78318DF495}"/>
                  </a:ext>
                </a:extLst>
              </p:cNvPr>
              <p:cNvSpPr txBox="1"/>
              <p:nvPr/>
            </p:nvSpPr>
            <p:spPr>
              <a:xfrm>
                <a:off x="-28468" y="3427937"/>
                <a:ext cx="6385271" cy="8107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num>
                            <m:den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∇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num>
                            <m:den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277FD3D-3063-C622-463D-9F78318DF4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8468" y="3427937"/>
                <a:ext cx="6385271" cy="81073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63D8A9DF-B0CF-73CA-9027-FC50DE0DC002}"/>
              </a:ext>
            </a:extLst>
          </p:cNvPr>
          <p:cNvSpPr txBox="1"/>
          <p:nvPr/>
        </p:nvSpPr>
        <p:spPr>
          <a:xfrm>
            <a:off x="1033745" y="1800476"/>
            <a:ext cx="4662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Solve in a similar way as previously derived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2CAF266-7DCB-78AD-2B81-B52B8D55300B}"/>
                  </a:ext>
                </a:extLst>
              </p:cNvPr>
              <p:cNvSpPr txBox="1"/>
              <p:nvPr/>
            </p:nvSpPr>
            <p:spPr>
              <a:xfrm>
                <a:off x="-28469" y="4686691"/>
                <a:ext cx="6385271" cy="7376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∇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∇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2CAF266-7DCB-78AD-2B81-B52B8D5530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8469" y="4686691"/>
                <a:ext cx="6385271" cy="73763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038E5EE2-C819-4C97-9669-D5B949B2A6E0}"/>
              </a:ext>
            </a:extLst>
          </p:cNvPr>
          <p:cNvSpPr txBox="1"/>
          <p:nvPr/>
        </p:nvSpPr>
        <p:spPr>
          <a:xfrm>
            <a:off x="7239000" y="2968362"/>
            <a:ext cx="4662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Can we simplify this equation further?</a:t>
            </a:r>
          </a:p>
        </p:txBody>
      </p:sp>
      <p:pic>
        <p:nvPicPr>
          <p:cNvPr id="5" name="Graphic 4" descr="Dance steps with solid fill">
            <a:extLst>
              <a:ext uri="{FF2B5EF4-FFF2-40B4-BE49-F238E27FC236}">
                <a16:creationId xmlns:a16="http://schemas.microsoft.com/office/drawing/2014/main" id="{05FC5BF6-912D-1929-5C73-2320D31DAF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53200" y="5055510"/>
            <a:ext cx="914400" cy="914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39B341-B5C5-21F9-3AC5-A357869AEB46}"/>
              </a:ext>
            </a:extLst>
          </p:cNvPr>
          <p:cNvSpPr txBox="1"/>
          <p:nvPr/>
        </p:nvSpPr>
        <p:spPr>
          <a:xfrm>
            <a:off x="7360418" y="4818230"/>
            <a:ext cx="463954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Continue working on the multicomponent concentration polarization derivation.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Continue analyzing single salt NaCl, CaCl2, LaCl3 experiments with </a:t>
            </a:r>
            <a:r>
              <a:rPr lang="en-US" dirty="0" err="1"/>
              <a:t>MBDoE</a:t>
            </a:r>
            <a:r>
              <a:rPr lang="en-US" dirty="0"/>
              <a:t>. Implement solute flux with all three terms.</a:t>
            </a:r>
          </a:p>
        </p:txBody>
      </p:sp>
    </p:spTree>
    <p:extLst>
      <p:ext uri="{BB962C8B-B14F-4D97-AF65-F5344CB8AC3E}">
        <p14:creationId xmlns:p14="http://schemas.microsoft.com/office/powerpoint/2010/main" val="4134732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5" grpId="0"/>
      <p:bldP spid="36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77B4D-2E4B-5354-620E-3BF10A590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67407B0A-AC53-571C-5DF8-F5317B84F6E5}"/>
              </a:ext>
            </a:extLst>
          </p:cNvPr>
          <p:cNvSpPr/>
          <p:nvPr/>
        </p:nvSpPr>
        <p:spPr>
          <a:xfrm>
            <a:off x="0" y="6509735"/>
            <a:ext cx="12192000" cy="339461"/>
          </a:xfrm>
          <a:prstGeom prst="rect">
            <a:avLst/>
          </a:prstGeom>
          <a:solidFill>
            <a:srgbClr val="F4DB80"/>
          </a:solidFill>
          <a:ln w="12700">
            <a:solidFill>
              <a:srgbClr val="F4DB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82" name="Slide Number Placeholder 2">
            <a:extLst>
              <a:ext uri="{FF2B5EF4-FFF2-40B4-BE49-F238E27FC236}">
                <a16:creationId xmlns:a16="http://schemas.microsoft.com/office/drawing/2014/main" id="{9E4AF2C9-4C1D-0288-CC7D-06522A65CC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67912" y="6535850"/>
            <a:ext cx="824089" cy="273124"/>
          </a:xfrm>
        </p:spPr>
        <p:txBody>
          <a:bodyPr/>
          <a:lstStyle/>
          <a:p>
            <a:r>
              <a:rPr lang="en-US" altLang="en-US" sz="16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519CCC-2A65-136A-0EAF-AC51AA0FDD40}"/>
              </a:ext>
            </a:extLst>
          </p:cNvPr>
          <p:cNvSpPr/>
          <p:nvPr/>
        </p:nvSpPr>
        <p:spPr>
          <a:xfrm>
            <a:off x="9950450" y="103876"/>
            <a:ext cx="2049514" cy="6993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A73D30-BA70-284F-6363-FDD11146C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90229"/>
            <a:ext cx="12115801" cy="746337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>
                <a:ea typeface="+mj-ea"/>
              </a:rPr>
              <a:t>Overall flux equations</a:t>
            </a:r>
            <a:endParaRPr lang="en-US" sz="4000" dirty="0">
              <a:ea typeface="+mj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E677A01-3A68-9764-10FE-4B45F7D98EEF}"/>
                  </a:ext>
                </a:extLst>
              </p:cNvPr>
              <p:cNvSpPr txBox="1"/>
              <p:nvPr/>
            </p:nvSpPr>
            <p:spPr>
              <a:xfrm>
                <a:off x="3657600" y="1003129"/>
                <a:ext cx="40386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kern="10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800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800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E677A01-3A68-9764-10FE-4B45F7D98E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1003129"/>
                <a:ext cx="4038600" cy="369332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A1B7373-DFD8-9727-AFEE-7FC093032450}"/>
                  </a:ext>
                </a:extLst>
              </p:cNvPr>
              <p:cNvSpPr txBox="1"/>
              <p:nvPr/>
            </p:nvSpPr>
            <p:spPr>
              <a:xfrm>
                <a:off x="838200" y="1612729"/>
                <a:ext cx="9906000" cy="7464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𝜒</m:t>
                          </m:r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p>
                              </m:sSubSup>
                              <m: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p>
                              </m:sSubSup>
                              <m: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𝜒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A1B7373-DFD8-9727-AFEE-7FC0930324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12729"/>
                <a:ext cx="9906000" cy="74642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773680F-15E5-F013-ECF0-AFD6E8717F89}"/>
                  </a:ext>
                </a:extLst>
              </p:cNvPr>
              <p:cNvSpPr txBox="1"/>
              <p:nvPr/>
            </p:nvSpPr>
            <p:spPr>
              <a:xfrm>
                <a:off x="2986035" y="2564956"/>
                <a:ext cx="6219930" cy="7241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p>
                              </m:sSubSup>
                              <m: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p>
                              </m:sSubSup>
                              <m: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𝜒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773680F-15E5-F013-ECF0-AFD6E8717F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6035" y="2564956"/>
                <a:ext cx="6219930" cy="72417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CDF3DDA-5E01-EFC7-C3B1-5B15A89DE051}"/>
                  </a:ext>
                </a:extLst>
              </p:cNvPr>
              <p:cNvSpPr txBox="1"/>
              <p:nvPr/>
            </p:nvSpPr>
            <p:spPr>
              <a:xfrm>
                <a:off x="3810000" y="5715000"/>
                <a:ext cx="6219930" cy="6035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18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</a:rPr>
                          <m:t>D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8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</a:rPr>
                          <m:t>22</m:t>
                        </m:r>
                      </m:sub>
                    </m:sSub>
                    <m:r>
                      <a:rPr lang="en-US" sz="18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1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18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z</m:t>
                                </m:r>
                              </m:e>
                              <m:sub>
                                <m:r>
                                  <a:rPr lang="en-US" sz="18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sz="18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D</m:t>
                                </m:r>
                              </m:e>
                              <m:sub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sz="18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D</m:t>
                                </m:r>
                              </m:e>
                              <m:sub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sub>
                              <m:sup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sSubSup>
                                  <m:sSubSupPr>
                                    <m:ctrlPr>
                                      <a:rPr lang="en-US" sz="180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8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  <m:t>D</m:t>
                                    </m:r>
                                  </m:e>
                                  <m:sub>
                                    <m:r>
                                      <a:rPr lang="en-US" sz="18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180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  <m:t>𝑠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sz="180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8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  <m:t>D</m:t>
                                    </m:r>
                                  </m:e>
                                  <m:sub>
                                    <m:r>
                                      <a:rPr lang="en-US" sz="18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180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  <m:t>𝑠</m:t>
                                    </m:r>
                                  </m:sup>
                                </m:sSubSup>
                              </m:e>
                              <m:sub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sz="1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18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z</m:t>
                                </m:r>
                              </m:e>
                              <m:sub>
                                <m:r>
                                  <a:rPr lang="en-US" sz="18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sz="18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D</m:t>
                                </m:r>
                              </m:e>
                              <m:sub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sz="18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D</m:t>
                                </m:r>
                              </m:e>
                              <m:sub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sub>
                              <m:sup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sup>
                            </m:sSubSup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sz="18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D</m:t>
                                </m:r>
                              </m:e>
                              <m:sub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sz="18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D</m:t>
                                </m:r>
                              </m:e>
                              <m:sub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sub>
                              <m:sup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sup>
                            </m:sSubSup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sz="18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D</m:t>
                                </m:r>
                              </m:e>
                              <m:sub>
                                <m:r>
                                  <a:rPr lang="en-US" sz="18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sup>
                            </m:sSubSup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sz="18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D</m:t>
                                </m:r>
                              </m:e>
                              <m:sub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sub>
                              <m:sup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sup>
                            </m:sSubSup>
                          </m:e>
                        </m:d>
                        <m:r>
                          <a:rPr lang="en-US" sz="18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sz="18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D</m:t>
                                </m:r>
                              </m:e>
                              <m:sub>
                                <m:r>
                                  <a:rPr lang="en-US" sz="18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sup>
                            </m:sSubSup>
                            <m:r>
                              <a:rPr lang="en-US" sz="18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sz="18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D</m:t>
                                </m:r>
                              </m:e>
                              <m:sub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sub>
                              <m:sup>
                                <m:r>
                                  <a:rPr lang="en-US" sz="18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sup>
                            </m:sSubSup>
                          </m:e>
                        </m:d>
                      </m:den>
                    </m:f>
                  </m:oMath>
                </a14:m>
                <a:r>
                  <a:rPr lang="en-US" sz="18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CDF3DDA-5E01-EFC7-C3B1-5B15A89DE0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0" y="5715000"/>
                <a:ext cx="6219930" cy="60356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71C91C8-1554-596C-1284-AE42628ECF94}"/>
                  </a:ext>
                </a:extLst>
              </p:cNvPr>
              <p:cNvSpPr txBox="1"/>
              <p:nvPr/>
            </p:nvSpPr>
            <p:spPr>
              <a:xfrm>
                <a:off x="2895600" y="4052618"/>
                <a:ext cx="6219930" cy="5280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e>
                        <m:sub>
                          <m:r>
                            <a:rPr lang="en-US" sz="1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800" i="1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1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sz="1800" i="1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1800" kern="1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D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800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m:rPr>
                              <m:nor/>
                            </m:rPr>
                            <a:rPr lang="en-US" sz="1800" kern="1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800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en-US" sz="1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1800" kern="1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D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800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m:rPr>
                              <m:nor/>
                            </m:rPr>
                            <a:rPr lang="en-US" sz="1800" kern="1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800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en-US" sz="1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kern="100" dirty="0">
                  <a:solidFill>
                    <a:schemeClr val="tx1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71C91C8-1554-596C-1284-AE42628ECF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600" y="4052618"/>
                <a:ext cx="6219930" cy="52809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D528A5A-A9DD-C727-F134-ABD9E4CB339F}"/>
                  </a:ext>
                </a:extLst>
              </p:cNvPr>
              <p:cNvSpPr txBox="1"/>
              <p:nvPr/>
            </p:nvSpPr>
            <p:spPr>
              <a:xfrm>
                <a:off x="2986035" y="4728309"/>
                <a:ext cx="6219930" cy="7241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1800" kern="1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D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800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m:rPr>
                              <m:nor/>
                            </m:rPr>
                            <a:rPr lang="en-US" sz="1800" kern="1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8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8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8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8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sz="18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1800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18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𝑠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18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sz="18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𝑠</m:t>
                                  </m:r>
                                </m:sup>
                              </m:sSubSup>
                              <m:r>
                                <a:rPr lang="en-US" sz="18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8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8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sz="18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sz="18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𝑠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18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US" sz="18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𝑠</m:t>
                                  </m:r>
                                </m:sup>
                              </m:sSubSup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sz="18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8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8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18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8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18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18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1800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18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𝑠</m:t>
                                  </m:r>
                                </m:sup>
                              </m:sSubSup>
                              <m:r>
                                <a:rPr lang="en-US" sz="18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8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8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sz="18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US" sz="18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𝑠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sz="1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8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8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8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18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8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sz="18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18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1800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sz="18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𝑠</m:t>
                                  </m:r>
                                </m:sup>
                              </m:sSubSup>
                              <m:r>
                                <a:rPr lang="en-US" sz="18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8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8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sz="18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18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US" sz="18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𝑠</m:t>
                                  </m:r>
                                </m:sup>
                              </m:sSubSup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D528A5A-A9DD-C727-F134-ABD9E4CB33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6035" y="4728309"/>
                <a:ext cx="6219930" cy="72417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7191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rand_standards_PPT_template_1W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168848</TotalTime>
  <Words>447</Words>
  <Application>Microsoft Office PowerPoint</Application>
  <PresentationFormat>Widescreen</PresentationFormat>
  <Paragraphs>80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20" baseType="lpstr">
      <vt:lpstr>Aptos</vt:lpstr>
      <vt:lpstr>Arial</vt:lpstr>
      <vt:lpstr>Calibri</vt:lpstr>
      <vt:lpstr>Calibri Light</vt:lpstr>
      <vt:lpstr>Cambria Math</vt:lpstr>
      <vt:lpstr>GalaxiePolaris-Bold</vt:lpstr>
      <vt:lpstr>GalaxiePolaris-Book</vt:lpstr>
      <vt:lpstr>GalaxiePolaris-Medium</vt:lpstr>
      <vt:lpstr>Garamond</vt:lpstr>
      <vt:lpstr>Times New Roman</vt:lpstr>
      <vt:lpstr>Wingdings</vt:lpstr>
      <vt:lpstr>Office Theme</vt:lpstr>
      <vt:lpstr>brand_standards_PPT_template_1W</vt:lpstr>
      <vt:lpstr>Concentration polarization derivation –multicomponent systems</vt:lpstr>
      <vt:lpstr>Derivation overview</vt:lpstr>
      <vt:lpstr>Concentration polarization derivation – single salt</vt:lpstr>
      <vt:lpstr>Concentration polarization derivation - multicomponent</vt:lpstr>
      <vt:lpstr>Generalizing the overall solute flux equation</vt:lpstr>
      <vt:lpstr>Generalizing the overall solute flux equation</vt:lpstr>
      <vt:lpstr>Overall flux equations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Mathematical Model Update</dc:title>
  <dc:creator>Laurianne Lair</dc:creator>
  <cp:lastModifiedBy>Laurianne Lair</cp:lastModifiedBy>
  <cp:revision>9</cp:revision>
  <cp:lastPrinted>2023-07-13T18:14:11Z</cp:lastPrinted>
  <dcterms:created xsi:type="dcterms:W3CDTF">2022-05-09T22:03:52Z</dcterms:created>
  <dcterms:modified xsi:type="dcterms:W3CDTF">2025-02-24T20:00:49Z</dcterms:modified>
</cp:coreProperties>
</file>