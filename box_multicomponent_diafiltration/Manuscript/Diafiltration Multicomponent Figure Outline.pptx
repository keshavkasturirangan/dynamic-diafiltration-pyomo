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notesSlides/notesSlide5.xml" ContentType="application/vnd.openxmlformats-officedocument.presentationml.notesSlide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8"/>
  </p:notesMasterIdLst>
  <p:sldIdLst>
    <p:sldId id="476" r:id="rId2"/>
    <p:sldId id="522" r:id="rId3"/>
    <p:sldId id="583" r:id="rId4"/>
    <p:sldId id="582" r:id="rId5"/>
    <p:sldId id="580" r:id="rId6"/>
    <p:sldId id="5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D0FF"/>
    <a:srgbClr val="FFFFFF"/>
    <a:srgbClr val="FF9900"/>
    <a:srgbClr val="E26FFF"/>
    <a:srgbClr val="00FFFF"/>
    <a:srgbClr val="008200"/>
    <a:srgbClr val="F0822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4CB8C-B029-4D1F-89B2-57C081526BE8}" v="76" dt="2024-02-19T20:17:02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55" autoAdjust="0"/>
    <p:restoredTop sz="93872" autoAdjust="0"/>
  </p:normalViewPr>
  <p:slideViewPr>
    <p:cSldViewPr snapToGrid="0">
      <p:cViewPr varScale="1">
        <p:scale>
          <a:sx n="63" d="100"/>
          <a:sy n="63" d="100"/>
        </p:scale>
        <p:origin x="86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03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24575,'2'11'0,"-1"-6"0,34 272-4,-22 3-855,-13-279 852,13 1148-3483,-13-915 2350,-3 954 773,-1-87-813,4-977 1359,3 574-771,5-234 5019,-8-437-4023,0-2 253,1 0 1,1 0-1,10 47 0,-10-68-657,0 1 0,0 0 0,0-1 0,1 1 0,0-1 0,-1 0 0,1 0 0,1 0 0,-1 0 0,1-1 0,-1 1 0,1-1 0,0 0 0,0 0 0,1 0 0,4 2 0,9 4 0,1-1 0,33 11 0,-43-16 0,99 29-205,152 24 0,119-4-674,-295-41 826,1657 181-1545,-621-135 320,-561-31 1090,-3 37-160,-191 7 370,-323-60-3481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05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0 24575,'-5'11'0,"-90"152"0,28-50 0,42-70 0,-161 294 0,181-327 0,1-5 0,1 1 0,1 1 0,-3 6 0,5-12 0,0 0 0,3-4 0,20-19 0,0 2 0,2 0 0,0 2 0,2 0 0,-1 2 0,2 1 0,0 1 0,1 2 0,41-13 0,-55 21 0,0 0 0,0 1 0,1 1 0,-1 1 0,1 0 0,26 1 0,-35 1 0,0 0 0,0 1 0,0 0 0,0 0 0,0 0 0,0 1 0,7 4 0,-9-5 0,-1 1 0,0 0 0,0 0 0,0 1 0,0-1 0,0 1 0,-1 0 0,0 0 0,0 0 0,0 0 0,3 6 0,-4-5 0,1 0 0,-1 0 0,-1 1 0,1-1 0,-1 0 0,1 1 0,-2 0 0,2 10 0,-3-6 0,1-1 0,-1 0 0,-1 1 0,-4 15 0,-2-1 0,-1 0 0,-2-1 0,-14 24 0,-10 13 0,-75 95 0,-65 40 0,126-148 0,72-51 0,12 0 0,-1 1 0,1 2 0,0 1 0,0 2 0,-1 1 0,1 2 0,-1 1 0,64 21 0,-81-21 0,0 1 0,-1 0 0,0 2 0,-1-1 0,1 2 0,14 11 0,-25-16 0,0-1 0,0 1 0,0 0 0,-1 0 0,0 0 0,0 1 0,0 0 0,-1 0 0,1 0 0,-1 0 0,-1 0 0,1 0 0,-1 1 0,0-1 0,-1 1 0,1 0 0,-1-1 0,0 14 0,-2-1 24,-1 1 0,-1 0 0,0-1 0,-13 38 0,-36 71-1509,31-83-5341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0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 24575,'0'25'0,"-1"0"0,-2-1 0,0 1 0,-8 26 0,3-15 0,-10 55 0,-28 149 0,21 1 0,24-211 0,1-1 0,2 0 0,0 1 0,3-1 0,8 33 0,-10-49 0,2 0 0,-1 0 0,2-1 0,0 0 0,0 0 0,1 0 0,0-1 0,1 0 0,1 0 0,-1-1 0,2 0 0,-1-1 0,16 12 0,-15-14 11,1 0 0,0-1 0,0 0 0,0-1 0,1 0 0,0-1-1,0 0 1,0-1 0,0-1 0,16 2 0,-11-3-197,0 0 1,-1-2-1,1 0 0,0 0 1,-1-2-1,0 0 1,19-7-1,-9 2-6640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06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24575,'0'0'0,"11"-2"0,12-3 0,19-3 0,26-4 0,25-4 0,20-1 0,4-2 0,-7 1 0,-22 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17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5067 24575,'290'-229'-197,"-252"196"-33,120-102-1477,42-36 799,35-31-1018,36-29 898,24-26-1230,22-22 872,708-652-2364,-169 151 2697,18 21 469,-587 520 535,-39 31 283,-43 33 80,-42 34 706,-39 32-236,25-26 2406,-116 102-1237,-16 14-2563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0.28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36 0 24575,'0'0'0,"-5"11"0,-9 8 0,-2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0.44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0.59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14 0 24575,'0'0'0,"0"0"0,-6 8 0,-1 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0.76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26 1 24575,'0'0'0,"0"0"0,0 9 0,-1 10 0,-4 8 0,-4 7 0,-1-4-8191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0.92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24575,'0'0'0,"0"0"0,1 10 0,2 10 0,0 6 0,0 4 0,-2-3 0,-1-5-8191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1.04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24575,'0'0'0,"0"0"0,1 8 0,1 6 0,-1 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1.60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24575,'0'0'0,"3"8"0,0 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1.77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1.94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24575,'0'0'0,"0"0"0,0 0 0,0 0 0,1 9 0,4 4 0,1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2.11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24575,'0'0'0,"0"0"0,0 0 0,3 11 0,0 3-8191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2.26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0 24575,'0'0'0,"0"8"0,0 6 0,0 6 0,1 0 0,0-1-8191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2.43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24575,'0'0'0,"0"0"0,0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2.58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2.74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24575,'0'0'0,"0"0"0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3.08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24575,'0'0'0,"3"8"0,1 7 0,-1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3.23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14 0 24575,'0'0'0,"0"0"0,-1 10 0,-1 7 0,-3 7 0,-1-1-8191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3.39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24575,'0'0'0,"4"9"0,3 7 0,-1 5 0,-4 3 0,-2-3-8191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3.559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13 0 24575,'0'0'0,"0"9"0,0 7 0,-2 6 0,-3 4 0,0-2-8191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3.697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24575,'0'0'0,"1"10"0,0 6 0,-1 4 0,0-2-8191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3.85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0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4.30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14 0 24575,'0'0'0,"0"0"0,0 0 0,-6 9 0,-2 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4.457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12 0 24575,'0'0'0,"0"0"0,0 0 0,0 0 0,-1 8 0,-4 6 0,0 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4.59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24575,'0'0'0,"0"0"0,0 10 0,0 9 0,0 6 0,0-1-8191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4.75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14 0 24575,'0'0'0,"-1"12"0,0 10 0,-2 9 0,0 4 0,0 2 0,1-4 0,1-7-8191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4.90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24575,'0'0'0,"1"9"0,2 9 0,1 4 0,0 1 0,1-2-8191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5.17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24575,'0'3'0,"1"0"0,-1 0 0,1 0 0,0 0 0,0 0 0,0 0 0,2 2 0,1 7 0,1 4 0,-1 0 0,-1 0 0,2 27 0,-3 51 0,-2-62 0,0 1-108,3 97-1149,-1-93-5569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5.587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5.75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24575,'0'0'0,"0"0"0,3 10 0,0 5-8191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5.91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24575,'0'0'0,"0"0"0,0 10 0,0 5 0,0 3 0,0-1 0,0-3-8191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6.06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5 1 24575,'0'0'0,"0"0"0,0 7 0,0 9 0,0 7 0,-1 5 0,-1 0 0,0-6-8191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6.209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22 0 24575,'0'0'0,"0"7"0,-1 8 0,-2 5 0,-5 4 0,-1-2-8191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46.34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5 0 24575,'0'0'0,"-1"7"0,-1 7 0,0 2-8191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1.68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69 0 24575,'-12'54'0,"-9"80"0,7 53 0,9-102 0,0-7 0,-6 94 0,11-165 0,0 1 0,0 0 0,1-1 0,3 15 0,-4-21 0,0-1 0,0 1 0,0 0 0,1-1 0,-1 1 0,0 0 0,1-1 0,-1 1 0,1 0 0,-1-1 0,0 1 0,1-1 0,-1 1 0,1-1 0,-1 1 0,1-1 0,0 0 0,-1 1 0,1-1 0,0 0 0,-1 1 0,1-1 0,0 0 0,-1 0 0,1 1 0,0-1 0,-1 0 0,1 0 0,0 0 0,1 0 0,1 0 0,1-1 0,0 0 0,-1 1 0,8-4 0,-7 3 0,120-46 51,-79 28-523,0 2 0,53-12 0,-76 25-6354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1.93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108 1 24575,'0'0'0,"-6"9"0,-4 8 0,-2 7 0,-3 1 0,-4 1 0,-4-4 0,1-4-8191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2.11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2.68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183 30 24575,'0'0'0,"0"0"0,0 0 0,-1-1 0,-65-19 0,55 17 0,-1 1 0,1 0 0,-1 1 0,-12 0 0,22 1 0,0 0 0,-1 1 0,1-1 0,-1 1 0,1-1 0,0 1 0,0 0 0,-1-1 0,1 1 0,0 0 0,-4 3 0,5-3 0,0 0 0,-1 0 0,1 0 0,0 0 0,0 1 0,0-1 0,0 0 0,0 1 0,1-1 0,-1 1 0,0-1 0,1 0 0,-1 1 0,1 0 0,-1-1 0,1 1 0,0-1 0,-1 3 0,2-2 0,-1 0 0,0-1 0,1 1 0,0 0 0,-1-1 0,1 1 0,0-1 0,0 1 0,0-1 0,0 1 0,0-1 0,0 1 0,1-1 0,-1 0 0,2 1 0,1 3 0,6 6 0,-3-4 0,0 1 0,8 12 0,-13-17 0,0 0 0,-1 0 0,0 0 0,1 0 0,-1 0 0,0 0 0,-1 0 0,1 1 0,0-1 0,-1 0 0,0 7 0,-1 2-341,-1 0 0,0 0-1,-8 21 1,7-23-6485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2.90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360 1 24575,'0'0'0,"0"0"0,-5 10 0,-10 9 0,-12 10 0,-16 7 0,-16 3 0,-12-2 0,-4-5 0,11-9-8191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3.961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603 1 24575,'0'0'0,"0"0"0,0 0 0,-9 6 0,-13 10 0,-14 12 0,-11 10 0,-5 5 0,-3 1 0,-2-4 0,-6-6 0,-13-11 0,-20-12 0,7-8-8191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4.83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 24575,'0'0'0,"0"0"0,0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5.01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51:55.19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0 24575,'0'0'0,"0"0"0,0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2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0 24575,'3'13'0,"0"-1"0,0 1 0,-2 0 0,1 21 0,-1-19 0,2 80 0,-3 49 0,-6 52-546,-5 53-1692,-6 47 999,-5 42-727,-5 37 941,-1 33-1210,0 29 942,4 30-929,4 28 1679,9 1713-838,82-5 204,-58-1884 1718,-4-50-118,-4-47 725,-5-43-346,-1-160-411,-14 284 4661,14-288-4277,-1-1 0,-1 0 0,-6 19 1,3-19-4560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24575,'9'-1'0,"0"1"0,15-4 0,2 0 0,174-19 0,-13 9-546,63 0-1711,70 3 872,61 8-911,64 13 1052,61 17-1067,53 16 890,54 17-755,808 103 551,509 52 728,375-45 647,-4-74 337,-1878-83 160,-61-4-20,-58-5 430,-50-6-180,-45-7 773,-41-6-111,-39-1 2994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4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1023 1 24575,'0'0'0,"-3"1"0,-188 76 0,-8-14 0,72-23 0,117-37 0,-201 71 0,175-60 0,1 3 0,0 1 0,-54 38 0,80-49 0,0 0 0,0 1 0,1 0 0,0 0 0,-14 19 0,19-23 0,1 0 0,-1 1 0,1 0 0,0-1 0,0 1 0,0 0 0,1 0 0,0 0 0,0 0 0,0 0 0,0 1 0,1-1 0,0 0 0,0 0 0,1 7 0,1-1 0,1-1 0,0 1 0,1-1 0,0 0 0,0 0 0,1-1 0,8 13 0,48 58 0,2-9 120,-53-61-417,1 0 0,0-1 0,1 0 0,19 11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948 269 24575,'-15'-5'0,"0"0"0,-22-11 0,14 5 0,-295-115 0,222 94 0,-138-26 0,225 57 0,-83-13 0,83 13 0,0 1 0,0 0 0,1 1 0,-1-1 0,0 2 0,0-1 0,1 1 0,-10 3 0,17-4 0,-1 0 0,0-1 0,1 1 0,-1 0 0,1 0 0,-1 0 0,1 0 0,0 0 0,-1 0 0,1 0 0,-2 2 0,3-2 0,0-1 0,-1 1 0,1 0 0,0-1 0,0 1 0,0 0 0,0 0 0,-1-1 0,1 1 0,0 0 0,0-1 0,0 1 0,0 0 0,1-1 0,-1 1 0,0 0 0,0 0 0,0-1 0,0 1 0,1 0 0,-1-1 0,0 1 0,1-1 0,-1 1 0,1 0 0,-1-1 0,0 1 0,1-1 0,0 2 0,5 3 0,-1 1 0,1-1 0,0 0 0,0 0 0,8 4 0,38 19 0,-37-20 0,119 52 0,-5-1 0,-128-59 0,6 3 0,0 1 0,0 0 0,0 0 0,-1 0 0,9 8 0,-14-10 0,0-1 0,0 0 0,0 0 0,0 1 0,0-1 0,0 0 0,0 1 0,0-1 0,-1 1 0,1-1 0,0 1 0,-1-1 0,1 1 0,-1 0 0,0-1 0,0 1 0,0 0 0,0-1 0,0 1 0,0 0 0,0-1 0,0 1 0,0-1 0,-1 1 0,1 0 0,-1-1 0,1 1 0,-1-1 0,0 1 0,1-1 0,-1 1 0,-2 1 0,-3 5 0,0 1 0,-1-1 0,-1 0 0,1-1 0,-13 10 0,-47 29 0,54-37 0,-99 60-1365,89-56-5461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5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34 24575,'0'0'0,"-4"-1"0,-431-30 0,384 29 0,-84 10 0,117-5 0,-1 0 0,1 2 0,-18 6 0,26-7 0,-1 1 0,1 0 0,0 0 0,1 1 0,-1 0 0,-8 8 0,12-8 0,0-1 0,0 1 0,1 0 0,0 1 0,0 0 0,1-1 0,-1 1 0,2 1 0,-1-1 0,-3 10 0,4-7 0,0 1 0,1-1 0,0 1 0,1-1 0,0 1 0,1 0 0,1 12 0,1-4 0,1 0 0,1 0 0,1 0 0,0-1 0,1 1 0,2-1 0,0-1 0,14 25 0,39 45-1365,4-6-5461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 0 24575,'0'0'0,"-6"12"0,-6 11 0,-7 11 0,-9 10 0,-12 8 0,-13 6 0,-14 3 0,-13 1 0,-8-3 0,0-6 0,9-11 0,15-12 0,18-12-8191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6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1 24575,'2'2'0,"10"13"0,-1 1 0,19 31 0,12 39 0,-37-77 0,24 53 0,-3 2 0,33 122 0,-59-184 0,11 57 0,-10-53 0,0 1 0,-1-1 0,-1 1 0,1 0 0,-1-1 0,-2 12 0,2-16 0,1 0 0,-1 0 0,0-1 0,0 1 0,0 0 0,0 0 0,0-1 0,0 1 0,0 0 0,-1-1 0,1 1 0,-4 2 0,1-1 0,0-1 0,0 1 0,-8 2 0,9-4 0,0 0 0,1 0 0,-1 1 0,0-1 0,1 1 0,-1-1 0,1 1 0,0 0 0,-1 0 0,1 0 0,0 0 0,0 0 0,0 0 0,0 1 0,1-1 0,-1 1 0,-1 3 0,-1 7 0,1-1 0,0 1 0,1 0 0,1 0 0,0 23 0,0-14 0,0 10 0,-10 124 0,9-148 0,1 0 0,-1 0 0,0 0 0,0-1 0,-1 1 0,0-1 0,-7 14 0,7-18 0,1 0 0,-1 0 0,1-1 0,-1 1 0,0 0 0,0-1 0,0 0 0,0 0 0,0 0 0,-1 0 0,1 0 0,0 0 0,-1-1 0,0 0 0,1 0 0,-1 0 0,0 0 0,0 0 0,-3-1 0,-7 1 0,0-1 0,1 0 0,-1-2 0,-17-2 0,-5-4 0,-44-16 0,-23-15-682,-101-56-1,47 14-6143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7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24575,'39'128'-177,"30"171"-1,35 475-1436,-102-753 1630,2 29-8,-3 60 1,-3-100-6,2-10-3,0 1-1,0-1 1,0 0 0,0 0 0,0 0 0,0 0 0,0 0 0,0 0 0,0 0 0,0 0 0,0 0 0,0 0 0,0 0 0,0 0-1,0 0 1,0 0 0,0 0 0,0 0 0,0 0 0,0 0 0,0 0 0,0 0 0,0 0 0,-1 0 0,1 0 0,0 0 0,0 0 0,0 0-1,0 0 1,0 0 0,0 0 0,0 0 0,0 0 0,0 0 0,0 0 0,0 0 0,0 0 0,0 0 0,0 0 0,0 0 0,0 0-1,-1 0 1,1 0 0,0 0 0,0 0 0,0 0 0,0 0 0,0 0 0,0 0 0,0 0 0,0 0 0,0 0 0,0 0 0,0 0-1,0 0 1,0 0 0,0 0 0,0 0 0,0 0 0,0 0 0,0 0 0,0-1 0,0 1 0,0 0 0,0 0 0,0 0 0,0 0 0,0 0 0,-7-23 267,-34-186 1167,15-9-1604,14 82 8,9-242 1,10 308 161,-6 63 0,0 1 0,0-1 0,1 1 0,3-10 0,-5 15 0,0 1 0,1-1 0,-1 0 0,0 1 0,1-1 0,-1 1 0,0-1 0,1 1 0,-1-1 0,1 1 0,-1-1 0,1 1 0,-1-1 0,1 1 0,-1 0 0,1-1 0,-1 1 0,1 0 0,0 0 0,-1-1 0,1 1 0,0 0 0,-1 0 0,1 0 0,0 0 0,-1-1 0,1 1 0,0 0 0,-1 0 0,1 1 0,0-1 0,-1 0 0,1 0 0,1 0 0,3 3 0,0-1 0,-1 1 0,1 0 0,-1 0 0,1 0 0,7 7 0,57 57 0,33 39 0,264 304-1271,-128-139 432,-167-196 718,-62-66 121,0 0 0,1-1 0,13 8 0,-21-15 1,-1 0 0,1 0 0,0 0-1,0 0 1,0-1 0,-1 1 0,1 0 0,0-1 0,0 0 0,0 1-1,0-1 1,0 0 0,0 0 0,0 0 0,4 0 0,-5-1-4,0 1 1,1-1 0,-1 0 0,1 1 0,-1-1 0,0 0 0,1 0 0,-1 0 0,0 0 0,0 0-1,0 0 1,0 0 0,0 0 0,0 0 0,2-3 0,0-3 56,0 0 0,0-1 0,0 1 0,-1 0 0,-1-1 0,3-12 0,1-25 505,0-55-1,-8-49 110,2 135-662,-19-269-694,6 147-6003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0 24575,'-2'3'0,"-76"104"0,36-53 0,-54 94 0,85-128 0,1 1 0,1 0 0,1 0 0,1 1 0,1 0 0,0 1 0,2-1 0,-3 41 0,7-32 0,2 0 0,1 0 0,1 0 0,2-1 0,18 58 0,-10-47 0,3 0 0,2 0 0,35 57 0,-43-80 0,1-1 0,1-1 0,1 1 0,0-2 0,30 26 0,-34-34 0,-1 0 0,1 0 0,0-2 0,0 1 0,1-1 0,0-1 0,0 0 0,0 0 0,0-1 0,1 0 0,-1-1 0,13 1 0,-7-3-227,1-1-1,-1 0 1,0-1-1,0-1 1,23-7-1,19-8-6598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8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24575,'0'0'0,"0"0"0,0 0 0,0 10 0,1 13 0,2 23 0,2 38 0,4 41 0,3 33 0,3 23-1740,2 15 1740,2 8 0,-2-30-6451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6:04:5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579 1 24575,'0'0'0,"-1"0"0,-225 52 0,165-34 0,-94 40 0,154-58 0,-21 10 0,-28 17 0,45-23 0,-1 0 0,1 0 0,0 0 0,0 0 0,0 1 0,1 0 0,-1 0 0,1 0 0,-6 11 0,9-13 0,-1 0 0,1-1 0,0 1 0,0 0 0,0 0 0,1 1 0,-1-1 0,1 0 0,-1 0 0,1 0 0,0 0 0,0 0 0,1 0 0,0 5 0,0-3 0,1-1 0,-1 1 0,1 0 0,0-1 0,1 0 0,-1 1 0,1-1 0,4 6 0,1-2 0,-1 0 0,1-1 0,0 0 0,1 0 0,-1-1 0,1 0 0,18 8 0,-20-10 0,0-1 0,1-1 0,-1 1 0,1-1 0,0-1 0,0 1 0,0-1 0,0-1 0,0 1 0,-1-2 0,12 0 0,-9-1 0,-1 0 0,1 0 0,-1-1 0,0-1 0,0 1 0,0-1 0,0-1 0,15-10 0,-1-2 0,-2-1 0,0-1 0,19-22 0,52-69 0,-63 72 0,-22 30 0,-4 4 0,0 0 0,0 0 0,1 0 0,-1 0 0,1 1 0,0-1 0,8-4 0,-12 8 0,1-1 0,-1 1 0,1 0 0,0 0 0,-1 0 0,1-1 0,-1 1 0,1 0 0,0 0 0,-1 0 0,1 0 0,0 0 0,-1 0 0,1 0 0,0 0 0,-1 0 0,1 1 0,-1-1 0,1 0 0,0 0 0,-1 0 0,1 1 0,-1-1 0,1 0 0,0 1 0,1 1 0,0 0 0,0 0 0,-1-1 0,1 1 0,-1 0 0,2 3 0,10 20 0,13 32 0,7 13 0,105 166-28,-72-129-1309,22 41-5489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42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1044 24575,'-126'0'-8191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1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24575,'0'1'0,"22"217"-193,-20-193 13,6 93-1312,0 21 768,8 458-3740,-15 4 928,-31 1079 217,-1-672 2713,18-649 1009,9-206 367,1-19-184,2-20 987,1-7-1192,-2 80 5648,2-175-6157,-1-6-3163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1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24575,'1'0'0,"1"-1"0,-1 1 0,0 0 0,1-1 0,-1 1 0,3 0 0,3-1 0,66-12 0,9 1 0,42-3-522,47-3-1567,46-1 1021,37 0-1324,35 5 468,35 4-630,27 5 887,17 5-388,375 12 725,-1 11 699,324 6 480,-793-24 233,-25-1 248,-23-2-247,-21 2 90,-18 2 521,-19 2-231,-22 1 699,-29 0-326,-29-1 1357,4-1 842,-74-6-3894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2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24575,'0'0'0,"3"4"0,3 11 0,6 16 0,5 18 0,3 17 0,2 16 0,-1 13-1098,-3 10 1098,-4 3 0,-6-2 0,-5-1 0,-4-3 0,-5-9 0,-4-14 0,0-21-7093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24575,'1'0'0,"0"0"0,0 0 0,0-1 0,0 1 0,0 0 0,0-1 0,0 1 0,1-2 0,5-1 0,9-2 0,23-5 0,153-22-191,-131 26-147,76 2 1,-102 6 337,41 6 0,-60-5 0,0 0 0,0 1 0,0 1 0,24 11 0,-36-13 0,1-1 0,0 1 0,-1 0 0,0 0 0,0 0 0,0 0 0,0 1 0,0-1 0,-1 1 0,5 6 0,-6-8 0,-1 1 0,0 0 0,0-1 0,1 1 0,-1 0 0,-1 0 0,1 0 0,0 0 0,-1 0 0,0 0 0,1 0 0,-1 0 0,0 0 0,-1 0 0,1-1 0,0 1 0,-1 0 0,0 0 0,-1 4 0,0-1 0,-1 1 0,0-1 0,0 0 0,-1 0 0,0-1 0,0 1 0,-6 5 0,-1 2 0,-27 20 0,5-9-197,-1-1-1,-56 28 1,-82 26-394,-90 16 1612,280-93 7,61 2-1271,118 18 0,-146-11 121,-1 2 0,0 2 1,68 29-1,-90-30 122,40 23 0,-58-28 0,0-1 0,-1 1 0,0 0 0,0 1 0,-1 0 0,15 18 0,-21-24 5,-1 0 0,1 1 1,-1-1-1,1 0 0,-1 1 0,0-1 1,0 1-1,0 0 0,0-1 0,-1 1 1,1 0-1,-1-1 0,0 1 0,1 0 0,-1-1 1,0 1-1,-1 0 0,1 0 0,0-1 1,-1 1-1,1 0 0,-1-1 0,0 1 1,0-1-1,0 1 0,0-1 0,-1 1 0,1-1 1,-1 0-1,-3 5 0,-5 5 142,-1-1 0,0 1 0,-1-2 0,-1 0 0,-15 10-1,-4 0-181,-36 16 0,-59 18 35,-3-9 0,36-12 0,61-21-1365,9-2-5461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8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24575,'0'0'0,"7"2"0,34 6 0,209 10-595,-204-17 136,311 4 217,-219-4 273,-68 1-1186,-51 0-4616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8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24575,'0'0'0,"0"0"0,3 6 0,1 6 0,2 11 0,1 12 0,-1 12 0,0 12 0,1 9 0,0 6 0,1 2 0,1-3 0,-1-5 0,0-6 0,0-12-8191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8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48 24575,'-5'2'0,"-21"9"0,24-10 0,4 0 0,7-2 0,111-17 0,-38 5 0,258-18-1123,-168 39 881,-132-3-133,0 2 0,46 14 0,-42-6-5326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9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24575,'0'0'0,"0"0"0,0 0 0,0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618 13 24575,'0'0'0,"-9"-2"0,1-1 0,-14 0 0,-33-2 0,-25 6 0,36 1 0,0 2 0,-53 11 0,70-9 0,1 2 0,-1 0 0,2 2 0,-43 22 0,58-27 0,2 0 0,-1 0 0,1 1 0,-1 1 0,2 0 0,-13 13 0,18-18 0,0 0 0,1 1 0,-1-1 0,1 0 0,-1 1 0,1-1 0,0 1 0,-1 3 0,2-4 0,0-1 0,0 1 0,0-1 0,-1 1 0,2-1 0,-1 1 0,0-1 0,0 1 0,0-1 0,1 1 0,-1-1 0,1 1 0,-1-1 0,1 1 0,0-1 0,1 3 0,1-1 0,0 1 0,0-1 0,0 0 0,0 0 0,1 0 0,-1 0 0,7 4 0,8 2 0,28 12 0,217 68-838,-132-48 553,-3 3 285,-7 9 0,-74-25 0,-39-23 0,-1 0 0,0 1 0,11 11 0,-16-14 0,0-1 0,0 1 0,0-1 0,0 1 0,-1 0 0,1-1 0,-1 1 0,0 0 0,0 0 0,0 0 0,0 0 0,0 0 0,0 6 0,-1-5 0,0-1 0,-1 0 0,1 1 0,-1-1 0,1 1 0,-1-1 0,0 0 0,-1 0 0,1 1 0,0-1 0,-1 0 0,-3 4 0,-1 2 113,-2 1-1,1-1 0,-1-1 1,-15 13-1,2-4 169,-23 14-1,-1-5-396,0-1-1,-81 30 0,-104 22-1473,206-70-4661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8:5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 24575,'0'0'0,"0"0"0,0 0 0,0 0 0,0 0 0,-5-9 0,-2-3-8191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9:1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5426 24575,'-2'-6'0,"1"-1"0,0 0 0,0 0 0,1 0 0,0-1 0,0 1 0,0 0 0,1 0 0,3-11 0,3-7 0,11-26 0,79-163-717,-36 85 274,106-289-2448,-78 187 1358,-29 82 916,48-125-482,-8-5 588,-9-22-141,-6 17-461,10 12 747,7 2 374,16-41-3,-46 111-5,82-220 0,-25 101 2,-7 19 8,-12-3-579,-65 163 457,-9 19 226,-7 20 340,18-96 1707,-42 161-2483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9:2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24575,'-1'1'0,"-1"9"0,1 1 0,0-1 0,0 16 0,5 34 0,-2-38 0,2 35 0,7 102 0,-8 1 0,-4-155 0,1-7 0,-1-8 0,1 9 0,-1-26 0,1-1 0,6-50 0,21-54 0,-26 128 0,19-69 0,-16 62 0,0-1 0,1 1 0,12-21 0,-16 30 0,0 1 0,0-1 0,0 1 0,0-1 0,1 1 0,-1 0 0,0 0 0,1-1 0,-1 1 0,1 0 0,-1 0 0,1 0 0,-1 1 0,1-1 0,3-1 0,-3 2 0,-1 0 0,1 0 0,0 0 0,0 0 0,0 0 0,-1 0 0,1 1 0,0-1 0,0 0 0,-1 1 0,1 0 0,0-1 0,-1 1 0,1 0 0,0 0 0,1 1 0,15 11 0,-1 1 0,0 1 0,16 18 0,-8-8 0,303 280-779,-320-299 779,5 6 0,1-1 0,0-1 0,21 12 0,-33-21 18,0 0-1,0 0 1,1 0-1,-1 0 1,0 0-1,1-1 1,-1 1-1,4-1 1,-5 0 8,0 0 0,0 0 0,0 0-1,0 0 1,-1 0 0,1 0 0,0-1 0,0 1 0,0 0 0,0-1 0,0 1 0,0-1-1,-1 1 1,1-1 0,0 1 0,0-1 0,-1 0 0,1 1 0,0-1 0,-1 0 0,1 1-1,-1-1 1,2-1 0,0-2-26,0 0 0,-1 0 0,1 0 0,-1 0 0,2-8 0,1-22 0,-3 29 0,3-272 0,-7 212-1365,0 43-5461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9:2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0 24575,'-2'1'0,"0"-1"0,0 0 0,0 1 0,0-1 0,1 1 0,-1 0 0,0 0 0,0 0 0,-3 2 0,0 0 0,-12 6 0,1 1 0,0 0 0,1 1 0,0 1 0,1 0 0,-17 20 0,23-23 0,0 1 0,0 0 0,1 0 0,1 0 0,0 1 0,0 0 0,1 1 0,1-1 0,0 1 0,-5 21 0,9-30 0,-1-1 0,1 1 0,0 0 0,0 0 0,0 0 0,0 0 0,1 0 0,-1 0 0,1-1 0,1 6 0,-1-7 0,-1 0 0,1 0 0,-1 0 0,1 0 0,0 0 0,-1 0 0,1-1 0,0 1 0,0 0 0,-1 0 0,1-1 0,0 1 0,0 0 0,0-1 0,0 1 0,0-1 0,0 1 0,0-1 0,0 1 0,0-1 0,1 0 0,-1 0 0,0 1 0,0-1 0,0 0 0,0 0 0,0 0 0,0 0 0,1 0 0,0-1 0,4 0 0,0 0 0,0-1 0,0 0 0,0 0 0,0-1 0,7-4 0,2-2 0,15-11 0,-8 3 0,23-24 0,16-23 0,-53 56 0,-6 5 0,0 1 0,0 0 0,0 0 0,0 1 0,3-3 0,-5 3 0,1 1 0,-1 0 0,1 0 0,-1-1 0,1 1 0,-1 0 0,1 0 0,-1 0 0,1 0 0,-1-1 0,1 1 0,-1 0 0,1 0 0,-1 0 0,1 0 0,0 0 0,-1 1 0,1-1 0,-1 0 0,1 0 0,-1 0 0,1 0 0,-1 0 0,1 1 0,-1-1 0,1 1 0,3 2 0,0 0 0,0 1 0,0 0 0,-1 0 0,0 0 0,3 4 0,2 3 0,133 188-1365,-113-154-5461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9:3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24575,'0'0'0,"1"0"0,1-1 0,35-6 0,69-4 0,29 5 0,-3-10 0,-92 8 0,0-1 0,47-2 0,51 7 0,-27 1 0,110-15 0,-25 2 0,-142 13 0,92-5 0,3 10 0,-88 1 0,255 11 0,78-15 0,-68-7 0,104 20 0,-31-12 0,0-22 0,42-1 0,-175 29 0,-190 0-7,74 4-1351,-125-9-5468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9:3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24575,'0'0'0,"0"0"0,5 4 0,4 6 0,0-1 0,-1 2 0,8 12 0,19 37 0,-5 2 0,22 69 0,-1-3 0,-46-117 0,0 0 0,1-1 0,0 0 0,10 13 0,-12-18 0,1-1 0,-1 1 0,1-1 0,-1 0 0,1-1 0,0 1 0,0-1 0,1 0 0,-1 0 0,8 3 0,85 23 0,-57-17 0,114 31-1365,-126-35-5461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39:35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0 24575,'0'0'0,"-1"1"0,-95 30 0,7-4 0,74-21 0,-1 1 0,1 0 0,-21 15 0,30-18 0,0 0 0,1 1 0,0 0 0,0 0 0,0 0 0,0 0 0,1 1 0,-5 7 0,7-10 0,1-1 0,0 0 0,0 1 0,0-1 0,0 0 0,1 1 0,-1-1 0,0 1 0,1 0 0,0-1 0,0 1 0,-1-1 0,2 1 0,-1-1 0,0 1 0,0 0 0,1-1 0,-1 1 0,1-1 0,0 1 0,0-1 0,0 0 0,0 1 0,0-1 0,3 4 0,-3-5 0,1 1 0,-1 0 0,0-1 0,1 1 0,-1-1 0,1 0 0,0 1 0,0-1 0,-1 0 0,1 0 0,0 0 0,0 0 0,0 0 0,0-1 0,0 1 0,0-1 0,0 1 0,0-1 0,0 0 0,0 1 0,1-1 0,1 0 0,0-1 0,-1 1 0,0-1 0,0 0 0,0 0 0,0 0 0,0 0 0,0-1 0,0 1 0,0-1 0,0 0 0,0 0 0,-1 0 0,5-4 0,-3 2 0,0 0 0,-1-1 0,1 0 0,-1 0 0,0 0 0,0 0 0,3-8 0,-1 0 0,6-27 0,-8 33 0,-3 7 0,0-1 0,0 1 0,0 0 0,0 0 0,1 0 0,-1 0 0,0 0 0,0-1 0,0 1 0,1 0 0,-1 0 0,0 0 0,0 0 0,0 0 0,1 0 0,-1 0 0,0 0 0,0 0 0,0 0 0,1 0 0,-1 0 0,2 0 0,-1 0 0,0 1 0,1-1 0,-1 1 0,0 0 0,0 0 0,1-1 0,-1 1 0,1 1 0,22 16 53,29 29 1,17 27-1526,-24-22-5354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7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0 24575,'2'12'0,"30"326"0,-24 3 0,-19-36 0,9-283 60,-6 23 0,6-37-272,-1 0 0,1 0 0,-1 0-1,-1-1 1,0 1 0,-4 6 0,-8 7-6614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8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24575,'6'8'0,"-3"-3"0,256 317 0,27-23 0,-238-249 0,-36-38 0,-8-7 0,0 0 0,0-1 0,0 0 0,1 0 0,-1 0 0,1-1 0,0 1 0,0-1 0,6 3 0,-10-6 0,-1 0 0,1 0 0,-1 0 0,1 0 0,-1 0 0,1 0 0,-1 0 0,1 0 0,-1 0 0,1 0 0,0 0 0,-1 0 0,1 0 0,-1 0 0,1 0 0,-1-1 0,0 1 0,1 0 0,-1 0 0,1-1 0,-1 1 0,1 0 0,-1-1 0,0 1 0,1 0 0,-1-1 0,0 1 0,1-1 0,-1 1 0,0 0 0,1-1 0,-1 1 0,0-1 0,1 0 0,4-19 0,-5 18 0,6-41 0,-3 1 0,-1-52 0,-2 52 0,-1-58 0,3-79 0,-2 172-195,1 0 0,0-1 0,0 1 0,0 0 0,1 0 0,3-7 0,4-4-6631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9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0 24575,'0'0'0,"-2"1"0,-26 13 0,-28 14 0,-53 35 0,-16 31 0,101-73 0,0 2 0,-36 44 0,54-59 0,0 1 0,0-1 0,1 1 0,1 1 0,-1-1 0,1 0 0,-3 13 0,6-19 0,1 0 0,-1 0 0,1 1 0,0-1 0,0 0 0,0 1 0,0-1 0,0 0 0,1 1 0,-1-1 0,2 4 0,-1-4 0,0-1 0,1 0 0,-1 0 0,0 0 0,1 1 0,-1-2 0,1 1 0,0 0 0,0 0 0,-1 0 0,1-1 0,0 1 0,1-1 0,-1 0 0,0 1 0,4 1 0,0-1 0,0-1 0,-1 1 0,1-1 0,0 0 0,0-1 0,0 1 0,0-1 0,0 0 0,0 0 0,0-1 0,0 0 0,-1 0 0,7-2 0,10-4 0,40-18 0,33-27 0,-23 11 0,-70 40 0,1 0 0,-1-1 0,0 1 0,1 0 0,-1 1 0,1-1 0,-1 0 0,1 1 0,-1-1 0,1 1 0,-1 0 0,1 0 0,0 0 0,-1 0 0,1 0 0,-1 1 0,1-1 0,0 1 0,-1-1 0,0 1 0,1 0 0,-1 0 0,1 0 0,-1 0 0,0 1 0,0-1 0,0 1 0,0-1 0,0 1 0,3 2 0,6 8 0,-1-1 0,0 2 0,11 17 0,23 45 0,-26-42 0,63 91-1365,-41-72-5461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9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24575,'0'0'0,"0"0"0,0 0 0,0 0 0,0 0 0,0 0 0,0 0 0,0 0 0,0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9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24575,'0'0'0,"0"0"0,0 0 0,0 0 0,0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0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24575,'0'0'0,"1"2"0,74 248 0,-23 8 0,-1 278 0,-50-517 0,-1-4 0,1-1 0,0 0 0,5 19 0,-5-29 0,0-1 0,0 1 0,1-1 0,-1 1 0,1-1 0,0 0 0,0 1 0,0-1 0,0 0 0,0 0 0,0-1 0,1 1 0,0 0 0,-1-1 0,1 0 0,0 1 0,0-1 0,4 1 0,10 4 0,0-1 0,0-1 0,0 0 0,23 2 0,-6-1 0,22 7-119,94 14 370,-133-25-465,0-1 0,0-1 0,0 0 0,0-1 1,0-1-1,31-8 0,-15-1-6612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0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0 24575,'0'0'0,"5"0"0,10 0 0,26 3 0,-41-3 0,0 1 0,0-1 0,1 0 0,-1 0 0,0 0 0,0 0 0,0 0 0,0 0 0,0 0 0,0 0 0,0 0 0,0 0 0,0 0 0,0 0 0,1 0 0,-1 0 0,0 0 0,0 1 0,0-1 0,0 0 0,0 0 0,0 0 0,0 0 0,0 0 0,0 0 0,0 0 0,0 0 0,0 0 0,0 1 0,0-1 0,0 0 0,0 0 0,0 0 0,0 0 0,0 0 0,0 0 0,0 0 0,0 1 0,0-1 0,0 0 0,0 0 0,0 0 0,0 0 0,0 0 0,0 0 0,0 0 0,0 0 0,0 0 0,-1 0 0,1 1 0,0-1 0,0 0 0,0 0 0,0 0 0,0 0 0,0 0 0,0 0 0,0 0 0,0 0 0,-1 0 0,1 0 0,0 0 0,0 0 0,0 0 0,0 0 0,-10 8 0,9-8 0,-61 43 0,-103 79 0,162-119 0,-29 24 0,-32 35 0,56-53 0,0 0 0,1 0 0,0 1 0,1 0 0,0 0 0,0 1 0,1 0 0,-7 21 0,11-27 0,0 0 0,0 0 0,1 0 0,0 0 0,0 0 0,0 1 0,0-1 0,1 0 0,0 0 0,0 0 0,0 0 0,0 0 0,1 0 0,2 5 0,-3-8 0,1 1 0,-1-1 0,1 0 0,-1 0 0,1 0 0,0 0 0,-1 0 0,1 0 0,0 0 0,0-1 0,0 1 0,1-1 0,-1 1 0,0-1 0,1 0 0,-1 0 0,1 0 0,-1 0 0,1 0 0,-1-1 0,1 1 0,-1-1 0,1 1 0,0-1 0,-1 0 0,1 0 0,-1 0 0,1-1 0,3 0 0,6-1 0,-1-2 0,1 1 0,-1-1 0,0-1 0,12-6 0,50-35 0,2 0 0,-71 43 0,-1 2 0,1-1 0,0 0 0,0 1 0,0 0 0,0-1 0,1 2 0,-1-1 0,0 0 0,0 1 0,0 0 0,1 0 0,-1 0 0,0 1 0,0-1 0,0 1 0,1 0 0,-1 0 0,0 0 0,0 1 0,0-1 0,-1 1 0,1 0 0,4 3 0,4 3 0,0 1 0,-1 0 0,0 1 0,11 13 0,36 48 0,-35-42 0,23 28-1365,-3-3-5461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1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24575,'1'15'0,"38"288"0,1 1 0,-40-297 0,2 4 0,-2 0 0,0 0 0,0 0 0,-3 16 0,0-20 0,0-10 0,-1-11 0,1-1 0,1 1 0,1-1 0,0 0 0,1 0 0,0 1 0,2-1 0,-1 0 0,2 1 0,0-1 0,1 1 0,5-14 0,3-2 0,1 1 0,1 0 0,1 1 0,21-27 0,-12 21-273,1 2 0,2 1 0,1 1 0,46-38 0,-18 25-6553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0 24575,'-10'8'0,"-218"135"0,81-55 0,137-81 0,-42 29 0,46-32 0,1 1 0,0-1 0,1 1 0,-1 0 0,1 1 0,0-1 0,-3 7 0,6-10 0,0 0 0,0 0 0,0 0 0,0 0 0,1 0 0,-1 0 0,1 0 0,0 0 0,-1 0 0,1 0 0,0 0 0,0 0 0,0 1 0,1-1 0,-1 0 0,1 2 0,0-1 0,0 1 0,1-1 0,-1-1 0,1 1 0,0 0 0,0 0 0,0-1 0,0 1 0,3 3 0,3 1 0,1-1 0,-1 1 0,1-1 0,0-1 0,13 6 0,-12-6 0,0-1 0,0 0 0,0-1 0,1 0 0,0-1 0,14 2 0,-18-4 0,0 1 0,1-2 0,-1 1 0,0-1 0,1 0 0,-1-1 0,0 1 0,0-1 0,0-1 0,9-3 0,3-5 0,-1-1 0,0-1 0,0 0 0,18-18 0,17-14 0,-49 42 0,-1 0 0,1 1 0,0-1 0,1 1 0,-1 0 0,0 0 0,0 0 0,9-2 0,-11 4 0,1 0 0,-1 0 0,0 0 0,1 0 0,-1 0 0,1 0 0,-1 1 0,0-1 0,1 1 0,-1-1 0,0 1 0,1 0 0,-1 0 0,0 0 0,0 1 0,0-1 0,0 0 0,0 1 0,2 1 0,13 13 0,-1 1 0,-1 1 0,-1 0 0,19 31 0,-18-27 0,165 249-1365,-150-228-5461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2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24575,'7'7'0,"-4"-2"0,10 15 0,0 2 0,19 44 0,12 54 0,-14-18-130,26 170 0,-14 112-326,-28-160 456,-15-1 0,0-200-208,-1 0 1,-1 0-1,0 0 0,-2-1 1,-11 32-1,6-32-6021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2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24575,'0'0'0,"0"0"0,0 0 0,1 1 0,4 3 0,1-1 0,-1 0 0,1 0 0,-1-1 0,1 0 0,0 0 0,7 1 0,46 6 0,-52-8 0,43 3 0,93-5 0,50-17 0,-166 15 0,42-4 0,126-13 0,-145 18 0,94 7 0,-123-3 0,0 2 0,0 0 0,0 1 0,0 2 0,-1 0 0,0 1 0,30 16 0,-36-15 0,1 1 0,-2 0 0,1 1 0,-1 0 0,-1 1 0,0 0 0,-1 1 0,0 0 0,17 29 0,-19-25-136,0 1-1,-1 0 1,-1 0-1,0 1 1,-1 0-1,-2 0 1,0 0-1,-1 0 0,2 35 1,-6-34-6690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24575,'0'0'0,"0"0"0,0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13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 24575,'2'9'0,"2"23"0,-1 0 0,-1 0 0,-2 0 0,-1 0 0,-2 0 0,-10 49 0,10-68 0,0 0 0,-1 0 0,-8 19 0,10-28 0,0-1 0,0 0 0,1 1 0,-2-1 0,1 0 0,0 0 0,-1 0 0,1-1 0,-1 1 0,0-1 0,0 1 0,0-1 0,0 0 0,0 0 0,-1 0 0,1-1 0,-6 3 0,3-3 0,0 0 0,0 0 0,-1-1 0,1 0 0,0 0 0,-1 0 0,1-1 0,0 0 0,0 0 0,-1-1 0,1 1 0,0-1 0,-7-4 0,-2-1 0,0-1 0,1 0 0,-26-19 0,29 18 0,-1-1 0,1 0 0,1-1 0,0 0 0,1 0 0,0-1 0,-14-25 0,20 31 0,1 0 0,-1 0 0,1 0 0,0 0 0,1 0 0,0-1 0,0 1 0,0 0 0,0-8 0,1 10 0,1-1 0,-1 1 0,1-1 0,0 1 0,0 0 0,1-1 0,-1 1 0,1 0 0,0 0 0,0 0 0,0 0 0,1 1 0,-1-1 0,5-4 0,-2 3-136,1 0-1,-1 0 1,1 1-1,0 0 1,0 0-1,1 0 1,-1 1-1,1 0 0,10-3 1,24-6-6690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4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24575,'3'13'0,"93"740"-984,-81 75-364,-47 0 45,8-296 1480,16-87-1085,3-97 3894,5-322-2839,0-2-192,-1 1-1,-6 31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5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24575,'3'1'0,"20"5"0,1-1 0,-1-2 0,34 2 0,-55-5 0,341 3-130,-281-4-87,151-4-1174,41-1 519,33 2-1228,1268 34-2653,-1 78 2138,-1270-82 2512,-35 0 292,-40-3 116,-38-3 727,-35-3-407,-32-4 1214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5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24575,'0'0'0,"3"9"0,3 10 0,1 12 0,0 11 0,-1 13 0,-3 14 0,-2 14 0,-5 11 0,-3 6 0,-4 0 0,-3-6 0,-3-8 0,2-19-8191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2:06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24575,'2'0'0,"123"6"0,127 11 0,-99 0-471,248 61 0,-358-66 471,-1 2 0,0 1 0,41 23 0,-71-33 0,-1 2 0,-1-1 0,1 1 0,-1 1 0,14 13 0,-22-19 0,0 0 0,0 1 0,0-1 0,-1 0 0,1 1 0,0-1 0,-1 1 0,0 0 0,1 0 0,-1-1 0,0 1 0,-1 0 0,1 0 0,0 0 0,-1 0 0,0 0 0,1 0 0,-1 0 0,0 0 0,-1 0 0,1 0 0,0 0 0,-1 0 0,0 0 0,0 0 0,0 0 0,0-1 0,-2 4 0,-1 2 0,-1-1 0,0 0 0,0 0 0,-1 0 0,0 0 0,-1-1 0,-8 7 0,-8 4 0,-28 16 0,-1-4-34,-1-2 1,-113 40-1,-121 10-153,-208 1 187,481-76 0,12-2 0,-15 3 0,17-3 0,0 0 0,0 0 0,0 0 0,0 0 0,0 0 0,0 0 0,0 0 0,0 0 0,0 0 0,-1 0 0,1 0 0,0 0 0,0 0 0,0 0 0,0 0 0,0 1 0,0-1 0,0 0 0,0 0 0,0 0 0,0 0 0,0 0 0,0 0 0,0 0 0,0 0 0,0 0 0,0 0 0,0 0 0,0 0 0,0 0 0,0 0 0,0 0 0,0 0 0,0 1 0,0-1 0,0 0 0,0 0 0,0 0 0,0 0 0,0 0 0,0 0 0,0 0 0,0 0 0,0 0 0,0 0 0,0 0 0,0 0 0,0 0 0,0 0 0,1 0 0,-1 0 0,0 0 0,0 0 0,0 0 0,0 0 0,0 0 0,0 1 0,0-1 0,0 0 0,0 0 0,0 0 0,0 0 0,0 0 0,11 3 0,121 25 0,-10 3 0,296 94-159,-13 42 0,-268-94 156,-110-57 2,-2 2 0,44 38 0,-62-50-3,1 2 1,-1-1-1,-1 1 0,0 0 0,9 14 0,-13-19 19,-1 1 0,1-1 0,-1 0 0,0 1-1,0-1 1,0 1 0,0 0 0,-1-1-1,1 1 1,-1 0 0,0-1 0,0 1-1,0 0 1,-1-1 0,1 1 0,-1 0-1,0-1 1,-1 5 0,-1-1 118,0-1 0,-1 1 0,0-1 0,0 0 0,0 0 1,-1 0-1,1-1 0,-2 0 0,-6 7 0,-7 3-151,-31 19 0,-5-1 58,-2-3 1,-99 38-1,-130 19-1525,213-71-5341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3:17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2835 24575,'3'0'0,"0"0"0,0 0 0,0 0 0,0-1 0,0 0 0,0 1 0,0-1 0,-1 0 0,1-1 0,0 1 0,0 0 0,-1-1 0,1 1 0,-1-1 0,1 0 0,-1 0 0,0 0 0,4-4 0,0-3 0,0 0 0,-1 0 0,0 0 0,6-13 0,44-123 0,-8-8 0,-35 108 0,80-279-207,102-327-694,-44 244 116,-17 50 23,-21-4 406,-85 235 830,-24 100-748,0 1 0,-2-47 0,-7 12-4558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3:18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24575,'12'0'0,"233"-18"49,354-20-896,261 27-579,-303 26 1426,-106-2 0,120-21-1468,-501 4-3031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3:19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24575,'1'2'0,"56"226"0,-17 5 0,-38-216 0,23 149 0,46 242 0,-67-389 0,9 33 0,-11-48 0,-1 1 0,1-1 0,0 0 0,0 0 0,0 0 0,1 0 0,0 0 0,4 6 0,-5-9 0,-1 0 0,0 0 0,1 0 0,-1 0 0,1-1 0,0 1 0,-1 0 0,1-1 0,-1 1 0,1-1 0,0 1 0,-1-1 0,1 0 0,0 0 0,0 1 0,-1-1 0,1-1 0,3 1 0,3-2 0,0 1 0,14-6 0,-5 1 0,80-16 0,107-12 0,-127 23-1365,-47 5-5461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3:2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1 24575,'0'0'0,"-1"0"0,-36 5 0,0 2 0,1 1 0,0 2 0,0 1 0,-54 26 0,75-29 0,0-1 0,0 2 0,1 0 0,1 0 0,0 2 0,-19 17 0,24-19 0,0 1 0,0 0 0,1 0 0,0 0 0,1 1 0,1 0 0,-1 0 0,2 1 0,-6 17 0,5-7 0,0 1 0,2-1 0,1 1 0,1 0 0,0 0 0,2 0 0,5 31 0,-2-29 0,1-1 0,1 1 0,2-1 0,0 0 0,2 0 0,17 32 0,-20-45 0,0 0 0,1 0 0,0-1 0,0 0 0,1 0 0,1-1 0,0 0 0,0-1 0,0 0 0,1 0 0,17 8 0,-22-13 0,1 0 0,0 0 0,0-1 0,0 0 0,0 0 0,0-1 0,0 0 0,0 0 0,1 0 0,-1-1 0,0 0 0,1-1 0,-1 0 0,0 0 0,0 0 0,0-1 0,0 0 0,0 0 0,0-1 0,0 0 0,12-7 0,-7 1 0,0-1 0,0 0 0,0 0 0,-1-1 0,-1 0 0,0-1 0,15-23 0,1-8 0,20-47 0,-20 35 0,21-42 0,-46 96 0,0-2 0,1 0 0,0 0 0,0 0 0,0 0 0,1 0 0,2-3 0,-4 5 0,-1 1 0,1 0 0,-1-1 0,1 1 0,-1 0 0,1 0 0,-1-1 0,1 1 0,-1 0 0,1 0 0,-1 0 0,1 0 0,0 0 0,-1-1 0,1 1 0,-1 0 0,1 0 0,0 1 0,0-1 0,0 0 0,0 1 0,0-1 0,0 0 0,0 1 0,-1 0 0,1-1 0,0 1 0,0-1 0,-1 1 0,1 0 0,0-1 0,-1 1 0,2 1 0,8 14 0,-1 0 0,-1 0 0,12 34 0,-6-16 0,16 34 0,2-1 0,82 122 0,-52-104-1365,-3-9-5461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3:21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24575,'0'12'0,"1"58"0,3-1 0,3 1 0,22 93 0,-28-159-63,11 41 254,-10-40-404,0 0 0,0-1-1,0 1 1,1-1 0,-1 1-1,6 5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3:21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24575,'6'9'0,"61"84"0,153 162 0,-120-160 0,-86-84 0,1 0 0,1 0 0,0-1 0,0-1 0,23 8 0,-34-14 0,1-1 0,0-1 0,-1 1 0,1-1 0,0 0 0,7 0 0,-11-1 0,0 0 0,-1 0 0,1 0 0,0 0 0,-1-1 0,1 1 0,0-1 0,-1 1 0,1-1 0,0 1 0,-1-1 0,1 0 0,-1 0 0,1 0 0,-1 0 0,1 0 0,-1 0 0,0 0 0,0-1 0,1 1 0,-1 0 0,0-1 0,0 1 0,0-1 0,0-1 0,2-3 0,-1-1 0,0 1 0,0-1 0,0 1 0,-1-1 0,1-12 0,-2-41 0,-1 48 0,-10-119-1365,5 93-5461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5:43:22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 24575,'-9'8'0,"-119"110"0,94-83 0,-45 62 0,70-83 0,0 0 0,0 0 0,1 1 0,1 1 0,-10 29 0,15-38 0,0 0 0,1 0 0,0 0 0,1 0 0,-1 0 0,1 0 0,2 9 0,-2-12 0,1 1 0,0 0 0,1-1 0,-1 1 0,1-1 0,0 0 0,0 0 0,0 0 0,1 0 0,-1 0 0,7 7 0,-5-7 0,-1-1 0,1 1 0,0-1 0,0 0 0,0-1 0,1 1 0,-1-1 0,7 3 0,-8-3 0,0-1 0,0-1 0,1 1 0,-1 0 0,0-1 0,0 1 0,0-1 0,0 0 0,0 0 0,1 0 0,-1-1 0,0 1 0,0-1 0,6-1 0,-1-2 0,0 0 0,1 0 0,-2-1 0,1 0 0,0-1 0,-1 0 0,0 0 0,0 0 0,8-11 0,3-7 0,25-41 0,-2 1 0,-40 62 0,0 0 0,1 0 0,-1 0 0,1 1 0,0-1 0,0 0 0,0 1 0,-1-1 0,2 1 0,-1 0 0,0-1 0,3 0 0,-4 2 0,1-1 0,0 1 0,0 0 0,0 0 0,-1 0 0,1 0 0,0 0 0,0 0 0,-1 0 0,1 1 0,0-1 0,0 1 0,-1-1 0,1 1 0,0 0 0,-1 0 0,1 0 0,1 1 0,57 41-580,-50-34-205,33 25-6041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3006-7BC9-CBE5-5064-9B142036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45FA-FFB3-6030-1E47-4F86FEE21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E901F-C282-F467-8376-1202E867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67EF4-CE2E-134B-1339-0F0D3F713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24FA-3478-6307-D034-A34BE81C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5E2D6-10FF-65BC-FCD5-ACD2BB2CB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1DA57-921F-913C-400A-728813D33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614A3-3CF0-41BE-18D0-68EBDCC80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30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2D18-A78A-1D28-630E-C79C28E5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B2AA8-2691-729C-A8F9-4C2EE22D5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7D168-4CA4-E195-67C6-B8ED1881A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CECCF-92A4-3C67-2BF4-C95D35CC1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88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5899-CD51-92FE-E418-F4FA2A11B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05EF0-BABF-ADF6-9C3D-9AEACD164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11F20-03E2-46A9-E869-37A8FCD9E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4DF2C-807C-927B-5FE0-26122B030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7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6ED19-3C40-012B-5A9F-66073667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1ADC6-4239-5C2F-8E7D-592676ACB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A2F59-5703-07F8-DC68-DDE79CD22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BF983-E2C1-7B21-C81C-1E42E4E7B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46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B405-536C-463C-B330-FB9B091E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FE08-CE3B-43AC-881D-7529D4B5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598C-097C-40EA-9A3D-FCB0CFA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B069F-E937-4583-8169-A70F89CA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26A5-054C-4F79-8BFC-5BFBC0D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700C-72FD-48DA-B560-B372381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9FD-488D-4B07-A7EE-C8CFB8AA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AF8E-2C4A-409E-B1F3-453E5B9D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9C10-C02E-4B1F-B767-B2FEC057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473B-A99A-41BD-9E27-67890561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EDB6-7846-40D1-9908-AE142B23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804F-5D40-4DC3-B7A1-7BF693A6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47D-0CF5-48AA-9BAB-EDA8C060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A10-0A81-4E23-9B21-3BA856E7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AB30-1AE3-416C-913A-8ADABEFE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551A-CCCC-4D7F-92BE-B64B320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BE7-A107-43A5-9FC6-F8BD2D1C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1F6B0-EB61-4854-B01C-717B8E3A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E46F-C997-45BB-84C4-ADE4F99A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414-8201-4C32-BEB1-7943238C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6850-AAB2-43C1-8774-722A953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5349-ED1F-413C-AFFB-E7127633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0413-0B66-423E-9362-4868BE55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E36A-00A4-4F53-AA97-D813F10B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5C15-8A19-4295-B8C4-F782F004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59757-B879-442D-9173-4DEF38F7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15DA-44C8-4ED3-80FE-8FC2CAF8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841B9-9240-4C9D-85FE-6335A75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1053B-2981-457D-A031-BDC28B7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D4FC-4810-43CA-A3E8-ECE1C67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B4C82-7674-4375-AB8C-76BA089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E238-9184-4F78-8C91-95C4EB3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32382-B95E-4BC0-AE45-9360A91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07FF-ADA3-41DB-A6E3-1A832A4D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DAE89-5659-4746-8638-4BAC289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878A-2624-490C-9280-C75B5870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903E-84C9-4588-9A81-3D172D03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F03-981B-4AF9-9317-A260E81D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7DF7A-E298-4F86-9FB4-F7EB591B2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61EA5-C53E-4D1D-9DA6-6980C2C8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D73E-4725-439B-81D9-6CC6D35F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53C6C-198D-4D8A-BDFE-4ABE760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864E-0BE5-4A67-AFEE-C7CBB4C1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15005-2D12-47F5-A223-B54CFD61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B8A30-37ED-4265-90FA-050BCF0B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430DB-3B48-48B2-BB27-BA118F93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7D31-1E45-49A5-B67F-A49716B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FA-D66B-416A-B875-B118A44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E3B5-EBAB-41C8-95E5-42B502EF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1160-4D0A-450A-AEAC-873B25383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1F5F-3B4A-4E5A-95CE-F2593C67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F900B-8C90-4189-AD87-D568CFD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610F-7D80-449F-9593-68E38A8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BA965-3EB1-426A-ACD9-867C4974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79F2-D994-495B-9DF9-B3077185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3096-1CF1-4CC3-BE96-655DBB5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3E6-6FC7-4806-8EB1-581D8EA6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3D38-77AD-4D0F-8BD8-181908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DF924-4E5C-450E-ADF0-3669051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B9E9-B4AE-494F-8748-C7E58EA2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A6BB-BC99-4875-A01C-3E62743D5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307B-1EA0-4787-ADD1-80D44AF3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D563-B43D-4183-B24F-0F7FDBAC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0.png"/><Relationship Id="rId42" Type="http://schemas.openxmlformats.org/officeDocument/2006/relationships/customXml" Target="../ink/ink22.xml"/><Relationship Id="rId47" Type="http://schemas.openxmlformats.org/officeDocument/2006/relationships/image" Target="../media/image21.png"/><Relationship Id="rId63" Type="http://schemas.openxmlformats.org/officeDocument/2006/relationships/image" Target="../media/image28.png"/><Relationship Id="rId68" Type="http://schemas.openxmlformats.org/officeDocument/2006/relationships/customXml" Target="../ink/ink36.xml"/><Relationship Id="rId84" Type="http://schemas.openxmlformats.org/officeDocument/2006/relationships/customXml" Target="../ink/ink45.xml"/><Relationship Id="rId16" Type="http://schemas.openxmlformats.org/officeDocument/2006/relationships/customXml" Target="../ink/ink7.xml"/><Relationship Id="rId11" Type="http://schemas.openxmlformats.org/officeDocument/2006/relationships/image" Target="../media/image5.png"/><Relationship Id="rId32" Type="http://schemas.openxmlformats.org/officeDocument/2006/relationships/image" Target="../media/image15.png"/><Relationship Id="rId37" Type="http://schemas.openxmlformats.org/officeDocument/2006/relationships/customXml" Target="../ink/ink19.xml"/><Relationship Id="rId53" Type="http://schemas.openxmlformats.org/officeDocument/2006/relationships/customXml" Target="../ink/ink28.xml"/><Relationship Id="rId58" Type="http://schemas.openxmlformats.org/officeDocument/2006/relationships/image" Target="../media/image26.png"/><Relationship Id="rId74" Type="http://schemas.openxmlformats.org/officeDocument/2006/relationships/customXml" Target="../ink/ink39.xml"/><Relationship Id="rId79" Type="http://schemas.openxmlformats.org/officeDocument/2006/relationships/customXml" Target="../ink/ink42.xml"/><Relationship Id="rId5" Type="http://schemas.openxmlformats.org/officeDocument/2006/relationships/image" Target="../media/image2.png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image" Target="../media/image19.png"/><Relationship Id="rId48" Type="http://schemas.openxmlformats.org/officeDocument/2006/relationships/customXml" Target="../ink/ink25.xml"/><Relationship Id="rId56" Type="http://schemas.openxmlformats.org/officeDocument/2006/relationships/image" Target="../media/image25.png"/><Relationship Id="rId64" Type="http://schemas.openxmlformats.org/officeDocument/2006/relationships/customXml" Target="../ink/ink34.xml"/><Relationship Id="rId69" Type="http://schemas.openxmlformats.org/officeDocument/2006/relationships/image" Target="../media/image31.png"/><Relationship Id="rId77" Type="http://schemas.openxmlformats.org/officeDocument/2006/relationships/customXml" Target="../ink/ink41.xml"/><Relationship Id="rId8" Type="http://schemas.openxmlformats.org/officeDocument/2006/relationships/customXml" Target="../ink/ink3.xml"/><Relationship Id="rId51" Type="http://schemas.openxmlformats.org/officeDocument/2006/relationships/customXml" Target="../ink/ink27.xml"/><Relationship Id="rId72" Type="http://schemas.openxmlformats.org/officeDocument/2006/relationships/customXml" Target="../ink/ink38.xml"/><Relationship Id="rId80" Type="http://schemas.openxmlformats.org/officeDocument/2006/relationships/image" Target="../media/image36.png"/><Relationship Id="rId85" Type="http://schemas.openxmlformats.org/officeDocument/2006/relationships/customXml" Target="../ink/ink46.xml"/><Relationship Id="rId3" Type="http://schemas.openxmlformats.org/officeDocument/2006/relationships/image" Target="../media/image1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customXml" Target="../ink/ink16.xml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customXml" Target="../ink/ink31.xml"/><Relationship Id="rId67" Type="http://schemas.openxmlformats.org/officeDocument/2006/relationships/image" Target="../media/image30.png"/><Relationship Id="rId20" Type="http://schemas.openxmlformats.org/officeDocument/2006/relationships/customXml" Target="../ink/ink9.xml"/><Relationship Id="rId41" Type="http://schemas.openxmlformats.org/officeDocument/2006/relationships/image" Target="../media/image18.png"/><Relationship Id="rId54" Type="http://schemas.openxmlformats.org/officeDocument/2006/relationships/image" Target="../media/image24.png"/><Relationship Id="rId62" Type="http://schemas.openxmlformats.org/officeDocument/2006/relationships/customXml" Target="../ink/ink33.xml"/><Relationship Id="rId70" Type="http://schemas.openxmlformats.org/officeDocument/2006/relationships/customXml" Target="../ink/ink37.xml"/><Relationship Id="rId75" Type="http://schemas.openxmlformats.org/officeDocument/2006/relationships/image" Target="../media/image34.png"/><Relationship Id="rId83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8.xml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" Type="http://schemas.openxmlformats.org/officeDocument/2006/relationships/customXml" Target="../ink/ink4.xml"/><Relationship Id="rId31" Type="http://schemas.openxmlformats.org/officeDocument/2006/relationships/customXml" Target="../ink/ink15.xml"/><Relationship Id="rId44" Type="http://schemas.openxmlformats.org/officeDocument/2006/relationships/customXml" Target="../ink/ink23.xml"/><Relationship Id="rId52" Type="http://schemas.openxmlformats.org/officeDocument/2006/relationships/image" Target="../media/image23.png"/><Relationship Id="rId60" Type="http://schemas.openxmlformats.org/officeDocument/2006/relationships/image" Target="../media/image27.png"/><Relationship Id="rId65" Type="http://schemas.openxmlformats.org/officeDocument/2006/relationships/image" Target="../media/image29.png"/><Relationship Id="rId73" Type="http://schemas.openxmlformats.org/officeDocument/2006/relationships/image" Target="../media/image33.png"/><Relationship Id="rId78" Type="http://schemas.openxmlformats.org/officeDocument/2006/relationships/image" Target="../media/image35.png"/><Relationship Id="rId81" Type="http://schemas.openxmlformats.org/officeDocument/2006/relationships/customXml" Target="../ink/ink43.xml"/><Relationship Id="rId86" Type="http://schemas.openxmlformats.org/officeDocument/2006/relationships/image" Target="../media/image2.jp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7.png"/><Relationship Id="rId34" Type="http://schemas.openxmlformats.org/officeDocument/2006/relationships/image" Target="../media/image16.png"/><Relationship Id="rId50" Type="http://schemas.openxmlformats.org/officeDocument/2006/relationships/image" Target="../media/image22.png"/><Relationship Id="rId55" Type="http://schemas.openxmlformats.org/officeDocument/2006/relationships/customXml" Target="../ink/ink29.xml"/><Relationship Id="rId76" Type="http://schemas.openxmlformats.org/officeDocument/2006/relationships/customXml" Target="../ink/ink40.xml"/><Relationship Id="rId7" Type="http://schemas.openxmlformats.org/officeDocument/2006/relationships/image" Target="../media/image3.png"/><Relationship Id="rId71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4" Type="http://schemas.openxmlformats.org/officeDocument/2006/relationships/customXml" Target="../ink/ink11.xml"/><Relationship Id="rId40" Type="http://schemas.openxmlformats.org/officeDocument/2006/relationships/customXml" Target="../ink/ink21.xml"/><Relationship Id="rId45" Type="http://schemas.openxmlformats.org/officeDocument/2006/relationships/image" Target="../media/image20.png"/><Relationship Id="rId66" Type="http://schemas.openxmlformats.org/officeDocument/2006/relationships/customXml" Target="../ink/ink35.xml"/><Relationship Id="rId61" Type="http://schemas.openxmlformats.org/officeDocument/2006/relationships/customXml" Target="../ink/ink32.xml"/><Relationship Id="rId82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13" Type="http://schemas.openxmlformats.org/officeDocument/2006/relationships/image" Target="../media/image48.png"/><Relationship Id="rId18" Type="http://schemas.openxmlformats.org/officeDocument/2006/relationships/customXml" Target="../ink/ink53.xml"/><Relationship Id="rId26" Type="http://schemas.openxmlformats.org/officeDocument/2006/relationships/customXml" Target="../ink/ink57.xml"/><Relationship Id="rId3" Type="http://schemas.openxmlformats.org/officeDocument/2006/relationships/image" Target="../media/image38.png"/><Relationship Id="rId21" Type="http://schemas.openxmlformats.org/officeDocument/2006/relationships/image" Target="../media/image52.png"/><Relationship Id="rId7" Type="http://schemas.openxmlformats.org/officeDocument/2006/relationships/image" Target="../media/image45.png"/><Relationship Id="rId12" Type="http://schemas.openxmlformats.org/officeDocument/2006/relationships/customXml" Target="../ink/ink50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52.xml"/><Relationship Id="rId20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11" Type="http://schemas.openxmlformats.org/officeDocument/2006/relationships/image" Target="../media/image47.png"/><Relationship Id="rId24" Type="http://schemas.openxmlformats.org/officeDocument/2006/relationships/customXml" Target="../ink/ink56.xml"/><Relationship Id="rId5" Type="http://schemas.openxmlformats.org/officeDocument/2006/relationships/image" Target="../media/image39.emf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10" Type="http://schemas.openxmlformats.org/officeDocument/2006/relationships/customXml" Target="../ink/ink49.xml"/><Relationship Id="rId19" Type="http://schemas.openxmlformats.org/officeDocument/2006/relationships/image" Target="../media/image5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6.png"/><Relationship Id="rId14" Type="http://schemas.openxmlformats.org/officeDocument/2006/relationships/customXml" Target="../ink/ink51.xml"/><Relationship Id="rId22" Type="http://schemas.openxmlformats.org/officeDocument/2006/relationships/customXml" Target="../ink/ink55.xml"/><Relationship Id="rId27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customXml" Target="../ink/ink67.xml"/><Relationship Id="rId42" Type="http://schemas.openxmlformats.org/officeDocument/2006/relationships/image" Target="../media/image76.png"/><Relationship Id="rId47" Type="http://schemas.openxmlformats.org/officeDocument/2006/relationships/customXml" Target="../ink/ink80.xml"/><Relationship Id="rId63" Type="http://schemas.openxmlformats.org/officeDocument/2006/relationships/image" Target="../media/image85.png"/><Relationship Id="rId68" Type="http://schemas.openxmlformats.org/officeDocument/2006/relationships/customXml" Target="../ink/ink91.xml"/><Relationship Id="rId16" Type="http://schemas.openxmlformats.org/officeDocument/2006/relationships/image" Target="../media/image62.png"/><Relationship Id="rId11" Type="http://schemas.openxmlformats.org/officeDocument/2006/relationships/customXml" Target="../ink/ink62.xml"/><Relationship Id="rId32" Type="http://schemas.openxmlformats.org/officeDocument/2006/relationships/image" Target="../media/image70.png"/><Relationship Id="rId37" Type="http://schemas.openxmlformats.org/officeDocument/2006/relationships/image" Target="../media/image40.png"/><Relationship Id="rId53" Type="http://schemas.openxmlformats.org/officeDocument/2006/relationships/customXml" Target="../ink/ink83.xml"/><Relationship Id="rId58" Type="http://schemas.openxmlformats.org/officeDocument/2006/relationships/image" Target="../media/image83.png"/><Relationship Id="rId74" Type="http://schemas.openxmlformats.org/officeDocument/2006/relationships/customXml" Target="../ink/ink94.xml"/><Relationship Id="rId79" Type="http://schemas.openxmlformats.org/officeDocument/2006/relationships/image" Target="../media/image93.png"/><Relationship Id="rId5" Type="http://schemas.openxmlformats.org/officeDocument/2006/relationships/customXml" Target="../ink/ink59.xml"/><Relationship Id="rId61" Type="http://schemas.openxmlformats.org/officeDocument/2006/relationships/image" Target="../media/image84.png"/><Relationship Id="rId82" Type="http://schemas.openxmlformats.org/officeDocument/2006/relationships/customXml" Target="../ink/ink98.xml"/><Relationship Id="rId19" Type="http://schemas.openxmlformats.org/officeDocument/2006/relationships/customXml" Target="../ink/ink66.xml"/><Relationship Id="rId14" Type="http://schemas.openxmlformats.org/officeDocument/2006/relationships/image" Target="../media/image61.png"/><Relationship Id="rId22" Type="http://schemas.openxmlformats.org/officeDocument/2006/relationships/image" Target="../media/image65.png"/><Relationship Id="rId27" Type="http://schemas.openxmlformats.org/officeDocument/2006/relationships/customXml" Target="../ink/ink70.xml"/><Relationship Id="rId30" Type="http://schemas.openxmlformats.org/officeDocument/2006/relationships/image" Target="../media/image69.png"/><Relationship Id="rId35" Type="http://schemas.openxmlformats.org/officeDocument/2006/relationships/customXml" Target="../ink/ink74.xml"/><Relationship Id="rId43" Type="http://schemas.openxmlformats.org/officeDocument/2006/relationships/customXml" Target="../ink/ink77.xml"/><Relationship Id="rId48" Type="http://schemas.openxmlformats.org/officeDocument/2006/relationships/image" Target="../media/image78.png"/><Relationship Id="rId56" Type="http://schemas.openxmlformats.org/officeDocument/2006/relationships/image" Target="../media/image82.png"/><Relationship Id="rId64" Type="http://schemas.openxmlformats.org/officeDocument/2006/relationships/customXml" Target="../ink/ink89.xml"/><Relationship Id="rId69" Type="http://schemas.openxmlformats.org/officeDocument/2006/relationships/image" Target="../media/image88.png"/><Relationship Id="rId77" Type="http://schemas.openxmlformats.org/officeDocument/2006/relationships/image" Target="../media/image92.png"/><Relationship Id="rId8" Type="http://schemas.openxmlformats.org/officeDocument/2006/relationships/image" Target="../media/image58.png"/><Relationship Id="rId51" Type="http://schemas.openxmlformats.org/officeDocument/2006/relationships/customXml" Target="../ink/ink82.xml"/><Relationship Id="rId72" Type="http://schemas.openxmlformats.org/officeDocument/2006/relationships/customXml" Target="../ink/ink93.xml"/><Relationship Id="rId80" Type="http://schemas.openxmlformats.org/officeDocument/2006/relationships/customXml" Target="../ink/ink97.xml"/><Relationship Id="rId3" Type="http://schemas.openxmlformats.org/officeDocument/2006/relationships/customXml" Target="../ink/ink58.xml"/><Relationship Id="rId12" Type="http://schemas.openxmlformats.org/officeDocument/2006/relationships/image" Target="../media/image60.png"/><Relationship Id="rId17" Type="http://schemas.openxmlformats.org/officeDocument/2006/relationships/customXml" Target="../ink/ink65.xml"/><Relationship Id="rId25" Type="http://schemas.openxmlformats.org/officeDocument/2006/relationships/customXml" Target="../ink/ink69.xml"/><Relationship Id="rId33" Type="http://schemas.openxmlformats.org/officeDocument/2006/relationships/customXml" Target="../ink/ink73.xml"/><Relationship Id="rId38" Type="http://schemas.openxmlformats.org/officeDocument/2006/relationships/image" Target="../media/image41.png"/><Relationship Id="rId46" Type="http://schemas.openxmlformats.org/officeDocument/2006/relationships/customXml" Target="../ink/ink79.xml"/><Relationship Id="rId59" Type="http://schemas.openxmlformats.org/officeDocument/2006/relationships/customXml" Target="../ink/ink86.xml"/><Relationship Id="rId67" Type="http://schemas.openxmlformats.org/officeDocument/2006/relationships/image" Target="../media/image87.png"/><Relationship Id="rId20" Type="http://schemas.openxmlformats.org/officeDocument/2006/relationships/image" Target="../media/image64.png"/><Relationship Id="rId41" Type="http://schemas.openxmlformats.org/officeDocument/2006/relationships/customXml" Target="../ink/ink76.xml"/><Relationship Id="rId54" Type="http://schemas.openxmlformats.org/officeDocument/2006/relationships/image" Target="../media/image81.png"/><Relationship Id="rId62" Type="http://schemas.openxmlformats.org/officeDocument/2006/relationships/customXml" Target="../ink/ink88.xml"/><Relationship Id="rId70" Type="http://schemas.openxmlformats.org/officeDocument/2006/relationships/customXml" Target="../ink/ink92.xml"/><Relationship Id="rId75" Type="http://schemas.openxmlformats.org/officeDocument/2006/relationships/image" Target="../media/image91.png"/><Relationship Id="rId83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5" Type="http://schemas.openxmlformats.org/officeDocument/2006/relationships/customXml" Target="../ink/ink64.xml"/><Relationship Id="rId23" Type="http://schemas.openxmlformats.org/officeDocument/2006/relationships/customXml" Target="../ink/ink68.xml"/><Relationship Id="rId28" Type="http://schemas.openxmlformats.org/officeDocument/2006/relationships/image" Target="../media/image68.png"/><Relationship Id="rId36" Type="http://schemas.openxmlformats.org/officeDocument/2006/relationships/image" Target="../media/image72.png"/><Relationship Id="rId49" Type="http://schemas.openxmlformats.org/officeDocument/2006/relationships/customXml" Target="../ink/ink81.xml"/><Relationship Id="rId57" Type="http://schemas.openxmlformats.org/officeDocument/2006/relationships/customXml" Target="../ink/ink85.xml"/><Relationship Id="rId10" Type="http://schemas.openxmlformats.org/officeDocument/2006/relationships/image" Target="../media/image59.png"/><Relationship Id="rId31" Type="http://schemas.openxmlformats.org/officeDocument/2006/relationships/customXml" Target="../ink/ink72.xml"/><Relationship Id="rId44" Type="http://schemas.openxmlformats.org/officeDocument/2006/relationships/image" Target="../media/image77.png"/><Relationship Id="rId52" Type="http://schemas.openxmlformats.org/officeDocument/2006/relationships/image" Target="../media/image80.png"/><Relationship Id="rId60" Type="http://schemas.openxmlformats.org/officeDocument/2006/relationships/customXml" Target="../ink/ink87.xml"/><Relationship Id="rId65" Type="http://schemas.openxmlformats.org/officeDocument/2006/relationships/image" Target="../media/image86.png"/><Relationship Id="rId73" Type="http://schemas.openxmlformats.org/officeDocument/2006/relationships/image" Target="../media/image90.png"/><Relationship Id="rId78" Type="http://schemas.openxmlformats.org/officeDocument/2006/relationships/customXml" Target="../ink/ink96.xml"/><Relationship Id="rId81" Type="http://schemas.openxmlformats.org/officeDocument/2006/relationships/image" Target="../media/image94.png"/><Relationship Id="rId4" Type="http://schemas.openxmlformats.org/officeDocument/2006/relationships/image" Target="../media/image56.png"/><Relationship Id="rId9" Type="http://schemas.openxmlformats.org/officeDocument/2006/relationships/customXml" Target="../ink/ink61.xml"/><Relationship Id="rId13" Type="http://schemas.openxmlformats.org/officeDocument/2006/relationships/customXml" Target="../ink/ink63.xml"/><Relationship Id="rId18" Type="http://schemas.openxmlformats.org/officeDocument/2006/relationships/image" Target="../media/image63.png"/><Relationship Id="rId39" Type="http://schemas.openxmlformats.org/officeDocument/2006/relationships/customXml" Target="../ink/ink75.xml"/><Relationship Id="rId34" Type="http://schemas.openxmlformats.org/officeDocument/2006/relationships/image" Target="../media/image71.png"/><Relationship Id="rId50" Type="http://schemas.openxmlformats.org/officeDocument/2006/relationships/image" Target="../media/image79.png"/><Relationship Id="rId55" Type="http://schemas.openxmlformats.org/officeDocument/2006/relationships/customXml" Target="../ink/ink84.xml"/><Relationship Id="rId76" Type="http://schemas.openxmlformats.org/officeDocument/2006/relationships/customXml" Target="../ink/ink95.xml"/><Relationship Id="rId7" Type="http://schemas.openxmlformats.org/officeDocument/2006/relationships/customXml" Target="../ink/ink60.xml"/><Relationship Id="rId71" Type="http://schemas.openxmlformats.org/officeDocument/2006/relationships/image" Target="../media/image89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71.xml"/><Relationship Id="rId24" Type="http://schemas.openxmlformats.org/officeDocument/2006/relationships/image" Target="../media/image66.png"/><Relationship Id="rId40" Type="http://schemas.openxmlformats.org/officeDocument/2006/relationships/image" Target="../media/image75.png"/><Relationship Id="rId45" Type="http://schemas.openxmlformats.org/officeDocument/2006/relationships/customXml" Target="../ink/ink78.xml"/><Relationship Id="rId66" Type="http://schemas.openxmlformats.org/officeDocument/2006/relationships/customXml" Target="../ink/ink9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B724F1-7F43-5DC3-2F87-41D267CF3E9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AD91F9-1AC7-9340-930B-C01B6F76E71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3432EBA1-6D94-8FD1-B945-F05B3ADF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C7A3-B685-7C94-4342-E5A2F044D901}"/>
              </a:ext>
            </a:extLst>
          </p:cNvPr>
          <p:cNvSpPr txBox="1"/>
          <p:nvPr/>
        </p:nvSpPr>
        <p:spPr>
          <a:xfrm>
            <a:off x="1576287" y="2188251"/>
            <a:ext cx="9039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Multicomponent: Figures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810316-3F7C-6008-3659-2D662D36A0E6}"/>
              </a:ext>
            </a:extLst>
          </p:cNvPr>
          <p:cNvSpPr/>
          <p:nvPr/>
        </p:nvSpPr>
        <p:spPr>
          <a:xfrm>
            <a:off x="3805767" y="3552996"/>
            <a:ext cx="458046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5AAB0-2E82-84A1-0044-57EF354882FF}"/>
              </a:ext>
            </a:extLst>
          </p:cNvPr>
          <p:cNvSpPr txBox="1"/>
          <p:nvPr/>
        </p:nvSpPr>
        <p:spPr>
          <a:xfrm>
            <a:off x="1576287" y="4270093"/>
            <a:ext cx="9039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Jonathan Aubuchon Ouimet, Laurianne Lair,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Xinhong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Liu, Alexander Dowling, William Phillip </a:t>
            </a:r>
          </a:p>
        </p:txBody>
      </p:sp>
    </p:spTree>
    <p:extLst>
      <p:ext uri="{BB962C8B-B14F-4D97-AF65-F5344CB8AC3E}">
        <p14:creationId xmlns:p14="http://schemas.microsoft.com/office/powerpoint/2010/main" val="41814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164E-B1CA-C5D6-5BCF-C5298DBB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E88E8-2C09-E321-12E2-F3EA35DB3D1D}"/>
              </a:ext>
            </a:extLst>
          </p:cNvPr>
          <p:cNvSpPr txBox="1"/>
          <p:nvPr/>
        </p:nvSpPr>
        <p:spPr>
          <a:xfrm>
            <a:off x="2660509" y="257288"/>
            <a:ext cx="7321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1: experimental data and operating regimes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7C47BB-D5D4-5855-3CE3-13415477498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D1515-8D55-092C-5685-E335CA4BDB9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FEE5FB-EA18-FD52-7F58-D533478B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E3EF65-872F-FA16-EA55-59F5A44C9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483072"/>
            <a:ext cx="3981336" cy="37304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2EE21A-7341-ADF8-8482-C68809D59528}"/>
              </a:ext>
            </a:extLst>
          </p:cNvPr>
          <p:cNvSpPr txBox="1"/>
          <p:nvPr/>
        </p:nvSpPr>
        <p:spPr>
          <a:xfrm>
            <a:off x="925627" y="1175295"/>
            <a:ext cx="24879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NaCl – Single Component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FFCC3E-D641-2F04-52CF-CBA90A6C015A}"/>
              </a:ext>
            </a:extLst>
          </p:cNvPr>
          <p:cNvGrpSpPr/>
          <p:nvPr/>
        </p:nvGrpSpPr>
        <p:grpSpPr>
          <a:xfrm>
            <a:off x="4235273" y="1963016"/>
            <a:ext cx="2697120" cy="2975040"/>
            <a:chOff x="4235273" y="1963016"/>
            <a:chExt cx="2697120" cy="29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1E39E6-24A8-F30D-EBBD-391557D076E8}"/>
                    </a:ext>
                  </a:extLst>
                </p14:cNvPr>
                <p14:cNvContentPartPr/>
                <p14:nvPr/>
              </p14:nvContentPartPr>
              <p14:xfrm>
                <a:off x="4785353" y="1963016"/>
                <a:ext cx="1964160" cy="2297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1E39E6-24A8-F30D-EBBD-391557D076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67713" y="1945376"/>
                  <a:ext cx="1999800" cy="23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A8EADE-0272-39D1-E493-0FEFFBC45092}"/>
                    </a:ext>
                  </a:extLst>
                </p14:cNvPr>
                <p14:cNvContentPartPr/>
                <p14:nvPr/>
              </p14:nvContentPartPr>
              <p14:xfrm>
                <a:off x="4235273" y="2524256"/>
                <a:ext cx="259200" cy="651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A8EADE-0272-39D1-E493-0FEFFBC450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17633" y="2506256"/>
                  <a:ext cx="29484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E4E55D2-59DA-5C18-AF1D-9B5DFC903A67}"/>
                    </a:ext>
                  </a:extLst>
                </p14:cNvPr>
                <p14:cNvContentPartPr/>
                <p14:nvPr/>
              </p14:nvContentPartPr>
              <p14:xfrm>
                <a:off x="5511473" y="4508576"/>
                <a:ext cx="163800" cy="429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E4E55D2-59DA-5C18-AF1D-9B5DFC903A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93833" y="4490936"/>
                  <a:ext cx="1994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01FB15-A2DC-1284-51FA-46D595145A7E}"/>
                    </a:ext>
                  </a:extLst>
                </p14:cNvPr>
                <p14:cNvContentPartPr/>
                <p14:nvPr/>
              </p14:nvContentPartPr>
              <p14:xfrm>
                <a:off x="5332553" y="4702256"/>
                <a:ext cx="239760" cy="4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01FB15-A2DC-1284-51FA-46D595145A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14913" y="4684256"/>
                  <a:ext cx="275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965662-D179-DFB4-0E4D-6991CE8FB580}"/>
                    </a:ext>
                  </a:extLst>
                </p14:cNvPr>
                <p14:cNvContentPartPr/>
                <p14:nvPr/>
              </p14:nvContentPartPr>
              <p14:xfrm>
                <a:off x="4849433" y="2285576"/>
                <a:ext cx="2082960" cy="1824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965662-D179-DFB4-0E4D-6991CE8FB58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31793" y="2267936"/>
                  <a:ext cx="2118600" cy="18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68BBF19-9AD8-6D70-A43E-C25CA6D66E35}"/>
                  </a:ext>
                </a:extLst>
              </p14:cNvPr>
              <p14:cNvContentPartPr/>
              <p14:nvPr/>
            </p14:nvContentPartPr>
            <p14:xfrm>
              <a:off x="5069753" y="2099456"/>
              <a:ext cx="12960" cy="18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68BBF19-9AD8-6D70-A43E-C25CA6D66E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63633" y="2093336"/>
                <a:ext cx="252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2D25757-606C-495C-471F-2396D49DBB46}"/>
                  </a:ext>
                </a:extLst>
              </p14:cNvPr>
              <p14:cNvContentPartPr/>
              <p14:nvPr/>
            </p14:nvContentPartPr>
            <p14:xfrm>
              <a:off x="5095673" y="2471336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2D25757-606C-495C-471F-2396D49DBB4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89553" y="246521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F012DE2-3359-63ED-7D6D-E6F94FC90AF1}"/>
                  </a:ext>
                </a:extLst>
              </p14:cNvPr>
              <p14:cNvContentPartPr/>
              <p14:nvPr/>
            </p14:nvContentPartPr>
            <p14:xfrm>
              <a:off x="5042753" y="2737376"/>
              <a:ext cx="5040" cy="6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F012DE2-3359-63ED-7D6D-E6F94FC90AF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36633" y="2731256"/>
                <a:ext cx="172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783158F-2AD9-3DCD-3A0E-141C00BABC61}"/>
                  </a:ext>
                </a:extLst>
              </p14:cNvPr>
              <p14:cNvContentPartPr/>
              <p14:nvPr/>
            </p14:nvContentPartPr>
            <p14:xfrm>
              <a:off x="5058233" y="3119336"/>
              <a:ext cx="9360" cy="43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783158F-2AD9-3DCD-3A0E-141C00BABC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52113" y="3113216"/>
                <a:ext cx="216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1D38639-853D-0973-FFC5-759DD72E3AE3}"/>
                  </a:ext>
                </a:extLst>
              </p14:cNvPr>
              <p14:cNvContentPartPr/>
              <p14:nvPr/>
            </p14:nvContentPartPr>
            <p14:xfrm>
              <a:off x="5092793" y="3469256"/>
              <a:ext cx="4320" cy="48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1D38639-853D-0973-FFC5-759DD72E3AE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86673" y="3463136"/>
                <a:ext cx="165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DE14851-AE4B-7035-7BA5-06A583327134}"/>
                  </a:ext>
                </a:extLst>
              </p14:cNvPr>
              <p14:cNvContentPartPr/>
              <p14:nvPr/>
            </p14:nvContentPartPr>
            <p14:xfrm>
              <a:off x="5124473" y="3796496"/>
              <a:ext cx="1800" cy="13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DE14851-AE4B-7035-7BA5-06A58332713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18353" y="3790376"/>
                <a:ext cx="140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1295536-3468-E848-C6DA-86A058A3A0B7}"/>
                  </a:ext>
                </a:extLst>
              </p14:cNvPr>
              <p14:cNvContentPartPr/>
              <p14:nvPr/>
            </p14:nvContentPartPr>
            <p14:xfrm>
              <a:off x="5415353" y="2251016"/>
              <a:ext cx="2880" cy="6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1295536-3468-E848-C6DA-86A058A3A0B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09233" y="2244896"/>
                <a:ext cx="151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1B58CBB-B25F-9EA2-BAE9-97527B316065}"/>
                  </a:ext>
                </a:extLst>
              </p14:cNvPr>
              <p14:cNvContentPartPr/>
              <p14:nvPr/>
            </p14:nvContentPartPr>
            <p14:xfrm>
              <a:off x="5446673" y="2485376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1B58CBB-B25F-9EA2-BAE9-97527B3160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40553" y="24792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77D5674-22F6-51C4-769A-071C32C3FBF9}"/>
                  </a:ext>
                </a:extLst>
              </p14:cNvPr>
              <p14:cNvContentPartPr/>
              <p14:nvPr/>
            </p14:nvContentPartPr>
            <p14:xfrm>
              <a:off x="5502473" y="2728376"/>
              <a:ext cx="4680" cy="12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77D5674-22F6-51C4-769A-071C32C3FBF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496353" y="2722256"/>
                <a:ext cx="16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C827FDF-C4AD-2BB5-B953-9041C9DCAB36}"/>
                  </a:ext>
                </a:extLst>
              </p14:cNvPr>
              <p14:cNvContentPartPr/>
              <p14:nvPr/>
            </p14:nvContentPartPr>
            <p14:xfrm>
              <a:off x="5485553" y="3047336"/>
              <a:ext cx="2880" cy="9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C827FDF-C4AD-2BB5-B953-9041C9DCAB3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479433" y="3041216"/>
                <a:ext cx="151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9538774-A74A-473E-DEEC-E39E617F5DEE}"/>
                  </a:ext>
                </a:extLst>
              </p14:cNvPr>
              <p14:cNvContentPartPr/>
              <p14:nvPr/>
            </p14:nvContentPartPr>
            <p14:xfrm>
              <a:off x="5485553" y="3304376"/>
              <a:ext cx="1080" cy="29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9538774-A74A-473E-DEEC-E39E617F5DE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79433" y="3298256"/>
                <a:ext cx="133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8A1C181-1752-EADE-375F-C107258D8514}"/>
                  </a:ext>
                </a:extLst>
              </p14:cNvPr>
              <p14:cNvContentPartPr/>
              <p14:nvPr/>
            </p14:nvContentPartPr>
            <p14:xfrm>
              <a:off x="5509673" y="3655376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8A1C181-1752-EADE-375F-C107258D85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03553" y="36492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BB80F67-BFBE-F863-D2D4-9B62F5A50B55}"/>
                  </a:ext>
                </a:extLst>
              </p14:cNvPr>
              <p14:cNvContentPartPr/>
              <p14:nvPr/>
            </p14:nvContentPartPr>
            <p14:xfrm>
              <a:off x="5527673" y="3950576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BB80F67-BFBE-F863-D2D4-9B62F5A50B5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21553" y="39444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BA8CDFA-BAA5-389A-C25B-EE674EA57B29}"/>
                  </a:ext>
                </a:extLst>
              </p14:cNvPr>
              <p14:cNvContentPartPr/>
              <p14:nvPr/>
            </p14:nvContentPartPr>
            <p14:xfrm>
              <a:off x="5482673" y="4058576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BA8CDFA-BAA5-389A-C25B-EE674EA57B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76553" y="40524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E836957-1F4A-5878-1F52-AF3BC3CC5C37}"/>
                  </a:ext>
                </a:extLst>
              </p14:cNvPr>
              <p14:cNvContentPartPr/>
              <p14:nvPr/>
            </p14:nvContentPartPr>
            <p14:xfrm>
              <a:off x="5848793" y="2329136"/>
              <a:ext cx="3960" cy="14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E836957-1F4A-5878-1F52-AF3BC3CC5C3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42673" y="2323016"/>
                <a:ext cx="162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CC6B3CD-A584-B9B2-293E-49C0430F532F}"/>
                  </a:ext>
                </a:extLst>
              </p14:cNvPr>
              <p14:cNvContentPartPr/>
              <p14:nvPr/>
            </p14:nvContentPartPr>
            <p14:xfrm>
              <a:off x="5887673" y="2639456"/>
              <a:ext cx="5400" cy="27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CC6B3CD-A584-B9B2-293E-49C0430F532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81553" y="2633336"/>
                <a:ext cx="17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9CCDD9F-3387-E5E3-4CC9-DB40B10CC6A7}"/>
                  </a:ext>
                </a:extLst>
              </p14:cNvPr>
              <p14:cNvContentPartPr/>
              <p14:nvPr/>
            </p14:nvContentPartPr>
            <p14:xfrm>
              <a:off x="5911793" y="3013136"/>
              <a:ext cx="7200" cy="33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9CCDD9F-3387-E5E3-4CC9-DB40B10CC6A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05673" y="3007016"/>
                <a:ext cx="194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6799733-68E0-8B05-816A-A64561C23806}"/>
                  </a:ext>
                </a:extLst>
              </p14:cNvPr>
              <p14:cNvContentPartPr/>
              <p14:nvPr/>
            </p14:nvContentPartPr>
            <p14:xfrm>
              <a:off x="5937353" y="3310496"/>
              <a:ext cx="4680" cy="35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6799733-68E0-8B05-816A-A64561C2380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31233" y="3304376"/>
                <a:ext cx="169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EA11DD8-C53D-21E8-75DE-FF9A42D2AD8C}"/>
                  </a:ext>
                </a:extLst>
              </p14:cNvPr>
              <p14:cNvContentPartPr/>
              <p14:nvPr/>
            </p14:nvContentPartPr>
            <p14:xfrm>
              <a:off x="5971553" y="3761576"/>
              <a:ext cx="1080" cy="23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EA11DD8-C53D-21E8-75DE-FF9A42D2AD8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65433" y="3755456"/>
                <a:ext cx="13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4FD2217-CA32-F733-0377-CDA6584E62F2}"/>
                  </a:ext>
                </a:extLst>
              </p14:cNvPr>
              <p14:cNvContentPartPr/>
              <p14:nvPr/>
            </p14:nvContentPartPr>
            <p14:xfrm>
              <a:off x="5989553" y="4117616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4FD2217-CA32-F733-0377-CDA6584E62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83433" y="411149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6B08B00-A951-FF9C-CF08-6EEB3C9AA2F7}"/>
                  </a:ext>
                </a:extLst>
              </p14:cNvPr>
              <p14:cNvContentPartPr/>
              <p14:nvPr/>
            </p14:nvContentPartPr>
            <p14:xfrm>
              <a:off x="6262793" y="2308256"/>
              <a:ext cx="5040" cy="7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6B08B00-A951-FF9C-CF08-6EEB3C9AA2F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256673" y="2302136"/>
                <a:ext cx="172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B059ABD-C51A-1932-5881-9D0DE2183F7A}"/>
                  </a:ext>
                </a:extLst>
              </p14:cNvPr>
              <p14:cNvContentPartPr/>
              <p14:nvPr/>
            </p14:nvContentPartPr>
            <p14:xfrm>
              <a:off x="6249473" y="2555576"/>
              <a:ext cx="4680" cy="13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B059ABD-C51A-1932-5881-9D0DE2183F7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43353" y="2549456"/>
                <a:ext cx="169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14E320F-69EF-877D-D1F4-049216DF3EF0}"/>
                  </a:ext>
                </a:extLst>
              </p14:cNvPr>
              <p14:cNvContentPartPr/>
              <p14:nvPr/>
            </p14:nvContentPartPr>
            <p14:xfrm>
              <a:off x="6273593" y="2848256"/>
              <a:ext cx="360" cy="28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14E320F-69EF-877D-D1F4-049216DF3EF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267473" y="2842136"/>
                <a:ext cx="126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3CD0726-A4F5-F629-CF14-DC5463F1EBE6}"/>
                  </a:ext>
                </a:extLst>
              </p14:cNvPr>
              <p14:cNvContentPartPr/>
              <p14:nvPr/>
            </p14:nvContentPartPr>
            <p14:xfrm>
              <a:off x="6305993" y="3176576"/>
              <a:ext cx="5040" cy="70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3CD0726-A4F5-F629-CF14-DC5463F1EBE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99873" y="3170456"/>
                <a:ext cx="172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AE68A47-ACB0-D3F6-B57E-33CD79FD6A3B}"/>
                  </a:ext>
                </a:extLst>
              </p14:cNvPr>
              <p14:cNvContentPartPr/>
              <p14:nvPr/>
            </p14:nvContentPartPr>
            <p14:xfrm>
              <a:off x="6349913" y="3574376"/>
              <a:ext cx="6480" cy="33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AE68A47-ACB0-D3F6-B57E-33CD79FD6A3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343793" y="3568256"/>
                <a:ext cx="187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93AEC6A-A680-47CF-3058-00F85C7EF792}"/>
                  </a:ext>
                </a:extLst>
              </p14:cNvPr>
              <p14:cNvContentPartPr/>
              <p14:nvPr/>
            </p14:nvContentPartPr>
            <p14:xfrm>
              <a:off x="6340913" y="3883256"/>
              <a:ext cx="13320" cy="164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93AEC6A-A680-47CF-3058-00F85C7EF79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334793" y="3877136"/>
                <a:ext cx="255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2445F68-1A30-E85D-6941-C67745449B15}"/>
                  </a:ext>
                </a:extLst>
              </p14:cNvPr>
              <p14:cNvContentPartPr/>
              <p14:nvPr/>
            </p14:nvContentPartPr>
            <p14:xfrm>
              <a:off x="6613793" y="2410136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2445F68-1A30-E85D-6941-C67745449B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07673" y="240401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DD4E803-B827-F6C2-AB1E-FA4D52188A44}"/>
                  </a:ext>
                </a:extLst>
              </p14:cNvPr>
              <p14:cNvContentPartPr/>
              <p14:nvPr/>
            </p14:nvContentPartPr>
            <p14:xfrm>
              <a:off x="6618473" y="2756456"/>
              <a:ext cx="2880" cy="9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DD4E803-B827-F6C2-AB1E-FA4D52188A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12353" y="2750336"/>
                <a:ext cx="151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794D04E-3FC9-2882-B7DC-6DFB49396BD4}"/>
                  </a:ext>
                </a:extLst>
              </p14:cNvPr>
              <p14:cNvContentPartPr/>
              <p14:nvPr/>
            </p14:nvContentPartPr>
            <p14:xfrm>
              <a:off x="6676793" y="3122576"/>
              <a:ext cx="360" cy="27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794D04E-3FC9-2882-B7DC-6DFB49396BD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70673" y="3116456"/>
                <a:ext cx="12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7E89AAB-A177-355D-8A16-B8D433043ED3}"/>
                  </a:ext>
                </a:extLst>
              </p14:cNvPr>
              <p14:cNvContentPartPr/>
              <p14:nvPr/>
            </p14:nvContentPartPr>
            <p14:xfrm>
              <a:off x="6725033" y="3370256"/>
              <a:ext cx="1800" cy="450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7E89AAB-A177-355D-8A16-B8D433043ED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718913" y="3364136"/>
                <a:ext cx="140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CDCB35A-1838-968B-F3A7-18DFD7090869}"/>
                  </a:ext>
                </a:extLst>
              </p14:cNvPr>
              <p14:cNvContentPartPr/>
              <p14:nvPr/>
            </p14:nvContentPartPr>
            <p14:xfrm>
              <a:off x="6736913" y="3794696"/>
              <a:ext cx="7920" cy="32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CDCB35A-1838-968B-F3A7-18DFD709086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730793" y="3788576"/>
                <a:ext cx="201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22D4089-7BF9-9290-81E1-E89743EFF89B}"/>
                  </a:ext>
                </a:extLst>
              </p14:cNvPr>
              <p14:cNvContentPartPr/>
              <p14:nvPr/>
            </p14:nvContentPartPr>
            <p14:xfrm>
              <a:off x="6617033" y="4180616"/>
              <a:ext cx="1800" cy="136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22D4089-7BF9-9290-81E1-E89743EFF89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10913" y="4174496"/>
                <a:ext cx="1404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D1BE6DC-7436-BE06-713D-0F3FDD0D188F}"/>
              </a:ext>
            </a:extLst>
          </p:cNvPr>
          <p:cNvGrpSpPr/>
          <p:nvPr/>
        </p:nvGrpSpPr>
        <p:grpSpPr>
          <a:xfrm>
            <a:off x="4874633" y="802016"/>
            <a:ext cx="374400" cy="465120"/>
            <a:chOff x="4874633" y="802016"/>
            <a:chExt cx="374400" cy="4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A6E8996-7E25-CC68-3B54-FE122009B880}"/>
                    </a:ext>
                  </a:extLst>
                </p14:cNvPr>
                <p14:cNvContentPartPr/>
                <p14:nvPr/>
              </p14:nvContentPartPr>
              <p14:xfrm>
                <a:off x="4874633" y="802016"/>
                <a:ext cx="138960" cy="279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A6E8996-7E25-CC68-3B54-FE122009B88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68513" y="795896"/>
                  <a:ext cx="151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D3AD1A3-4D11-EBC8-6DBB-FE175FEBDE37}"/>
                    </a:ext>
                  </a:extLst>
                </p14:cNvPr>
                <p14:cNvContentPartPr/>
                <p14:nvPr/>
              </p14:nvContentPartPr>
              <p14:xfrm>
                <a:off x="5078033" y="1216016"/>
                <a:ext cx="38880" cy="51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D3AD1A3-4D11-EBC8-6DBB-FE175FEBDE3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71913" y="1209896"/>
                  <a:ext cx="51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112A7A2-AB16-948D-FC59-F24B6000566D}"/>
                    </a:ext>
                  </a:extLst>
                </p14:cNvPr>
                <p14:cNvContentPartPr/>
                <p14:nvPr/>
              </p14:nvContentPartPr>
              <p14:xfrm>
                <a:off x="5248673" y="1124936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112A7A2-AB16-948D-FC59-F24B600056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42553" y="111881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6450A9-2212-8337-270F-B3BC409DB73F}"/>
              </a:ext>
            </a:extLst>
          </p:cNvPr>
          <p:cNvGrpSpPr/>
          <p:nvPr/>
        </p:nvGrpSpPr>
        <p:grpSpPr>
          <a:xfrm>
            <a:off x="5175593" y="1473776"/>
            <a:ext cx="208440" cy="199800"/>
            <a:chOff x="5175593" y="1473776"/>
            <a:chExt cx="208440" cy="19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17665A-04D6-8A70-C502-80233DBCB4EB}"/>
                    </a:ext>
                  </a:extLst>
                </p14:cNvPr>
                <p14:cNvContentPartPr/>
                <p14:nvPr/>
              </p14:nvContentPartPr>
              <p14:xfrm>
                <a:off x="5175593" y="1473776"/>
                <a:ext cx="66240" cy="85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17665A-04D6-8A70-C502-80233DBCB4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69473" y="1467656"/>
                  <a:ext cx="78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67CD2B-C097-9071-7740-E80952C8E999}"/>
                    </a:ext>
                  </a:extLst>
                </p14:cNvPr>
                <p14:cNvContentPartPr/>
                <p14:nvPr/>
              </p14:nvContentPartPr>
              <p14:xfrm>
                <a:off x="5254073" y="1592216"/>
                <a:ext cx="129960" cy="81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67CD2B-C097-9071-7740-E80952C8E99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247953" y="1586096"/>
                  <a:ext cx="14220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51C1725-67C4-58C4-B91B-604EFC046BCD}"/>
                  </a:ext>
                </a:extLst>
              </p14:cNvPr>
              <p14:cNvContentPartPr/>
              <p14:nvPr/>
            </p14:nvContentPartPr>
            <p14:xfrm>
              <a:off x="4734593" y="1450016"/>
              <a:ext cx="217440" cy="1033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51C1725-67C4-58C4-B91B-604EFC046BC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728473" y="1443896"/>
                <a:ext cx="2296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1ED0E05-C9A1-D51F-6C72-233D4A8DB7C2}"/>
                  </a:ext>
                </a:extLst>
              </p14:cNvPr>
              <p14:cNvContentPartPr/>
              <p14:nvPr/>
            </p14:nvContentPartPr>
            <p14:xfrm>
              <a:off x="5793353" y="1718216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1ED0E05-C9A1-D51F-6C72-233D4A8DB7C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87233" y="171209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739666F-9A3E-A0E5-694F-FE163D95693A}"/>
                  </a:ext>
                </a:extLst>
              </p14:cNvPr>
              <p14:cNvContentPartPr/>
              <p14:nvPr/>
            </p14:nvContentPartPr>
            <p14:xfrm>
              <a:off x="6145793" y="1708136"/>
              <a:ext cx="360" cy="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739666F-9A3E-A0E5-694F-FE163D9569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39673" y="170201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DC6A592-2375-80D1-0999-8F0A377D5602}"/>
                  </a:ext>
                </a:extLst>
              </p14:cNvPr>
              <p14:cNvContentPartPr/>
              <p14:nvPr/>
            </p14:nvContentPartPr>
            <p14:xfrm>
              <a:off x="6576713" y="1744136"/>
              <a:ext cx="3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DC6A592-2375-80D1-0999-8F0A377D56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70593" y="173801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1" name="Picture 70" descr="A diagram of different types of diavolume&#10;&#10;AI-generated content may be incorrect.">
            <a:extLst>
              <a:ext uri="{FF2B5EF4-FFF2-40B4-BE49-F238E27FC236}">
                <a16:creationId xmlns:a16="http://schemas.microsoft.com/office/drawing/2014/main" id="{1AD147B5-691D-AACE-E9B5-99F2155B3ECC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393" y="1307562"/>
            <a:ext cx="4087240" cy="373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0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A581-E93B-6841-EFAD-ED41BAF6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989577-E03A-EEFA-20DA-4CBED858A021}"/>
              </a:ext>
            </a:extLst>
          </p:cNvPr>
          <p:cNvSpPr txBox="1"/>
          <p:nvPr/>
        </p:nvSpPr>
        <p:spPr>
          <a:xfrm>
            <a:off x="2087345" y="257288"/>
            <a:ext cx="7894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2: conductivity to concentration – identifying ions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49F9EA-CABB-39F7-D2B6-700F5EF585D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69D57-28C6-2FEE-B057-96E97303AFD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280D3FA-07ED-8D2E-B83D-6B4DDB95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98161CF9-8081-C8A0-59B2-24AD9C313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059" y="372865"/>
            <a:ext cx="1529141" cy="1423885"/>
          </a:xfrm>
          <a:prstGeom prst="rect">
            <a:avLst/>
          </a:prstGeom>
        </p:spPr>
      </p:pic>
      <p:pic>
        <p:nvPicPr>
          <p:cNvPr id="7" name="Picture 6" descr="A graph of 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8E0F17AD-31EE-53D7-02C2-F96BDFA0B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40" y="2034298"/>
            <a:ext cx="3609810" cy="3488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1D2FDC-0A70-E09C-66F7-96D315FFC161}"/>
              </a:ext>
            </a:extLst>
          </p:cNvPr>
          <p:cNvSpPr txBox="1"/>
          <p:nvPr/>
        </p:nvSpPr>
        <p:spPr>
          <a:xfrm>
            <a:off x="10223500" y="51980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salt - 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94865-357C-004D-BF0F-44372F5C5832}"/>
              </a:ext>
            </a:extLst>
          </p:cNvPr>
          <p:cNvSpPr txBox="1"/>
          <p:nvPr/>
        </p:nvSpPr>
        <p:spPr>
          <a:xfrm>
            <a:off x="678241" y="914960"/>
            <a:ext cx="833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Shammah theory – can decipher which salt is at what concentration.+ ICP</a:t>
            </a:r>
          </a:p>
        </p:txBody>
      </p:sp>
      <p:pic>
        <p:nvPicPr>
          <p:cNvPr id="10" name="Picture 9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393C0F05-0F29-D228-DEAD-341F50BB87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166" y="2150981"/>
            <a:ext cx="3369667" cy="3130550"/>
          </a:xfrm>
          <a:prstGeom prst="rect">
            <a:avLst/>
          </a:prstGeom>
        </p:spPr>
      </p:pic>
      <p:pic>
        <p:nvPicPr>
          <p:cNvPr id="11" name="Picture 10" descr="A graph of a concentration&#10;&#10;Description automatically generated with medium confidence">
            <a:extLst>
              <a:ext uri="{FF2B5EF4-FFF2-40B4-BE49-F238E27FC236}">
                <a16:creationId xmlns:a16="http://schemas.microsoft.com/office/drawing/2014/main" id="{B5B290B2-2632-9F7B-E284-ED103B8633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251" y="2091239"/>
            <a:ext cx="3203576" cy="311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06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4E19-1811-B4C4-E2DD-ECC35C3E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DAA27-8C0B-1FCC-64B3-16F70E213602}"/>
              </a:ext>
            </a:extLst>
          </p:cNvPr>
          <p:cNvSpPr txBox="1"/>
          <p:nvPr/>
        </p:nvSpPr>
        <p:spPr>
          <a:xfrm>
            <a:off x="1727201" y="246791"/>
            <a:ext cx="9474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3: Concentration phase space for NaCl and LaCl3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F3944-54C9-6C72-6B41-E7E4B96D14E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2AC21-EDCE-7BC1-4E7F-D7B11EB7F0D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3EB7C0-7871-AD3D-AD96-4971FEFE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87BEF-81C7-B80A-02DD-025E5A12A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478" y="4988111"/>
            <a:ext cx="1926371" cy="1304508"/>
          </a:xfrm>
          <a:prstGeom prst="rect">
            <a:avLst/>
          </a:prstGeom>
        </p:spPr>
      </p:pic>
      <p:graphicFrame>
        <p:nvGraphicFramePr>
          <p:cNvPr id="7" name="Object 6" descr="Project Path: C:\Users\lauri\Downloads\NaCl, CaCl2, LaCl3 Phase Space (2).opju&#10;PE Folder: /NaCl, CaCl2, LaCl3 Phase Space (2)/Folder1/&#10;Short Name: Graph2">
            <a:extLst>
              <a:ext uri="{FF2B5EF4-FFF2-40B4-BE49-F238E27FC236}">
                <a16:creationId xmlns:a16="http://schemas.microsoft.com/office/drawing/2014/main" id="{31127886-7B90-B2D1-8C0F-8E71A227CB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585255"/>
              </p:ext>
            </p:extLst>
          </p:nvPr>
        </p:nvGraphicFramePr>
        <p:xfrm>
          <a:off x="546605" y="2267181"/>
          <a:ext cx="5342904" cy="4089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368" imgH="7502511" progId="Origin95.Graph">
                  <p:embed/>
                </p:oleObj>
              </mc:Choice>
              <mc:Fallback>
                <p:oleObj name="Graph" r:id="rId4" imgW="9802368" imgH="7502511" progId="Origin95.Graph">
                  <p:embed/>
                  <p:pic>
                    <p:nvPicPr>
                      <p:cNvPr id="4" name="Object 3" descr="Project Path: C:\Users\lauri\Downloads\NaCl, CaCl2, LaCl3 Phase Space (2).opju&#10;PE Folder: /NaCl, CaCl2, LaCl3 Phase Space (2)/Folder1/&#10;Short Name: Graph2">
                        <a:extLst>
                          <a:ext uri="{FF2B5EF4-FFF2-40B4-BE49-F238E27FC236}">
                            <a16:creationId xmlns:a16="http://schemas.microsoft.com/office/drawing/2014/main" id="{3686A65C-451A-4ECC-9CC3-A0B42B8D0C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6605" y="2267181"/>
                        <a:ext cx="5342904" cy="4089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61BAAB0-F490-2312-CB4D-1C3EEEA15730}"/>
              </a:ext>
            </a:extLst>
          </p:cNvPr>
          <p:cNvSpPr txBox="1"/>
          <p:nvPr/>
        </p:nvSpPr>
        <p:spPr>
          <a:xfrm>
            <a:off x="9982200" y="4924380"/>
            <a:ext cx="455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42E1E-56A7-CBC4-A53D-F92B50753E16}"/>
              </a:ext>
            </a:extLst>
          </p:cNvPr>
          <p:cNvSpPr txBox="1"/>
          <p:nvPr/>
        </p:nvSpPr>
        <p:spPr>
          <a:xfrm>
            <a:off x="7591735" y="2372421"/>
            <a:ext cx="4053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La has high rejection, and Na increases a lot, all of the data sets will likely overlap.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17BBA-23F1-EADA-65AB-F061A380E6DF}"/>
              </a:ext>
            </a:extLst>
          </p:cNvPr>
          <p:cNvSpPr txBox="1"/>
          <p:nvPr/>
        </p:nvSpPr>
        <p:spPr>
          <a:xfrm>
            <a:off x="592074" y="1607804"/>
            <a:ext cx="4767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Triangles are retentate concentrations that correspond to each permeate vial (calculated from a mass balance using ICP).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87B90B-87B3-7373-0C3C-5169A0449024}"/>
              </a:ext>
            </a:extLst>
          </p:cNvPr>
          <p:cNvGrpSpPr/>
          <p:nvPr/>
        </p:nvGrpSpPr>
        <p:grpSpPr>
          <a:xfrm>
            <a:off x="5717100" y="1834230"/>
            <a:ext cx="4800960" cy="3388320"/>
            <a:chOff x="5717100" y="1834230"/>
            <a:chExt cx="4800960" cy="338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DE835A1-7F51-082C-8ED3-311E122B637B}"/>
                    </a:ext>
                  </a:extLst>
                </p14:cNvPr>
                <p14:cNvContentPartPr/>
                <p14:nvPr/>
              </p14:nvContentPartPr>
              <p14:xfrm>
                <a:off x="7087260" y="1834230"/>
                <a:ext cx="70560" cy="3388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DE835A1-7F51-082C-8ED3-311E122B63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69620" y="1816230"/>
                  <a:ext cx="106200" cy="34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84058D-76DC-900A-53DC-7D6808A39C14}"/>
                    </a:ext>
                  </a:extLst>
                </p14:cNvPr>
                <p14:cNvContentPartPr/>
                <p14:nvPr/>
              </p14:nvContentPartPr>
              <p14:xfrm>
                <a:off x="5717100" y="4163430"/>
                <a:ext cx="4800960" cy="291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84058D-76DC-900A-53DC-7D6808A39C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99100" y="4145430"/>
                  <a:ext cx="483660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25E525-9401-C727-54DA-5A0383B34560}"/>
              </a:ext>
            </a:extLst>
          </p:cNvPr>
          <p:cNvGrpSpPr/>
          <p:nvPr/>
        </p:nvGrpSpPr>
        <p:grpSpPr>
          <a:xfrm>
            <a:off x="5399940" y="2062830"/>
            <a:ext cx="945720" cy="1676160"/>
            <a:chOff x="5399940" y="2062830"/>
            <a:chExt cx="945720" cy="167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1F0E5B-24D0-03F2-11EA-CFC987C2DDF2}"/>
                    </a:ext>
                  </a:extLst>
                </p14:cNvPr>
                <p14:cNvContentPartPr/>
                <p14:nvPr/>
              </p14:nvContentPartPr>
              <p14:xfrm>
                <a:off x="5399940" y="2062830"/>
                <a:ext cx="368280" cy="293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1F0E5B-24D0-03F2-11EA-CFC987C2DD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82300" y="2045190"/>
                  <a:ext cx="4039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260E84-A8E8-41BD-40DB-1B3ED0BA5EE7}"/>
                    </a:ext>
                  </a:extLst>
                </p14:cNvPr>
                <p14:cNvContentPartPr/>
                <p14:nvPr/>
              </p14:nvContentPartPr>
              <p14:xfrm>
                <a:off x="5716020" y="2522550"/>
                <a:ext cx="341280" cy="184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260E84-A8E8-41BD-40DB-1B3ED0BA5E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98020" y="2504550"/>
                  <a:ext cx="376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DACE9F-5697-74B9-2152-1519BF754006}"/>
                    </a:ext>
                  </a:extLst>
                </p14:cNvPr>
                <p14:cNvContentPartPr/>
                <p14:nvPr/>
              </p14:nvContentPartPr>
              <p14:xfrm>
                <a:off x="5939220" y="2895510"/>
                <a:ext cx="310680" cy="22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DACE9F-5697-74B9-2152-1519BF7540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21580" y="2877510"/>
                  <a:ext cx="346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358EEB-4763-8BB6-107F-144327B73F6F}"/>
                    </a:ext>
                  </a:extLst>
                </p14:cNvPr>
                <p14:cNvContentPartPr/>
                <p14:nvPr/>
              </p14:nvContentPartPr>
              <p14:xfrm>
                <a:off x="6104460" y="3136350"/>
                <a:ext cx="241200" cy="197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358EEB-4763-8BB6-107F-144327B73F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86460" y="3118350"/>
                  <a:ext cx="276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D0DCC2-A991-D190-9B4A-67930C220D82}"/>
                    </a:ext>
                  </a:extLst>
                </p14:cNvPr>
                <p14:cNvContentPartPr/>
                <p14:nvPr/>
              </p14:nvContentPartPr>
              <p14:xfrm>
                <a:off x="6001860" y="3341550"/>
                <a:ext cx="315000" cy="397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D0DCC2-A991-D190-9B4A-67930C220D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84220" y="3323910"/>
                  <a:ext cx="350640" cy="43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22B72F-7980-746C-1D5E-22474D993865}"/>
              </a:ext>
            </a:extLst>
          </p:cNvPr>
          <p:cNvGrpSpPr/>
          <p:nvPr/>
        </p:nvGrpSpPr>
        <p:grpSpPr>
          <a:xfrm>
            <a:off x="7941180" y="4992510"/>
            <a:ext cx="1457280" cy="649440"/>
            <a:chOff x="7941180" y="4992510"/>
            <a:chExt cx="145728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7EC116-DEC1-8AB7-BB46-295AD3A99520}"/>
                    </a:ext>
                  </a:extLst>
                </p14:cNvPr>
                <p14:cNvContentPartPr/>
                <p14:nvPr/>
              </p14:nvContentPartPr>
              <p14:xfrm>
                <a:off x="7941180" y="4992510"/>
                <a:ext cx="426600" cy="501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7EC116-DEC1-8AB7-BB46-295AD3A995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23540" y="4974510"/>
                  <a:ext cx="46224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AEFC65-AA22-01D9-FF0F-BB8CED6C8C35}"/>
                    </a:ext>
                  </a:extLst>
                </p14:cNvPr>
                <p14:cNvContentPartPr/>
                <p14:nvPr/>
              </p14:nvContentPartPr>
              <p14:xfrm>
                <a:off x="8934420" y="5103750"/>
                <a:ext cx="211320" cy="430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AEFC65-AA22-01D9-FF0F-BB8CED6C8C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16420" y="5085750"/>
                  <a:ext cx="2469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8EFEBA-5B30-D179-31C4-F7DC1CFB16B7}"/>
                    </a:ext>
                  </a:extLst>
                </p14:cNvPr>
                <p14:cNvContentPartPr/>
                <p14:nvPr/>
              </p14:nvContentPartPr>
              <p14:xfrm>
                <a:off x="9363180" y="5158830"/>
                <a:ext cx="35280" cy="432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8EFEBA-5B30-D179-31C4-F7DC1CFB16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45180" y="5141190"/>
                  <a:ext cx="709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4D30AB-99D2-00B9-F53B-D85D8E737A76}"/>
                    </a:ext>
                  </a:extLst>
                </p14:cNvPr>
                <p14:cNvContentPartPr/>
                <p14:nvPr/>
              </p14:nvContentPartPr>
              <p14:xfrm>
                <a:off x="8447700" y="5378430"/>
                <a:ext cx="350280" cy="263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4D30AB-99D2-00B9-F53B-D85D8E737A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29700" y="5360790"/>
                  <a:ext cx="385920" cy="299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3067C9C-E27D-2B33-95E4-EBB7A29EB5B1}"/>
              </a:ext>
            </a:extLst>
          </p:cNvPr>
          <p:cNvSpPr txBox="1"/>
          <p:nvPr/>
        </p:nvSpPr>
        <p:spPr>
          <a:xfrm>
            <a:off x="7584069" y="1953260"/>
            <a:ext cx="285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SI: Permeate concentrations.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8A7417-5F16-4B83-8DB5-567BDCBB0E8B}"/>
              </a:ext>
            </a:extLst>
          </p:cNvPr>
          <p:cNvSpPr txBox="1"/>
          <p:nvPr/>
        </p:nvSpPr>
        <p:spPr>
          <a:xfrm>
            <a:off x="184151" y="6181104"/>
            <a:ext cx="285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Retentate concentrations.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584408-F454-DAA8-CE98-F094ED85E17F}"/>
              </a:ext>
            </a:extLst>
          </p:cNvPr>
          <p:cNvSpPr txBox="1"/>
          <p:nvPr/>
        </p:nvSpPr>
        <p:spPr>
          <a:xfrm>
            <a:off x="546605" y="937408"/>
            <a:ext cx="5122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a circle for where the feed is, and a star for the retentate (experiment ended).</a:t>
            </a:r>
          </a:p>
        </p:txBody>
      </p:sp>
    </p:spTree>
    <p:extLst>
      <p:ext uri="{BB962C8B-B14F-4D97-AF65-F5344CB8AC3E}">
        <p14:creationId xmlns:p14="http://schemas.microsoft.com/office/powerpoint/2010/main" val="389751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AE8C-CEE3-0FC2-F9CF-6475F308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1A4F4B-91E7-F7F7-A021-C0A28E152332}"/>
              </a:ext>
            </a:extLst>
          </p:cNvPr>
          <p:cNvSpPr txBox="1"/>
          <p:nvPr/>
        </p:nvSpPr>
        <p:spPr>
          <a:xfrm>
            <a:off x="49853" y="199623"/>
            <a:ext cx="7857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Figure 4: Multic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omponent NaCl, LaCl</a:t>
            </a:r>
            <a:r>
              <a:rPr lang="en-US" sz="2400" b="0" i="0" baseline="-25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Experiments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80D53A-20D8-46CA-8751-A7AE1CE62117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FC90A-CEC0-F6D6-0E40-AADD0D3E8E26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C386BD-75F3-CFA1-9A75-0E265FD0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957C75-80C3-0D3D-C2B5-A5D27439B6A6}"/>
                  </a:ext>
                </a:extLst>
              </p14:cNvPr>
              <p14:cNvContentPartPr/>
              <p14:nvPr/>
            </p14:nvContentPartPr>
            <p14:xfrm>
              <a:off x="8527389" y="3475474"/>
              <a:ext cx="45719" cy="45719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957C75-80C3-0D3D-C2B5-A5D27439B6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9389" y="1235243"/>
                <a:ext cx="81358" cy="45719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09EF98C-A404-368D-C981-D33A05913997}"/>
              </a:ext>
            </a:extLst>
          </p:cNvPr>
          <p:cNvGrpSpPr/>
          <p:nvPr/>
        </p:nvGrpSpPr>
        <p:grpSpPr>
          <a:xfrm>
            <a:off x="7494442" y="483875"/>
            <a:ext cx="2718105" cy="3030122"/>
            <a:chOff x="6484913" y="563696"/>
            <a:chExt cx="4368600" cy="48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3EF7A2C-7786-C58D-5D91-C4A28AFEEFD1}"/>
                    </a:ext>
                  </a:extLst>
                </p14:cNvPr>
                <p14:cNvContentPartPr/>
                <p14:nvPr/>
              </p14:nvContentPartPr>
              <p14:xfrm>
                <a:off x="7693073" y="1487456"/>
                <a:ext cx="48960" cy="3158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3EF7A2C-7786-C58D-5D91-C4A28AFEEFD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64273" y="1458531"/>
                  <a:ext cx="105984" cy="32159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43FCBCA-091B-8814-972B-D2D29A629108}"/>
                    </a:ext>
                  </a:extLst>
                </p14:cNvPr>
                <p14:cNvContentPartPr/>
                <p14:nvPr/>
              </p14:nvContentPartPr>
              <p14:xfrm>
                <a:off x="7044713" y="4426856"/>
                <a:ext cx="3808800" cy="74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43FCBCA-091B-8814-972B-D2D29A62910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15784" y="4398632"/>
                  <a:ext cx="3866080" cy="131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0B0395F-F742-278D-1683-1B3B2B6C3CA7}"/>
                    </a:ext>
                  </a:extLst>
                </p14:cNvPr>
                <p14:cNvContentPartPr/>
                <p14:nvPr/>
              </p14:nvContentPartPr>
              <p14:xfrm>
                <a:off x="6511913" y="2285576"/>
                <a:ext cx="83880" cy="63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0B0395F-F742-278D-1683-1B3B2B6C3CA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82989" y="2256652"/>
                  <a:ext cx="141150" cy="6930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6509B8-085D-C41D-0676-76100EDE9FCF}"/>
                    </a:ext>
                  </a:extLst>
                </p14:cNvPr>
                <p14:cNvContentPartPr/>
                <p14:nvPr/>
              </p14:nvContentPartPr>
              <p14:xfrm>
                <a:off x="6484913" y="2295296"/>
                <a:ext cx="469440" cy="631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6509B8-085D-C41D-0676-76100EDE9F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56007" y="2266384"/>
                  <a:ext cx="526675" cy="6886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3783CDA-068F-930F-7DFF-100C96A90B4B}"/>
                    </a:ext>
                  </a:extLst>
                </p14:cNvPr>
                <p14:cNvContentPartPr/>
                <p14:nvPr/>
              </p14:nvContentPartPr>
              <p14:xfrm>
                <a:off x="8447993" y="4879736"/>
                <a:ext cx="53784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3783CDA-068F-930F-7DFF-100C96A90B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19655" y="4850936"/>
                  <a:ext cx="595094" cy="800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FA6A45-2597-4AE7-4EF5-C64750D99D67}"/>
                    </a:ext>
                  </a:extLst>
                </p14:cNvPr>
                <p14:cNvContentPartPr/>
                <p14:nvPr/>
              </p14:nvContentPartPr>
              <p14:xfrm>
                <a:off x="8742113" y="4921496"/>
                <a:ext cx="50040" cy="378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FA6A45-2597-4AE7-4EF5-C64750D99D6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13354" y="4892553"/>
                  <a:ext cx="106982" cy="4353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BADC2E-9AAC-BB5F-6B65-D91B12E5F20D}"/>
                    </a:ext>
                  </a:extLst>
                </p14:cNvPr>
                <p14:cNvContentPartPr/>
                <p14:nvPr/>
              </p14:nvContentPartPr>
              <p14:xfrm>
                <a:off x="8404073" y="5397416"/>
                <a:ext cx="541440" cy="36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BADC2E-9AAC-BB5F-6B65-D91B12E5F20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75150" y="5368559"/>
                  <a:ext cx="598708" cy="934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41A4C3-3813-5F11-FC96-63A5CBDD4C0C}"/>
                    </a:ext>
                  </a:extLst>
                </p14:cNvPr>
                <p14:cNvContentPartPr/>
                <p14:nvPr/>
              </p14:nvContentPartPr>
              <p14:xfrm>
                <a:off x="9285353" y="5330816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41A4C3-3813-5F11-FC96-63A5CBDD4C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267353" y="531281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394948-3601-AB0B-68B7-A3DDDCC8F56E}"/>
                    </a:ext>
                  </a:extLst>
                </p14:cNvPr>
                <p14:cNvContentPartPr/>
                <p14:nvPr/>
              </p14:nvContentPartPr>
              <p14:xfrm>
                <a:off x="9401633" y="4842296"/>
                <a:ext cx="493560" cy="537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1394948-3601-AB0B-68B7-A3DDDCC8F5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72736" y="4813356"/>
                  <a:ext cx="550776" cy="5944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F99DD0-2881-4796-7E23-F8B672D678C3}"/>
                    </a:ext>
                  </a:extLst>
                </p14:cNvPr>
                <p14:cNvContentPartPr/>
                <p14:nvPr/>
              </p14:nvContentPartPr>
              <p14:xfrm>
                <a:off x="10100033" y="5341256"/>
                <a:ext cx="7560" cy="1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F99DD0-2881-4796-7E23-F8B672D678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071538" y="5313438"/>
                  <a:ext cx="65132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2F2F33-7767-92C6-9899-7FEBA0B215E6}"/>
                    </a:ext>
                  </a:extLst>
                </p14:cNvPr>
                <p14:cNvContentPartPr/>
                <p14:nvPr/>
              </p14:nvContentPartPr>
              <p14:xfrm>
                <a:off x="8097713" y="856376"/>
                <a:ext cx="1130400" cy="3139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2F2F33-7767-92C6-9899-7FEBA0B215E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69366" y="827447"/>
                  <a:ext cx="1187672" cy="3197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188638-F920-08E6-5A0B-3430F8E710B1}"/>
                    </a:ext>
                  </a:extLst>
                </p14:cNvPr>
                <p14:cNvContentPartPr/>
                <p14:nvPr/>
              </p14:nvContentPartPr>
              <p14:xfrm>
                <a:off x="9605033" y="600776"/>
                <a:ext cx="432720" cy="325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188638-F920-08E6-5A0B-3430F8E710B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76108" y="572452"/>
                  <a:ext cx="489992" cy="3826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CF0326-0177-F97C-EF78-C149435EF6D3}"/>
                    </a:ext>
                  </a:extLst>
                </p14:cNvPr>
                <p14:cNvContentPartPr/>
                <p14:nvPr/>
              </p14:nvContentPartPr>
              <p14:xfrm>
                <a:off x="10281473" y="563696"/>
                <a:ext cx="288360" cy="227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CF0326-0177-F97C-EF78-C149435EF6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252579" y="534795"/>
                  <a:ext cx="345570" cy="28438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720ECCB-598F-D0EF-F751-762B7FBFC14C}"/>
              </a:ext>
            </a:extLst>
          </p:cNvPr>
          <p:cNvGrpSpPr/>
          <p:nvPr/>
        </p:nvGrpSpPr>
        <p:grpSpPr>
          <a:xfrm>
            <a:off x="8694124" y="2489999"/>
            <a:ext cx="2325009" cy="230485"/>
            <a:chOff x="8237033" y="3685256"/>
            <a:chExt cx="373680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2DE4E09-D6BE-D5D3-01CE-2E54E562C19D}"/>
                    </a:ext>
                  </a:extLst>
                </p14:cNvPr>
                <p14:cNvContentPartPr/>
                <p14:nvPr/>
              </p14:nvContentPartPr>
              <p14:xfrm>
                <a:off x="8237033" y="3881456"/>
                <a:ext cx="2822760" cy="83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2DE4E09-D6BE-D5D3-01CE-2E54E562C19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08105" y="3852656"/>
                  <a:ext cx="2880037" cy="1405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E3A0F08-484A-CDE3-75AF-CE972D169CB5}"/>
                    </a:ext>
                  </a:extLst>
                </p14:cNvPr>
                <p14:cNvContentPartPr/>
                <p14:nvPr/>
              </p14:nvContentPartPr>
              <p14:xfrm>
                <a:off x="11211353" y="3685256"/>
                <a:ext cx="368640" cy="370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E3A0F08-484A-CDE3-75AF-CE972D169CB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82417" y="3656894"/>
                  <a:ext cx="425933" cy="4277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2DFF96A-0E84-B585-D472-5AB75245E978}"/>
                    </a:ext>
                  </a:extLst>
                </p14:cNvPr>
                <p14:cNvContentPartPr/>
                <p14:nvPr/>
              </p14:nvContentPartPr>
              <p14:xfrm>
                <a:off x="11764673" y="3823496"/>
                <a:ext cx="209160" cy="178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2DFF96A-0E84-B585-D472-5AB75245E97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35783" y="3794545"/>
                  <a:ext cx="266361" cy="23624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6EE0EF6F-B0A1-B9BC-3793-2322D22E75E5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499892" y="581725"/>
            <a:ext cx="3920508" cy="30013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BA87534-C251-D77A-1B41-08545EC41EB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668509" y="3507322"/>
            <a:ext cx="3694544" cy="2828348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964EFC0E-E513-A429-3AC5-48D12F9E1277}"/>
              </a:ext>
            </a:extLst>
          </p:cNvPr>
          <p:cNvGrpSpPr/>
          <p:nvPr/>
        </p:nvGrpSpPr>
        <p:grpSpPr>
          <a:xfrm>
            <a:off x="7402913" y="5758136"/>
            <a:ext cx="2319120" cy="486000"/>
            <a:chOff x="7402913" y="5758136"/>
            <a:chExt cx="231912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99B47A-FC5F-F66F-E19C-E3DF498B1763}"/>
                    </a:ext>
                  </a:extLst>
                </p14:cNvPr>
                <p14:cNvContentPartPr/>
                <p14:nvPr/>
              </p14:nvContentPartPr>
              <p14:xfrm>
                <a:off x="7402913" y="5758136"/>
                <a:ext cx="23040" cy="412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99B47A-FC5F-F66F-E19C-E3DF498B176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85273" y="5740136"/>
                  <a:ext cx="586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004DAF7-B596-D92F-389A-D27B00DDE034}"/>
                    </a:ext>
                  </a:extLst>
                </p14:cNvPr>
                <p14:cNvContentPartPr/>
                <p14:nvPr/>
              </p14:nvContentPartPr>
              <p14:xfrm>
                <a:off x="7486793" y="5816816"/>
                <a:ext cx="258840" cy="266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004DAF7-B596-D92F-389A-D27B00DDE0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69153" y="5799176"/>
                  <a:ext cx="2944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1835853-540D-0456-CF44-61C5773F9872}"/>
                    </a:ext>
                  </a:extLst>
                </p14:cNvPr>
                <p14:cNvContentPartPr/>
                <p14:nvPr/>
              </p14:nvContentPartPr>
              <p14:xfrm>
                <a:off x="8011313" y="5885936"/>
                <a:ext cx="248040" cy="25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1835853-540D-0456-CF44-61C5773F98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993673" y="5867936"/>
                  <a:ext cx="2836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6B3365B-E35B-71BA-265C-B308F21CC341}"/>
                    </a:ext>
                  </a:extLst>
                </p14:cNvPr>
                <p14:cNvContentPartPr/>
                <p14:nvPr/>
              </p14:nvContentPartPr>
              <p14:xfrm>
                <a:off x="8604233" y="5969816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6B3365B-E35B-71BA-265C-B308F21CC3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86233" y="595217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FC67860-EAAD-B5E9-958B-9A18D8F5D441}"/>
                    </a:ext>
                  </a:extLst>
                </p14:cNvPr>
                <p14:cNvContentPartPr/>
                <p14:nvPr/>
              </p14:nvContentPartPr>
              <p14:xfrm>
                <a:off x="8693153" y="6157016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FC67860-EAAD-B5E9-958B-9A18D8F5D4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75153" y="613937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678964-E60E-05A4-682F-CE6C4D62E2BC}"/>
                    </a:ext>
                  </a:extLst>
                </p14:cNvPr>
                <p14:cNvContentPartPr/>
                <p14:nvPr/>
              </p14:nvContentPartPr>
              <p14:xfrm>
                <a:off x="8914913" y="5784056"/>
                <a:ext cx="275040" cy="460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678964-E60E-05A4-682F-CE6C4D62E2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97273" y="5766056"/>
                  <a:ext cx="31068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373325E-DC36-935A-E8C4-265FB0850F23}"/>
                    </a:ext>
                  </a:extLst>
                </p14:cNvPr>
                <p14:cNvContentPartPr/>
                <p14:nvPr/>
              </p14:nvContentPartPr>
              <p14:xfrm>
                <a:off x="9486953" y="5893136"/>
                <a:ext cx="235080" cy="234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373325E-DC36-935A-E8C4-265FB0850F2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69313" y="5875136"/>
                  <a:ext cx="27072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048BEC-41FC-DAF5-993D-FE37DE522AD1}"/>
              </a:ext>
            </a:extLst>
          </p:cNvPr>
          <p:cNvGrpSpPr/>
          <p:nvPr/>
        </p:nvGrpSpPr>
        <p:grpSpPr>
          <a:xfrm>
            <a:off x="10386233" y="5599016"/>
            <a:ext cx="1705680" cy="589320"/>
            <a:chOff x="10386233" y="5599016"/>
            <a:chExt cx="1705680" cy="58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C2E47A0-CB1A-0857-16C6-E1DF9C332081}"/>
                    </a:ext>
                  </a:extLst>
                </p14:cNvPr>
                <p14:cNvContentPartPr/>
                <p14:nvPr/>
              </p14:nvContentPartPr>
              <p14:xfrm>
                <a:off x="10386233" y="5866136"/>
                <a:ext cx="147600" cy="254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C2E47A0-CB1A-0857-16C6-E1DF9C33208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68593" y="5848136"/>
                  <a:ext cx="183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257A9E0-2CDF-41C2-4878-323874F5D65D}"/>
                    </a:ext>
                  </a:extLst>
                </p14:cNvPr>
                <p14:cNvContentPartPr/>
                <p14:nvPr/>
              </p14:nvContentPartPr>
              <p14:xfrm>
                <a:off x="10801673" y="5849936"/>
                <a:ext cx="300960" cy="277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257A9E0-2CDF-41C2-4878-323874F5D65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83673" y="5831936"/>
                  <a:ext cx="336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23C969F-9245-900F-54C7-F9CC31DE3DBE}"/>
                    </a:ext>
                  </a:extLst>
                </p14:cNvPr>
                <p14:cNvContentPartPr/>
                <p14:nvPr/>
              </p14:nvContentPartPr>
              <p14:xfrm>
                <a:off x="11385593" y="5599016"/>
                <a:ext cx="91800" cy="589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23C969F-9245-900F-54C7-F9CC31DE3D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367593" y="5581376"/>
                  <a:ext cx="12744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262E70-478D-54E9-407F-6CD169C0D83D}"/>
                    </a:ext>
                  </a:extLst>
                </p14:cNvPr>
                <p14:cNvContentPartPr/>
                <p14:nvPr/>
              </p14:nvContentPartPr>
              <p14:xfrm>
                <a:off x="11285153" y="5907536"/>
                <a:ext cx="500760" cy="162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262E70-478D-54E9-407F-6CD169C0D83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267513" y="5889896"/>
                  <a:ext cx="536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1E58575-1357-4E31-1896-5603C3607D75}"/>
                    </a:ext>
                  </a:extLst>
                </p14:cNvPr>
                <p14:cNvContentPartPr/>
                <p14:nvPr/>
              </p14:nvContentPartPr>
              <p14:xfrm>
                <a:off x="11745593" y="5649056"/>
                <a:ext cx="36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1E58575-1357-4E31-1896-5603C3607D7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727593" y="56310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3834658-B60C-631E-D22B-966960852A58}"/>
                    </a:ext>
                  </a:extLst>
                </p14:cNvPr>
                <p14:cNvContentPartPr/>
                <p14:nvPr/>
              </p14:nvContentPartPr>
              <p14:xfrm>
                <a:off x="11954033" y="5968016"/>
                <a:ext cx="137880" cy="146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3834658-B60C-631E-D22B-966960852A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936033" y="5950376"/>
                  <a:ext cx="17352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48EC6C6-4556-8FB1-7CB2-CC17EDFA6F3E}"/>
              </a:ext>
            </a:extLst>
          </p:cNvPr>
          <p:cNvGrpSpPr/>
          <p:nvPr/>
        </p:nvGrpSpPr>
        <p:grpSpPr>
          <a:xfrm>
            <a:off x="6328673" y="3943016"/>
            <a:ext cx="3808800" cy="1425240"/>
            <a:chOff x="6328673" y="3943016"/>
            <a:chExt cx="3808800" cy="142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306189-309B-F62A-8F44-950C6716E4E7}"/>
                    </a:ext>
                  </a:extLst>
                </p14:cNvPr>
                <p14:cNvContentPartPr/>
                <p14:nvPr/>
              </p14:nvContentPartPr>
              <p14:xfrm>
                <a:off x="7404713" y="3971816"/>
                <a:ext cx="41400" cy="1396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306189-309B-F62A-8F44-950C6716E4E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86713" y="3953816"/>
                  <a:ext cx="77040" cy="14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0F303CC-B6B1-8981-69D0-676790EC51CF}"/>
                    </a:ext>
                  </a:extLst>
                </p14:cNvPr>
                <p14:cNvContentPartPr/>
                <p14:nvPr/>
              </p14:nvContentPartPr>
              <p14:xfrm>
                <a:off x="6907913" y="5147936"/>
                <a:ext cx="1999440" cy="97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0F303CC-B6B1-8981-69D0-676790EC51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89913" y="5129936"/>
                  <a:ext cx="2035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51B07D-2607-B283-737E-1FB5A1F4FD43}"/>
                    </a:ext>
                  </a:extLst>
                </p14:cNvPr>
                <p14:cNvContentPartPr/>
                <p14:nvPr/>
              </p14:nvContentPartPr>
              <p14:xfrm>
                <a:off x="6426233" y="4315616"/>
                <a:ext cx="24480" cy="306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51B07D-2607-B283-737E-1FB5A1F4FD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08233" y="4297616"/>
                  <a:ext cx="601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22D2BF-77D7-1B84-9FAE-964435E50CCB}"/>
                    </a:ext>
                  </a:extLst>
                </p14:cNvPr>
                <p14:cNvContentPartPr/>
                <p14:nvPr/>
              </p14:nvContentPartPr>
              <p14:xfrm>
                <a:off x="6328673" y="4175576"/>
                <a:ext cx="514080" cy="623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22D2BF-77D7-1B84-9FAE-964435E50CC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11033" y="4157936"/>
                  <a:ext cx="54972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6FB122E-1DEB-5D3A-BBBF-94DDA1A53C1B}"/>
                    </a:ext>
                  </a:extLst>
                </p14:cNvPr>
                <p14:cNvContentPartPr/>
                <p14:nvPr/>
              </p14:nvContentPartPr>
              <p14:xfrm>
                <a:off x="7643033" y="3943016"/>
                <a:ext cx="330480" cy="1020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6FB122E-1DEB-5D3A-BBBF-94DDA1A53C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25033" y="3925016"/>
                  <a:ext cx="366120" cy="10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4CB93E0-D449-7F9F-13F3-D65D6D25ACBA}"/>
                    </a:ext>
                  </a:extLst>
                </p14:cNvPr>
                <p14:cNvContentPartPr/>
                <p14:nvPr/>
              </p14:nvContentPartPr>
              <p14:xfrm>
                <a:off x="7927793" y="4973696"/>
                <a:ext cx="1211760" cy="24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4CB93E0-D449-7F9F-13F3-D65D6D25AC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10153" y="4955696"/>
                  <a:ext cx="1247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B9D373F-5DDA-EC75-FA55-BA1E0B53F936}"/>
                    </a:ext>
                  </a:extLst>
                </p14:cNvPr>
                <p14:cNvContentPartPr/>
                <p14:nvPr/>
              </p14:nvContentPartPr>
              <p14:xfrm>
                <a:off x="9382913" y="4759496"/>
                <a:ext cx="264600" cy="424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B9D373F-5DDA-EC75-FA55-BA1E0B53F9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65273" y="4741856"/>
                  <a:ext cx="3002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D87145B-E93F-B109-D433-FE2233C554AA}"/>
                    </a:ext>
                  </a:extLst>
                </p14:cNvPr>
                <p14:cNvContentPartPr/>
                <p14:nvPr/>
              </p14:nvContentPartPr>
              <p14:xfrm>
                <a:off x="9770993" y="4883696"/>
                <a:ext cx="366480" cy="366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D87145B-E93F-B109-D433-FE2233C554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52993" y="4866056"/>
                  <a:ext cx="40212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9D254E4-994C-18B4-6EC7-A18DAE4F6989}"/>
              </a:ext>
            </a:extLst>
          </p:cNvPr>
          <p:cNvGrpSpPr/>
          <p:nvPr/>
        </p:nvGrpSpPr>
        <p:grpSpPr>
          <a:xfrm>
            <a:off x="7131473" y="3370256"/>
            <a:ext cx="649080" cy="235080"/>
            <a:chOff x="7131473" y="3370256"/>
            <a:chExt cx="64908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C2D77CF-7868-8F4B-43B0-D874E32425C6}"/>
                    </a:ext>
                  </a:extLst>
                </p14:cNvPr>
                <p14:cNvContentPartPr/>
                <p14:nvPr/>
              </p14:nvContentPartPr>
              <p14:xfrm>
                <a:off x="7131473" y="3421376"/>
                <a:ext cx="27360" cy="169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C2D77CF-7868-8F4B-43B0-D874E32425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13833" y="3403376"/>
                  <a:ext cx="63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BFBF50-2D7A-54A4-3A86-57700E86690F}"/>
                    </a:ext>
                  </a:extLst>
                </p14:cNvPr>
                <p14:cNvContentPartPr/>
                <p14:nvPr/>
              </p14:nvContentPartPr>
              <p14:xfrm>
                <a:off x="7213913" y="3413456"/>
                <a:ext cx="219240" cy="191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BFBF50-2D7A-54A4-3A86-57700E8669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95913" y="3395816"/>
                  <a:ext cx="254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2E5937B-F7A1-CED7-1694-1EBC2B7888D6}"/>
                    </a:ext>
                  </a:extLst>
                </p14:cNvPr>
                <p14:cNvContentPartPr/>
                <p14:nvPr/>
              </p14:nvContentPartPr>
              <p14:xfrm>
                <a:off x="7605953" y="3370256"/>
                <a:ext cx="174600" cy="192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2E5937B-F7A1-CED7-1694-1EBC2B7888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87953" y="3352616"/>
                  <a:ext cx="210240" cy="22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5243E806-EB88-D013-ED57-D2C0FB36C178}"/>
              </a:ext>
            </a:extLst>
          </p:cNvPr>
          <p:cNvSpPr txBox="1"/>
          <p:nvPr/>
        </p:nvSpPr>
        <p:spPr>
          <a:xfrm>
            <a:off x="373150" y="942182"/>
            <a:ext cx="217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Plots on the left only have K rejection.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37615FE-A33B-0AC2-D811-EC41698621E0}"/>
              </a:ext>
            </a:extLst>
          </p:cNvPr>
          <p:cNvSpPr txBox="1"/>
          <p:nvPr/>
        </p:nvSpPr>
        <p:spPr>
          <a:xfrm>
            <a:off x="319803" y="1995021"/>
            <a:ext cx="21759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salt NaCl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salt LaCl3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Constant NaCl increasing Lacl3 at conc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Constant NaCl increasing LaCl3 at conc #2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NaCl constant LaCl3 at conc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NaCl constant LaCl3 at conc #2</a:t>
            </a:r>
          </a:p>
        </p:txBody>
      </p:sp>
    </p:spTree>
    <p:extLst>
      <p:ext uri="{BB962C8B-B14F-4D97-AF65-F5344CB8AC3E}">
        <p14:creationId xmlns:p14="http://schemas.microsoft.com/office/powerpoint/2010/main" val="278136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46B1-75C8-A76E-C6F6-1A5BC1B8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DD5BB-2A1A-CE0E-4105-0D51D96F01D3}"/>
              </a:ext>
            </a:extLst>
          </p:cNvPr>
          <p:cNvSpPr txBox="1"/>
          <p:nvPr/>
        </p:nvSpPr>
        <p:spPr>
          <a:xfrm>
            <a:off x="49853" y="199623"/>
            <a:ext cx="7857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Figure 5: Three ion experiments (Na, Ca, La)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AFE02-2009-6B9E-A274-485D489F80CE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9B2B4-C794-C40E-8E73-BFEC0BC015C1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C5E047E-0623-FF3D-3413-FAA924C0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06336-8556-8721-6177-75EA1FDEBB07}"/>
              </a:ext>
            </a:extLst>
          </p:cNvPr>
          <p:cNvSpPr txBox="1"/>
          <p:nvPr/>
        </p:nvSpPr>
        <p:spPr>
          <a:xfrm>
            <a:off x="184150" y="5707137"/>
            <a:ext cx="812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nature papers for membranes</a:t>
            </a:r>
          </a:p>
        </p:txBody>
      </p:sp>
    </p:spTree>
    <p:extLst>
      <p:ext uri="{BB962C8B-B14F-4D97-AF65-F5344CB8AC3E}">
        <p14:creationId xmlns:p14="http://schemas.microsoft.com/office/powerpoint/2010/main" val="2830826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173751</TotalTime>
  <Words>219</Words>
  <Application>Microsoft Office PowerPoint</Application>
  <PresentationFormat>Widescreen</PresentationFormat>
  <Paragraphs>36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On one 05/07/2020</dc:title>
  <dc:creator>Jonathan Ouimet</dc:creator>
  <cp:lastModifiedBy>Laurianne Lair</cp:lastModifiedBy>
  <cp:revision>1235</cp:revision>
  <dcterms:created xsi:type="dcterms:W3CDTF">2020-05-07T13:25:50Z</dcterms:created>
  <dcterms:modified xsi:type="dcterms:W3CDTF">2025-03-31T14:57:23Z</dcterms:modified>
</cp:coreProperties>
</file>