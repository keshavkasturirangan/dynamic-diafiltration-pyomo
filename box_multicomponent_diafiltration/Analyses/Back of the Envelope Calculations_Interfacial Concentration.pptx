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4" r:id="rId1"/>
  </p:sldMasterIdLst>
  <p:notesMasterIdLst>
    <p:notesMasterId r:id="rId22"/>
  </p:notesMasterIdLst>
  <p:sldIdLst>
    <p:sldId id="476" r:id="rId2"/>
    <p:sldId id="776" r:id="rId3"/>
    <p:sldId id="823" r:id="rId4"/>
    <p:sldId id="770" r:id="rId5"/>
    <p:sldId id="771" r:id="rId6"/>
    <p:sldId id="772" r:id="rId7"/>
    <p:sldId id="773" r:id="rId8"/>
    <p:sldId id="781" r:id="rId9"/>
    <p:sldId id="777" r:id="rId10"/>
    <p:sldId id="778" r:id="rId11"/>
    <p:sldId id="779" r:id="rId12"/>
    <p:sldId id="805" r:id="rId13"/>
    <p:sldId id="802" r:id="rId14"/>
    <p:sldId id="797" r:id="rId15"/>
    <p:sldId id="782" r:id="rId16"/>
    <p:sldId id="780" r:id="rId17"/>
    <p:sldId id="785" r:id="rId18"/>
    <p:sldId id="803" r:id="rId19"/>
    <p:sldId id="784" r:id="rId20"/>
    <p:sldId id="78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  <a:srgbClr val="E26FFF"/>
    <a:srgbClr val="FFFFFF"/>
    <a:srgbClr val="D95015"/>
    <a:srgbClr val="D95319"/>
    <a:srgbClr val="7676FF"/>
    <a:srgbClr val="82D0FF"/>
    <a:srgbClr val="FF99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28E992-BF60-4C51-A023-0CB740E3FC37}" v="5" dt="2025-09-10T21:47:29.0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20" autoAdjust="0"/>
    <p:restoredTop sz="94961" autoAdjust="0"/>
  </p:normalViewPr>
  <p:slideViewPr>
    <p:cSldViewPr snapToGrid="0">
      <p:cViewPr varScale="1">
        <p:scale>
          <a:sx n="84" d="100"/>
          <a:sy n="84" d="100"/>
        </p:scale>
        <p:origin x="946" y="3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691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ianne Estrada" userId="877d0e272dd2d022" providerId="LiveId" clId="{040CF046-855B-40D4-AA10-B18205945E28}"/>
    <pc:docChg chg="undo custSel delSld modSld sldOrd">
      <pc:chgData name="Laurianne Estrada" userId="877d0e272dd2d022" providerId="LiveId" clId="{040CF046-855B-40D4-AA10-B18205945E28}" dt="2025-09-10T21:47:47.008" v="263" actId="1076"/>
      <pc:docMkLst>
        <pc:docMk/>
      </pc:docMkLst>
      <pc:sldChg chg="del">
        <pc:chgData name="Laurianne Estrada" userId="877d0e272dd2d022" providerId="LiveId" clId="{040CF046-855B-40D4-AA10-B18205945E28}" dt="2025-09-10T20:23:40.996" v="0" actId="2696"/>
        <pc:sldMkLst>
          <pc:docMk/>
          <pc:sldMk cId="3801132273" sldId="596"/>
        </pc:sldMkLst>
      </pc:sldChg>
      <pc:sldChg chg="del">
        <pc:chgData name="Laurianne Estrada" userId="877d0e272dd2d022" providerId="LiveId" clId="{040CF046-855B-40D4-AA10-B18205945E28}" dt="2025-09-10T20:23:50.905" v="4" actId="2696"/>
        <pc:sldMkLst>
          <pc:docMk/>
          <pc:sldMk cId="1673213355" sldId="766"/>
        </pc:sldMkLst>
      </pc:sldChg>
      <pc:sldChg chg="del">
        <pc:chgData name="Laurianne Estrada" userId="877d0e272dd2d022" providerId="LiveId" clId="{040CF046-855B-40D4-AA10-B18205945E28}" dt="2025-09-10T20:24:23.232" v="8" actId="2696"/>
        <pc:sldMkLst>
          <pc:docMk/>
          <pc:sldMk cId="3689917089" sldId="768"/>
        </pc:sldMkLst>
      </pc:sldChg>
      <pc:sldChg chg="addSp modSp mod">
        <pc:chgData name="Laurianne Estrada" userId="877d0e272dd2d022" providerId="LiveId" clId="{040CF046-855B-40D4-AA10-B18205945E28}" dt="2025-09-10T20:30:05.752" v="68" actId="1076"/>
        <pc:sldMkLst>
          <pc:docMk/>
          <pc:sldMk cId="3567687912" sldId="769"/>
        </pc:sldMkLst>
        <pc:spChg chg="mod">
          <ac:chgData name="Laurianne Estrada" userId="877d0e272dd2d022" providerId="LiveId" clId="{040CF046-855B-40D4-AA10-B18205945E28}" dt="2025-09-10T20:26:44.507" v="47" actId="1076"/>
          <ac:spMkLst>
            <pc:docMk/>
            <pc:sldMk cId="3567687912" sldId="769"/>
            <ac:spMk id="12" creationId="{C14B4C95-C0C9-CF6E-B097-3DB09F367425}"/>
          </ac:spMkLst>
        </pc:spChg>
        <pc:picChg chg="mod">
          <ac:chgData name="Laurianne Estrada" userId="877d0e272dd2d022" providerId="LiveId" clId="{040CF046-855B-40D4-AA10-B18205945E28}" dt="2025-09-10T20:26:46.115" v="48" actId="1076"/>
          <ac:picMkLst>
            <pc:docMk/>
            <pc:sldMk cId="3567687912" sldId="769"/>
            <ac:picMk id="6" creationId="{A373BF54-752F-9762-2FD4-4CCEAE4C5869}"/>
          </ac:picMkLst>
        </pc:picChg>
        <pc:picChg chg="add mod">
          <ac:chgData name="Laurianne Estrada" userId="877d0e272dd2d022" providerId="LiveId" clId="{040CF046-855B-40D4-AA10-B18205945E28}" dt="2025-09-10T20:30:05.752" v="68" actId="1076"/>
          <ac:picMkLst>
            <pc:docMk/>
            <pc:sldMk cId="3567687912" sldId="769"/>
            <ac:picMk id="8" creationId="{B4D69ECF-23E3-CF6F-1A36-4C7D7E2A4941}"/>
          </ac:picMkLst>
        </pc:picChg>
        <pc:picChg chg="mod">
          <ac:chgData name="Laurianne Estrada" userId="877d0e272dd2d022" providerId="LiveId" clId="{040CF046-855B-40D4-AA10-B18205945E28}" dt="2025-09-10T20:26:28.409" v="41" actId="1076"/>
          <ac:picMkLst>
            <pc:docMk/>
            <pc:sldMk cId="3567687912" sldId="769"/>
            <ac:picMk id="10" creationId="{8C0E90E6-8899-6B45-39A1-2EE68F3D1EE0}"/>
          </ac:picMkLst>
        </pc:picChg>
        <pc:picChg chg="mod">
          <ac:chgData name="Laurianne Estrada" userId="877d0e272dd2d022" providerId="LiveId" clId="{040CF046-855B-40D4-AA10-B18205945E28}" dt="2025-09-10T20:26:25.597" v="40" actId="1076"/>
          <ac:picMkLst>
            <pc:docMk/>
            <pc:sldMk cId="3567687912" sldId="769"/>
            <ac:picMk id="13" creationId="{B6C43C6E-CE27-DE8F-A94E-8502926A78C3}"/>
          </ac:picMkLst>
        </pc:picChg>
      </pc:sldChg>
      <pc:sldChg chg="addSp modSp mod">
        <pc:chgData name="Laurianne Estrada" userId="877d0e272dd2d022" providerId="LiveId" clId="{040CF046-855B-40D4-AA10-B18205945E28}" dt="2025-09-10T21:47:47.008" v="263" actId="1076"/>
        <pc:sldMkLst>
          <pc:docMk/>
          <pc:sldMk cId="1745088668" sldId="770"/>
        </pc:sldMkLst>
        <pc:spChg chg="mod">
          <ac:chgData name="Laurianne Estrada" userId="877d0e272dd2d022" providerId="LiveId" clId="{040CF046-855B-40D4-AA10-B18205945E28}" dt="2025-09-10T20:30:47.296" v="76" actId="1076"/>
          <ac:spMkLst>
            <pc:docMk/>
            <pc:sldMk cId="1745088668" sldId="770"/>
            <ac:spMk id="11" creationId="{546C3A51-08D5-4306-7F15-3F5DA621B2D7}"/>
          </ac:spMkLst>
        </pc:spChg>
        <pc:picChg chg="mod">
          <ac:chgData name="Laurianne Estrada" userId="877d0e272dd2d022" providerId="LiveId" clId="{040CF046-855B-40D4-AA10-B18205945E28}" dt="2025-09-10T20:30:54.328" v="77" actId="1076"/>
          <ac:picMkLst>
            <pc:docMk/>
            <pc:sldMk cId="1745088668" sldId="770"/>
            <ac:picMk id="6" creationId="{999CF672-02A7-8B88-7F48-7579C756C205}"/>
          </ac:picMkLst>
        </pc:picChg>
        <pc:picChg chg="mod">
          <ac:chgData name="Laurianne Estrada" userId="877d0e272dd2d022" providerId="LiveId" clId="{040CF046-855B-40D4-AA10-B18205945E28}" dt="2025-09-10T20:30:31.527" v="70" actId="1076"/>
          <ac:picMkLst>
            <pc:docMk/>
            <pc:sldMk cId="1745088668" sldId="770"/>
            <ac:picMk id="8" creationId="{AC318DC7-CC7F-A5C3-B04E-B38214E47B71}"/>
          </ac:picMkLst>
        </pc:picChg>
        <pc:picChg chg="add mod">
          <ac:chgData name="Laurianne Estrada" userId="877d0e272dd2d022" providerId="LiveId" clId="{040CF046-855B-40D4-AA10-B18205945E28}" dt="2025-09-10T21:47:47.008" v="263" actId="1076"/>
          <ac:picMkLst>
            <pc:docMk/>
            <pc:sldMk cId="1745088668" sldId="770"/>
            <ac:picMk id="9" creationId="{352E308A-7D98-8C54-CE8F-8513CC449E54}"/>
          </ac:picMkLst>
        </pc:picChg>
        <pc:picChg chg="mod">
          <ac:chgData name="Laurianne Estrada" userId="877d0e272dd2d022" providerId="LiveId" clId="{040CF046-855B-40D4-AA10-B18205945E28}" dt="2025-09-10T20:30:34.845" v="71" actId="1076"/>
          <ac:picMkLst>
            <pc:docMk/>
            <pc:sldMk cId="1745088668" sldId="770"/>
            <ac:picMk id="12" creationId="{79A863CA-8736-9021-109F-45D84617EB8A}"/>
          </ac:picMkLst>
        </pc:picChg>
      </pc:sldChg>
      <pc:sldChg chg="modSp mod">
        <pc:chgData name="Laurianne Estrada" userId="877d0e272dd2d022" providerId="LiveId" clId="{040CF046-855B-40D4-AA10-B18205945E28}" dt="2025-09-10T20:31:35.369" v="93" actId="1076"/>
        <pc:sldMkLst>
          <pc:docMk/>
          <pc:sldMk cId="1027300638" sldId="771"/>
        </pc:sldMkLst>
        <pc:spChg chg="mod">
          <ac:chgData name="Laurianne Estrada" userId="877d0e272dd2d022" providerId="LiveId" clId="{040CF046-855B-40D4-AA10-B18205945E28}" dt="2025-09-10T20:31:28.945" v="90" actId="1076"/>
          <ac:spMkLst>
            <pc:docMk/>
            <pc:sldMk cId="1027300638" sldId="771"/>
            <ac:spMk id="3" creationId="{50B1DD1D-B2AA-7DB1-5B49-5AE7F4A1C257}"/>
          </ac:spMkLst>
        </pc:spChg>
        <pc:spChg chg="mod">
          <ac:chgData name="Laurianne Estrada" userId="877d0e272dd2d022" providerId="LiveId" clId="{040CF046-855B-40D4-AA10-B18205945E28}" dt="2025-09-10T20:31:31.700" v="92" actId="1076"/>
          <ac:spMkLst>
            <pc:docMk/>
            <pc:sldMk cId="1027300638" sldId="771"/>
            <ac:spMk id="11" creationId="{8843B661-C04F-7A2D-C49A-B69065839EDF}"/>
          </ac:spMkLst>
        </pc:spChg>
        <pc:picChg chg="mod">
          <ac:chgData name="Laurianne Estrada" userId="877d0e272dd2d022" providerId="LiveId" clId="{040CF046-855B-40D4-AA10-B18205945E28}" dt="2025-09-10T20:31:35.369" v="93" actId="1076"/>
          <ac:picMkLst>
            <pc:docMk/>
            <pc:sldMk cId="1027300638" sldId="771"/>
            <ac:picMk id="6" creationId="{AB86B5E1-6684-F98C-2DA1-6ACE4C25353C}"/>
          </ac:picMkLst>
        </pc:picChg>
        <pc:picChg chg="mod">
          <ac:chgData name="Laurianne Estrada" userId="877d0e272dd2d022" providerId="LiveId" clId="{040CF046-855B-40D4-AA10-B18205945E28}" dt="2025-09-10T20:31:13.695" v="83" actId="1076"/>
          <ac:picMkLst>
            <pc:docMk/>
            <pc:sldMk cId="1027300638" sldId="771"/>
            <ac:picMk id="8" creationId="{BDC2AE0B-4627-57AC-4D30-A444AA6A37C3}"/>
          </ac:picMkLst>
        </pc:picChg>
        <pc:picChg chg="mod">
          <ac:chgData name="Laurianne Estrada" userId="877d0e272dd2d022" providerId="LiveId" clId="{040CF046-855B-40D4-AA10-B18205945E28}" dt="2025-09-10T20:31:11.813" v="82" actId="1076"/>
          <ac:picMkLst>
            <pc:docMk/>
            <pc:sldMk cId="1027300638" sldId="771"/>
            <ac:picMk id="12" creationId="{515F7796-E732-51E8-119F-9A4200DFD1F9}"/>
          </ac:picMkLst>
        </pc:picChg>
      </pc:sldChg>
      <pc:sldChg chg="modSp mod">
        <pc:chgData name="Laurianne Estrada" userId="877d0e272dd2d022" providerId="LiveId" clId="{040CF046-855B-40D4-AA10-B18205945E28}" dt="2025-09-10T20:32:10.697" v="105" actId="1076"/>
        <pc:sldMkLst>
          <pc:docMk/>
          <pc:sldMk cId="1648001500" sldId="772"/>
        </pc:sldMkLst>
        <pc:spChg chg="mod">
          <ac:chgData name="Laurianne Estrada" userId="877d0e272dd2d022" providerId="LiveId" clId="{040CF046-855B-40D4-AA10-B18205945E28}" dt="2025-09-10T20:32:00.155" v="102" actId="1076"/>
          <ac:spMkLst>
            <pc:docMk/>
            <pc:sldMk cId="1648001500" sldId="772"/>
            <ac:spMk id="12" creationId="{8DAA5E5E-56A4-8527-B429-01C54E81BFCD}"/>
          </ac:spMkLst>
        </pc:spChg>
        <pc:picChg chg="mod">
          <ac:chgData name="Laurianne Estrada" userId="877d0e272dd2d022" providerId="LiveId" clId="{040CF046-855B-40D4-AA10-B18205945E28}" dt="2025-09-10T20:32:03.370" v="103" actId="1076"/>
          <ac:picMkLst>
            <pc:docMk/>
            <pc:sldMk cId="1648001500" sldId="772"/>
            <ac:picMk id="6" creationId="{9807862F-DD12-18DA-C35E-E3CD0C195BEF}"/>
          </ac:picMkLst>
        </pc:picChg>
        <pc:picChg chg="mod">
          <ac:chgData name="Laurianne Estrada" userId="877d0e272dd2d022" providerId="LiveId" clId="{040CF046-855B-40D4-AA10-B18205945E28}" dt="2025-09-10T20:32:06.777" v="104" actId="1076"/>
          <ac:picMkLst>
            <pc:docMk/>
            <pc:sldMk cId="1648001500" sldId="772"/>
            <ac:picMk id="10" creationId="{7E48260A-3EDA-4706-12B7-157BEE3587CB}"/>
          </ac:picMkLst>
        </pc:picChg>
        <pc:picChg chg="mod">
          <ac:chgData name="Laurianne Estrada" userId="877d0e272dd2d022" providerId="LiveId" clId="{040CF046-855B-40D4-AA10-B18205945E28}" dt="2025-09-10T20:32:10.697" v="105" actId="1076"/>
          <ac:picMkLst>
            <pc:docMk/>
            <pc:sldMk cId="1648001500" sldId="772"/>
            <ac:picMk id="13" creationId="{AFCB4CF9-642E-6150-AA74-DFD29C1B61CB}"/>
          </ac:picMkLst>
        </pc:picChg>
      </pc:sldChg>
      <pc:sldChg chg="modSp mod">
        <pc:chgData name="Laurianne Estrada" userId="877d0e272dd2d022" providerId="LiveId" clId="{040CF046-855B-40D4-AA10-B18205945E28}" dt="2025-09-10T20:32:40.547" v="115" actId="1076"/>
        <pc:sldMkLst>
          <pc:docMk/>
          <pc:sldMk cId="1423840362" sldId="773"/>
        </pc:sldMkLst>
        <pc:spChg chg="mod">
          <ac:chgData name="Laurianne Estrada" userId="877d0e272dd2d022" providerId="LiveId" clId="{040CF046-855B-40D4-AA10-B18205945E28}" dt="2025-09-10T20:32:32.333" v="111" actId="1076"/>
          <ac:spMkLst>
            <pc:docMk/>
            <pc:sldMk cId="1423840362" sldId="773"/>
            <ac:spMk id="11" creationId="{221D0B7F-2159-AE8A-3619-0BC3DF8A51F9}"/>
          </ac:spMkLst>
        </pc:spChg>
        <pc:picChg chg="mod">
          <ac:chgData name="Laurianne Estrada" userId="877d0e272dd2d022" providerId="LiveId" clId="{040CF046-855B-40D4-AA10-B18205945E28}" dt="2025-09-10T20:32:33.529" v="112" actId="1076"/>
          <ac:picMkLst>
            <pc:docMk/>
            <pc:sldMk cId="1423840362" sldId="773"/>
            <ac:picMk id="6" creationId="{CE4FF029-56FD-4BAC-BED6-168022F961ED}"/>
          </ac:picMkLst>
        </pc:picChg>
        <pc:picChg chg="mod">
          <ac:chgData name="Laurianne Estrada" userId="877d0e272dd2d022" providerId="LiveId" clId="{040CF046-855B-40D4-AA10-B18205945E28}" dt="2025-09-10T20:32:40.547" v="115" actId="1076"/>
          <ac:picMkLst>
            <pc:docMk/>
            <pc:sldMk cId="1423840362" sldId="773"/>
            <ac:picMk id="10" creationId="{588D73DE-F085-F604-17E0-56E3DB14D4B6}"/>
          </ac:picMkLst>
        </pc:picChg>
        <pc:picChg chg="mod">
          <ac:chgData name="Laurianne Estrada" userId="877d0e272dd2d022" providerId="LiveId" clId="{040CF046-855B-40D4-AA10-B18205945E28}" dt="2025-09-10T20:32:35.517" v="113" actId="1076"/>
          <ac:picMkLst>
            <pc:docMk/>
            <pc:sldMk cId="1423840362" sldId="773"/>
            <ac:picMk id="13" creationId="{B678AFAB-CD4E-57E0-FEC1-E1CDAAD4113C}"/>
          </ac:picMkLst>
        </pc:picChg>
      </pc:sldChg>
      <pc:sldChg chg="modSp mod">
        <pc:chgData name="Laurianne Estrada" userId="877d0e272dd2d022" providerId="LiveId" clId="{040CF046-855B-40D4-AA10-B18205945E28}" dt="2025-09-10T20:33:50.729" v="137" actId="1076"/>
        <pc:sldMkLst>
          <pc:docMk/>
          <pc:sldMk cId="2395113113" sldId="777"/>
        </pc:sldMkLst>
        <pc:spChg chg="mod">
          <ac:chgData name="Laurianne Estrada" userId="877d0e272dd2d022" providerId="LiveId" clId="{040CF046-855B-40D4-AA10-B18205945E28}" dt="2025-09-10T20:33:36.694" v="132" actId="1076"/>
          <ac:spMkLst>
            <pc:docMk/>
            <pc:sldMk cId="2395113113" sldId="777"/>
            <ac:spMk id="12" creationId="{7FFBF48D-B48E-383E-9E0C-D53E3BA711DB}"/>
          </ac:spMkLst>
        </pc:spChg>
        <pc:picChg chg="mod">
          <ac:chgData name="Laurianne Estrada" userId="877d0e272dd2d022" providerId="LiveId" clId="{040CF046-855B-40D4-AA10-B18205945E28}" dt="2025-09-10T20:33:40.928" v="133" actId="1076"/>
          <ac:picMkLst>
            <pc:docMk/>
            <pc:sldMk cId="2395113113" sldId="777"/>
            <ac:picMk id="6" creationId="{C2B79028-5F8F-454C-C8F7-A1AD779B060F}"/>
          </ac:picMkLst>
        </pc:picChg>
        <pc:picChg chg="mod">
          <ac:chgData name="Laurianne Estrada" userId="877d0e272dd2d022" providerId="LiveId" clId="{040CF046-855B-40D4-AA10-B18205945E28}" dt="2025-09-10T20:33:50.729" v="137" actId="1076"/>
          <ac:picMkLst>
            <pc:docMk/>
            <pc:sldMk cId="2395113113" sldId="777"/>
            <ac:picMk id="9" creationId="{35723002-0165-59C3-BF25-2340B82EDA75}"/>
          </ac:picMkLst>
        </pc:picChg>
        <pc:picChg chg="mod">
          <ac:chgData name="Laurianne Estrada" userId="877d0e272dd2d022" providerId="LiveId" clId="{040CF046-855B-40D4-AA10-B18205945E28}" dt="2025-09-10T20:33:48.278" v="136" actId="1076"/>
          <ac:picMkLst>
            <pc:docMk/>
            <pc:sldMk cId="2395113113" sldId="777"/>
            <ac:picMk id="13" creationId="{EF701CBB-C6DA-40C5-41BF-0772FDA7EA91}"/>
          </ac:picMkLst>
        </pc:picChg>
      </pc:sldChg>
      <pc:sldChg chg="modSp mod">
        <pc:chgData name="Laurianne Estrada" userId="877d0e272dd2d022" providerId="LiveId" clId="{040CF046-855B-40D4-AA10-B18205945E28}" dt="2025-09-10T20:34:52.600" v="156" actId="1076"/>
        <pc:sldMkLst>
          <pc:docMk/>
          <pc:sldMk cId="1940985571" sldId="778"/>
        </pc:sldMkLst>
        <pc:spChg chg="mod">
          <ac:chgData name="Laurianne Estrada" userId="877d0e272dd2d022" providerId="LiveId" clId="{040CF046-855B-40D4-AA10-B18205945E28}" dt="2025-09-10T20:34:44.281" v="153" actId="1076"/>
          <ac:spMkLst>
            <pc:docMk/>
            <pc:sldMk cId="1940985571" sldId="778"/>
            <ac:spMk id="10" creationId="{C1BA17E6-205A-6E60-EFC6-9CF05AE1D15B}"/>
          </ac:spMkLst>
        </pc:spChg>
        <pc:picChg chg="mod">
          <ac:chgData name="Laurianne Estrada" userId="877d0e272dd2d022" providerId="LiveId" clId="{040CF046-855B-40D4-AA10-B18205945E28}" dt="2025-09-10T20:34:46.069" v="154" actId="1076"/>
          <ac:picMkLst>
            <pc:docMk/>
            <pc:sldMk cId="1940985571" sldId="778"/>
            <ac:picMk id="6" creationId="{322216F9-9D16-A812-C39F-3B691F2E25E0}"/>
          </ac:picMkLst>
        </pc:picChg>
        <pc:picChg chg="mod">
          <ac:chgData name="Laurianne Estrada" userId="877d0e272dd2d022" providerId="LiveId" clId="{040CF046-855B-40D4-AA10-B18205945E28}" dt="2025-09-10T20:34:52.600" v="156" actId="1076"/>
          <ac:picMkLst>
            <pc:docMk/>
            <pc:sldMk cId="1940985571" sldId="778"/>
            <ac:picMk id="11" creationId="{4E504645-9660-E362-F7FB-94A40C1C50BD}"/>
          </ac:picMkLst>
        </pc:picChg>
        <pc:picChg chg="mod">
          <ac:chgData name="Laurianne Estrada" userId="877d0e272dd2d022" providerId="LiveId" clId="{040CF046-855B-40D4-AA10-B18205945E28}" dt="2025-09-10T20:34:49.101" v="155" actId="1076"/>
          <ac:picMkLst>
            <pc:docMk/>
            <pc:sldMk cId="1940985571" sldId="778"/>
            <ac:picMk id="13" creationId="{678132FA-1167-72BA-55F4-49886AEDC358}"/>
          </ac:picMkLst>
        </pc:picChg>
      </pc:sldChg>
      <pc:sldChg chg="modSp mod">
        <pc:chgData name="Laurianne Estrada" userId="877d0e272dd2d022" providerId="LiveId" clId="{040CF046-855B-40D4-AA10-B18205945E28}" dt="2025-09-10T20:35:32.211" v="166" actId="1076"/>
        <pc:sldMkLst>
          <pc:docMk/>
          <pc:sldMk cId="998897538" sldId="779"/>
        </pc:sldMkLst>
        <pc:spChg chg="mod">
          <ac:chgData name="Laurianne Estrada" userId="877d0e272dd2d022" providerId="LiveId" clId="{040CF046-855B-40D4-AA10-B18205945E28}" dt="2025-09-10T20:35:30.120" v="165" actId="1076"/>
          <ac:spMkLst>
            <pc:docMk/>
            <pc:sldMk cId="998897538" sldId="779"/>
            <ac:spMk id="10" creationId="{3FACAB8B-13EF-54EE-DF7C-2B7D8E427D20}"/>
          </ac:spMkLst>
        </pc:spChg>
        <pc:picChg chg="mod">
          <ac:chgData name="Laurianne Estrada" userId="877d0e272dd2d022" providerId="LiveId" clId="{040CF046-855B-40D4-AA10-B18205945E28}" dt="2025-09-10T20:35:32.211" v="166" actId="1076"/>
          <ac:picMkLst>
            <pc:docMk/>
            <pc:sldMk cId="998897538" sldId="779"/>
            <ac:picMk id="6" creationId="{F8913FCC-F76D-B73F-9063-5933967C2517}"/>
          </ac:picMkLst>
        </pc:picChg>
        <pc:picChg chg="mod">
          <ac:chgData name="Laurianne Estrada" userId="877d0e272dd2d022" providerId="LiveId" clId="{040CF046-855B-40D4-AA10-B18205945E28}" dt="2025-09-10T20:35:17.685" v="160" actId="1076"/>
          <ac:picMkLst>
            <pc:docMk/>
            <pc:sldMk cId="998897538" sldId="779"/>
            <ac:picMk id="11" creationId="{5A2352E7-378D-7A5D-DADA-C3FB60DE9129}"/>
          </ac:picMkLst>
        </pc:picChg>
        <pc:picChg chg="mod">
          <ac:chgData name="Laurianne Estrada" userId="877d0e272dd2d022" providerId="LiveId" clId="{040CF046-855B-40D4-AA10-B18205945E28}" dt="2025-09-10T20:35:13.472" v="159" actId="1076"/>
          <ac:picMkLst>
            <pc:docMk/>
            <pc:sldMk cId="998897538" sldId="779"/>
            <ac:picMk id="13" creationId="{986934BC-8D65-19D6-06E9-3B0FFCED7063}"/>
          </ac:picMkLst>
        </pc:picChg>
      </pc:sldChg>
      <pc:sldChg chg="modSp mod">
        <pc:chgData name="Laurianne Estrada" userId="877d0e272dd2d022" providerId="LiveId" clId="{040CF046-855B-40D4-AA10-B18205945E28}" dt="2025-09-10T20:37:36.781" v="211" actId="1076"/>
        <pc:sldMkLst>
          <pc:docMk/>
          <pc:sldMk cId="1025095458" sldId="780"/>
        </pc:sldMkLst>
        <pc:spChg chg="mod">
          <ac:chgData name="Laurianne Estrada" userId="877d0e272dd2d022" providerId="LiveId" clId="{040CF046-855B-40D4-AA10-B18205945E28}" dt="2025-09-10T20:37:33.959" v="210" actId="1076"/>
          <ac:spMkLst>
            <pc:docMk/>
            <pc:sldMk cId="1025095458" sldId="780"/>
            <ac:spMk id="14" creationId="{49D59DFA-9971-E85B-C201-B8F3647473E6}"/>
          </ac:spMkLst>
        </pc:spChg>
        <pc:picChg chg="mod">
          <ac:chgData name="Laurianne Estrada" userId="877d0e272dd2d022" providerId="LiveId" clId="{040CF046-855B-40D4-AA10-B18205945E28}" dt="2025-09-10T20:37:36.781" v="211" actId="1076"/>
          <ac:picMkLst>
            <pc:docMk/>
            <pc:sldMk cId="1025095458" sldId="780"/>
            <ac:picMk id="6" creationId="{77D1A0D7-6C7F-8DAA-D41B-AA76F7CE42B8}"/>
          </ac:picMkLst>
        </pc:picChg>
        <pc:picChg chg="mod">
          <ac:chgData name="Laurianne Estrada" userId="877d0e272dd2d022" providerId="LiveId" clId="{040CF046-855B-40D4-AA10-B18205945E28}" dt="2025-09-10T20:37:22.525" v="205" actId="1076"/>
          <ac:picMkLst>
            <pc:docMk/>
            <pc:sldMk cId="1025095458" sldId="780"/>
            <ac:picMk id="9" creationId="{60360FF2-1EEA-F2FC-BC56-92979BD1FC19}"/>
          </ac:picMkLst>
        </pc:picChg>
        <pc:picChg chg="mod">
          <ac:chgData name="Laurianne Estrada" userId="877d0e272dd2d022" providerId="LiveId" clId="{040CF046-855B-40D4-AA10-B18205945E28}" dt="2025-09-10T20:37:20.529" v="204" actId="1076"/>
          <ac:picMkLst>
            <pc:docMk/>
            <pc:sldMk cId="1025095458" sldId="780"/>
            <ac:picMk id="12" creationId="{D1B7A2B5-0840-C870-41D5-9992A4B0FD72}"/>
          </ac:picMkLst>
        </pc:picChg>
      </pc:sldChg>
      <pc:sldChg chg="modSp mod">
        <pc:chgData name="Laurianne Estrada" userId="877d0e272dd2d022" providerId="LiveId" clId="{040CF046-855B-40D4-AA10-B18205945E28}" dt="2025-09-10T20:33:14.235" v="126" actId="1076"/>
        <pc:sldMkLst>
          <pc:docMk/>
          <pc:sldMk cId="1925551288" sldId="781"/>
        </pc:sldMkLst>
        <pc:spChg chg="mod">
          <ac:chgData name="Laurianne Estrada" userId="877d0e272dd2d022" providerId="LiveId" clId="{040CF046-855B-40D4-AA10-B18205945E28}" dt="2025-09-10T20:32:51.153" v="118" actId="1076"/>
          <ac:spMkLst>
            <pc:docMk/>
            <pc:sldMk cId="1925551288" sldId="781"/>
            <ac:spMk id="3" creationId="{3D69074D-6B64-7B04-26D7-263FCDDEF603}"/>
          </ac:spMkLst>
        </pc:spChg>
        <pc:spChg chg="mod">
          <ac:chgData name="Laurianne Estrada" userId="877d0e272dd2d022" providerId="LiveId" clId="{040CF046-855B-40D4-AA10-B18205945E28}" dt="2025-09-10T20:33:04.857" v="123" actId="1076"/>
          <ac:spMkLst>
            <pc:docMk/>
            <pc:sldMk cId="1925551288" sldId="781"/>
            <ac:spMk id="10" creationId="{9B63F858-4840-CE7E-37C8-666452EF0AA8}"/>
          </ac:spMkLst>
        </pc:spChg>
        <pc:picChg chg="mod">
          <ac:chgData name="Laurianne Estrada" userId="877d0e272dd2d022" providerId="LiveId" clId="{040CF046-855B-40D4-AA10-B18205945E28}" dt="2025-09-10T20:33:08.057" v="124" actId="1076"/>
          <ac:picMkLst>
            <pc:docMk/>
            <pc:sldMk cId="1925551288" sldId="781"/>
            <ac:picMk id="6" creationId="{A6ECE744-7086-BE25-FF1D-79661EFB6297}"/>
          </ac:picMkLst>
        </pc:picChg>
        <pc:picChg chg="mod">
          <ac:chgData name="Laurianne Estrada" userId="877d0e272dd2d022" providerId="LiveId" clId="{040CF046-855B-40D4-AA10-B18205945E28}" dt="2025-09-10T20:33:14.235" v="126" actId="1076"/>
          <ac:picMkLst>
            <pc:docMk/>
            <pc:sldMk cId="1925551288" sldId="781"/>
            <ac:picMk id="11" creationId="{ECD61687-5645-24D2-5566-37844562A46E}"/>
          </ac:picMkLst>
        </pc:picChg>
        <pc:picChg chg="mod">
          <ac:chgData name="Laurianne Estrada" userId="877d0e272dd2d022" providerId="LiveId" clId="{040CF046-855B-40D4-AA10-B18205945E28}" dt="2025-09-10T20:33:10.646" v="125" actId="1076"/>
          <ac:picMkLst>
            <pc:docMk/>
            <pc:sldMk cId="1925551288" sldId="781"/>
            <ac:picMk id="13" creationId="{671A0524-41E0-DDC9-4FB1-A88B2FD0E262}"/>
          </ac:picMkLst>
        </pc:picChg>
      </pc:sldChg>
      <pc:sldChg chg="modSp mod">
        <pc:chgData name="Laurianne Estrada" userId="877d0e272dd2d022" providerId="LiveId" clId="{040CF046-855B-40D4-AA10-B18205945E28}" dt="2025-09-10T20:37:10" v="201" actId="1076"/>
        <pc:sldMkLst>
          <pc:docMk/>
          <pc:sldMk cId="2310615587" sldId="782"/>
        </pc:sldMkLst>
        <pc:spChg chg="mod">
          <ac:chgData name="Laurianne Estrada" userId="877d0e272dd2d022" providerId="LiveId" clId="{040CF046-855B-40D4-AA10-B18205945E28}" dt="2025-09-10T20:36:59.273" v="197" actId="1076"/>
          <ac:spMkLst>
            <pc:docMk/>
            <pc:sldMk cId="2310615587" sldId="782"/>
            <ac:spMk id="3" creationId="{45F26CB2-D3F3-6B21-5FA2-2914D2BB3D1D}"/>
          </ac:spMkLst>
        </pc:spChg>
        <pc:spChg chg="mod">
          <ac:chgData name="Laurianne Estrada" userId="877d0e272dd2d022" providerId="LiveId" clId="{040CF046-855B-40D4-AA10-B18205945E28}" dt="2025-09-10T20:37:02.817" v="198" actId="1076"/>
          <ac:spMkLst>
            <pc:docMk/>
            <pc:sldMk cId="2310615587" sldId="782"/>
            <ac:spMk id="6" creationId="{493CA46E-7CD7-1E44-F1D9-0C02DFA73350}"/>
          </ac:spMkLst>
        </pc:spChg>
        <pc:picChg chg="mod">
          <ac:chgData name="Laurianne Estrada" userId="877d0e272dd2d022" providerId="LiveId" clId="{040CF046-855B-40D4-AA10-B18205945E28}" dt="2025-09-10T20:37:04.989" v="199" actId="1076"/>
          <ac:picMkLst>
            <pc:docMk/>
            <pc:sldMk cId="2310615587" sldId="782"/>
            <ac:picMk id="8" creationId="{627B7036-5DFD-60E4-FA26-E232EAB4A898}"/>
          </ac:picMkLst>
        </pc:picChg>
        <pc:picChg chg="mod">
          <ac:chgData name="Laurianne Estrada" userId="877d0e272dd2d022" providerId="LiveId" clId="{040CF046-855B-40D4-AA10-B18205945E28}" dt="2025-09-10T20:37:10" v="201" actId="1076"/>
          <ac:picMkLst>
            <pc:docMk/>
            <pc:sldMk cId="2310615587" sldId="782"/>
            <ac:picMk id="9" creationId="{E84D1465-1595-C203-094E-4B4C58D064B2}"/>
          </ac:picMkLst>
        </pc:picChg>
        <pc:picChg chg="mod">
          <ac:chgData name="Laurianne Estrada" userId="877d0e272dd2d022" providerId="LiveId" clId="{040CF046-855B-40D4-AA10-B18205945E28}" dt="2025-09-10T20:37:07.775" v="200" actId="1076"/>
          <ac:picMkLst>
            <pc:docMk/>
            <pc:sldMk cId="2310615587" sldId="782"/>
            <ac:picMk id="12" creationId="{C2CA6E99-53A4-6E73-1126-886387DA736A}"/>
          </ac:picMkLst>
        </pc:picChg>
      </pc:sldChg>
      <pc:sldChg chg="del">
        <pc:chgData name="Laurianne Estrada" userId="877d0e272dd2d022" providerId="LiveId" clId="{040CF046-855B-40D4-AA10-B18205945E28}" dt="2025-09-10T20:24:55.977" v="12" actId="2696"/>
        <pc:sldMkLst>
          <pc:docMk/>
          <pc:sldMk cId="2038159940" sldId="783"/>
        </pc:sldMkLst>
      </pc:sldChg>
      <pc:sldChg chg="modSp mod">
        <pc:chgData name="Laurianne Estrada" userId="877d0e272dd2d022" providerId="LiveId" clId="{040CF046-855B-40D4-AA10-B18205945E28}" dt="2025-09-10T20:39:17.061" v="238" actId="1076"/>
        <pc:sldMkLst>
          <pc:docMk/>
          <pc:sldMk cId="2552188440" sldId="784"/>
        </pc:sldMkLst>
        <pc:spChg chg="mod">
          <ac:chgData name="Laurianne Estrada" userId="877d0e272dd2d022" providerId="LiveId" clId="{040CF046-855B-40D4-AA10-B18205945E28}" dt="2025-09-10T20:39:05.696" v="235" actId="1076"/>
          <ac:spMkLst>
            <pc:docMk/>
            <pc:sldMk cId="2552188440" sldId="784"/>
            <ac:spMk id="10" creationId="{EF9E5D4B-2475-97CF-C3F7-A738E94E2AAE}"/>
          </ac:spMkLst>
        </pc:spChg>
        <pc:picChg chg="mod">
          <ac:chgData name="Laurianne Estrada" userId="877d0e272dd2d022" providerId="LiveId" clId="{040CF046-855B-40D4-AA10-B18205945E28}" dt="2025-09-10T20:39:08.112" v="236" actId="1076"/>
          <ac:picMkLst>
            <pc:docMk/>
            <pc:sldMk cId="2552188440" sldId="784"/>
            <ac:picMk id="6" creationId="{B9B1690C-F72F-946F-883E-06BB58FD755B}"/>
          </ac:picMkLst>
        </pc:picChg>
        <pc:picChg chg="mod">
          <ac:chgData name="Laurianne Estrada" userId="877d0e272dd2d022" providerId="LiveId" clId="{040CF046-855B-40D4-AA10-B18205945E28}" dt="2025-09-10T20:39:17.061" v="238" actId="1076"/>
          <ac:picMkLst>
            <pc:docMk/>
            <pc:sldMk cId="2552188440" sldId="784"/>
            <ac:picMk id="11" creationId="{4F5DAE38-C2BB-B049-E040-294F7DA311B4}"/>
          </ac:picMkLst>
        </pc:picChg>
        <pc:picChg chg="mod">
          <ac:chgData name="Laurianne Estrada" userId="877d0e272dd2d022" providerId="LiveId" clId="{040CF046-855B-40D4-AA10-B18205945E28}" dt="2025-09-10T20:39:11.012" v="237" actId="1076"/>
          <ac:picMkLst>
            <pc:docMk/>
            <pc:sldMk cId="2552188440" sldId="784"/>
            <ac:picMk id="13" creationId="{5B511581-6812-CCC7-E7ED-E6BCF4AF8BC5}"/>
          </ac:picMkLst>
        </pc:picChg>
      </pc:sldChg>
      <pc:sldChg chg="modSp mod">
        <pc:chgData name="Laurianne Estrada" userId="877d0e272dd2d022" providerId="LiveId" clId="{040CF046-855B-40D4-AA10-B18205945E28}" dt="2025-09-10T20:38:12.413" v="220" actId="1076"/>
        <pc:sldMkLst>
          <pc:docMk/>
          <pc:sldMk cId="3576976566" sldId="785"/>
        </pc:sldMkLst>
        <pc:spChg chg="mod">
          <ac:chgData name="Laurianne Estrada" userId="877d0e272dd2d022" providerId="LiveId" clId="{040CF046-855B-40D4-AA10-B18205945E28}" dt="2025-09-10T20:37:56.827" v="217" actId="1076"/>
          <ac:spMkLst>
            <pc:docMk/>
            <pc:sldMk cId="3576976566" sldId="785"/>
            <ac:spMk id="10" creationId="{A5CEF2CF-7940-F4DF-788C-C81908217410}"/>
          </ac:spMkLst>
        </pc:spChg>
        <pc:picChg chg="mod">
          <ac:chgData name="Laurianne Estrada" userId="877d0e272dd2d022" providerId="LiveId" clId="{040CF046-855B-40D4-AA10-B18205945E28}" dt="2025-09-10T20:38:02.483" v="218" actId="1076"/>
          <ac:picMkLst>
            <pc:docMk/>
            <pc:sldMk cId="3576976566" sldId="785"/>
            <ac:picMk id="6" creationId="{7506DD0F-8A0B-2801-82C4-478B06CEF409}"/>
          </ac:picMkLst>
        </pc:picChg>
        <pc:picChg chg="mod">
          <ac:chgData name="Laurianne Estrada" userId="877d0e272dd2d022" providerId="LiveId" clId="{040CF046-855B-40D4-AA10-B18205945E28}" dt="2025-09-10T20:38:12.413" v="220" actId="1076"/>
          <ac:picMkLst>
            <pc:docMk/>
            <pc:sldMk cId="3576976566" sldId="785"/>
            <ac:picMk id="11" creationId="{1746A18E-5D0B-3AC7-0864-FDBB186C822D}"/>
          </ac:picMkLst>
        </pc:picChg>
        <pc:picChg chg="mod">
          <ac:chgData name="Laurianne Estrada" userId="877d0e272dd2d022" providerId="LiveId" clId="{040CF046-855B-40D4-AA10-B18205945E28}" dt="2025-09-10T20:38:08.268" v="219" actId="1076"/>
          <ac:picMkLst>
            <pc:docMk/>
            <pc:sldMk cId="3576976566" sldId="785"/>
            <ac:picMk id="13" creationId="{BE048B30-6771-8E9B-F02A-96D4F63D4037}"/>
          </ac:picMkLst>
        </pc:picChg>
      </pc:sldChg>
      <pc:sldChg chg="del">
        <pc:chgData name="Laurianne Estrada" userId="877d0e272dd2d022" providerId="LiveId" clId="{040CF046-855B-40D4-AA10-B18205945E28}" dt="2025-09-10T20:24:59.372" v="13" actId="2696"/>
        <pc:sldMkLst>
          <pc:docMk/>
          <pc:sldMk cId="1094125999" sldId="786"/>
        </pc:sldMkLst>
      </pc:sldChg>
      <pc:sldChg chg="modSp mod">
        <pc:chgData name="Laurianne Estrada" userId="877d0e272dd2d022" providerId="LiveId" clId="{040CF046-855B-40D4-AA10-B18205945E28}" dt="2025-09-10T20:39:46.135" v="247" actId="1076"/>
        <pc:sldMkLst>
          <pc:docMk/>
          <pc:sldMk cId="1553547573" sldId="787"/>
        </pc:sldMkLst>
        <pc:spChg chg="mod">
          <ac:chgData name="Laurianne Estrada" userId="877d0e272dd2d022" providerId="LiveId" clId="{040CF046-855B-40D4-AA10-B18205945E28}" dt="2025-09-10T20:39:38.851" v="244" actId="1076"/>
          <ac:spMkLst>
            <pc:docMk/>
            <pc:sldMk cId="1553547573" sldId="787"/>
            <ac:spMk id="10" creationId="{669F52FC-541F-D21D-3680-59C79A000176}"/>
          </ac:spMkLst>
        </pc:spChg>
        <pc:picChg chg="mod">
          <ac:chgData name="Laurianne Estrada" userId="877d0e272dd2d022" providerId="LiveId" clId="{040CF046-855B-40D4-AA10-B18205945E28}" dt="2025-09-10T20:39:40.403" v="245" actId="1076"/>
          <ac:picMkLst>
            <pc:docMk/>
            <pc:sldMk cId="1553547573" sldId="787"/>
            <ac:picMk id="6" creationId="{C3E10901-B180-0AE9-E313-32246EFA0F34}"/>
          </ac:picMkLst>
        </pc:picChg>
        <pc:picChg chg="mod">
          <ac:chgData name="Laurianne Estrada" userId="877d0e272dd2d022" providerId="LiveId" clId="{040CF046-855B-40D4-AA10-B18205945E28}" dt="2025-09-10T20:39:46.135" v="247" actId="1076"/>
          <ac:picMkLst>
            <pc:docMk/>
            <pc:sldMk cId="1553547573" sldId="787"/>
            <ac:picMk id="11" creationId="{A882B6C4-F165-8102-BE7E-1C2F20D0AC8F}"/>
          </ac:picMkLst>
        </pc:picChg>
        <pc:picChg chg="mod">
          <ac:chgData name="Laurianne Estrada" userId="877d0e272dd2d022" providerId="LiveId" clId="{040CF046-855B-40D4-AA10-B18205945E28}" dt="2025-09-10T20:39:42.709" v="246" actId="1076"/>
          <ac:picMkLst>
            <pc:docMk/>
            <pc:sldMk cId="1553547573" sldId="787"/>
            <ac:picMk id="13" creationId="{7FF7A297-E489-0F1D-CB97-F4EC85087975}"/>
          </ac:picMkLst>
        </pc:picChg>
      </pc:sldChg>
      <pc:sldChg chg="del">
        <pc:chgData name="Laurianne Estrada" userId="877d0e272dd2d022" providerId="LiveId" clId="{040CF046-855B-40D4-AA10-B18205945E28}" dt="2025-09-10T20:24:59.372" v="13" actId="2696"/>
        <pc:sldMkLst>
          <pc:docMk/>
          <pc:sldMk cId="1747140573" sldId="789"/>
        </pc:sldMkLst>
      </pc:sldChg>
      <pc:sldChg chg="del">
        <pc:chgData name="Laurianne Estrada" userId="877d0e272dd2d022" providerId="LiveId" clId="{040CF046-855B-40D4-AA10-B18205945E28}" dt="2025-09-10T20:23:47.312" v="3" actId="2696"/>
        <pc:sldMkLst>
          <pc:docMk/>
          <pc:sldMk cId="573651141" sldId="790"/>
        </pc:sldMkLst>
      </pc:sldChg>
      <pc:sldChg chg="del">
        <pc:chgData name="Laurianne Estrada" userId="877d0e272dd2d022" providerId="LiveId" clId="{040CF046-855B-40D4-AA10-B18205945E28}" dt="2025-09-10T20:23:55.694" v="5" actId="2696"/>
        <pc:sldMkLst>
          <pc:docMk/>
          <pc:sldMk cId="3718719549" sldId="791"/>
        </pc:sldMkLst>
      </pc:sldChg>
      <pc:sldChg chg="addSp modSp mod">
        <pc:chgData name="Laurianne Estrada" userId="877d0e272dd2d022" providerId="LiveId" clId="{040CF046-855B-40D4-AA10-B18205945E28}" dt="2025-09-10T20:30:03.379" v="67" actId="1076"/>
        <pc:sldMkLst>
          <pc:docMk/>
          <pc:sldMk cId="1749466171" sldId="792"/>
        </pc:sldMkLst>
        <pc:spChg chg="mod">
          <ac:chgData name="Laurianne Estrada" userId="877d0e272dd2d022" providerId="LiveId" clId="{040CF046-855B-40D4-AA10-B18205945E28}" dt="2025-09-10T20:25:59.165" v="32" actId="1076"/>
          <ac:spMkLst>
            <pc:docMk/>
            <pc:sldMk cId="1749466171" sldId="792"/>
            <ac:spMk id="3" creationId="{45F0EAA1-5374-83DB-B4AD-4DE23AFBD26B}"/>
          </ac:spMkLst>
        </pc:spChg>
        <pc:spChg chg="mod">
          <ac:chgData name="Laurianne Estrada" userId="877d0e272dd2d022" providerId="LiveId" clId="{040CF046-855B-40D4-AA10-B18205945E28}" dt="2025-09-10T20:26:13.031" v="37" actId="1076"/>
          <ac:spMkLst>
            <pc:docMk/>
            <pc:sldMk cId="1749466171" sldId="792"/>
            <ac:spMk id="10" creationId="{92D2F77F-474B-487D-B845-0178434B5D82}"/>
          </ac:spMkLst>
        </pc:spChg>
        <pc:picChg chg="mod">
          <ac:chgData name="Laurianne Estrada" userId="877d0e272dd2d022" providerId="LiveId" clId="{040CF046-855B-40D4-AA10-B18205945E28}" dt="2025-09-10T20:26:14.823" v="38" actId="1076"/>
          <ac:picMkLst>
            <pc:docMk/>
            <pc:sldMk cId="1749466171" sldId="792"/>
            <ac:picMk id="6" creationId="{AE85C712-2850-CBFA-B740-04DE1EE2E46B}"/>
          </ac:picMkLst>
        </pc:picChg>
        <pc:picChg chg="add mod">
          <ac:chgData name="Laurianne Estrada" userId="877d0e272dd2d022" providerId="LiveId" clId="{040CF046-855B-40D4-AA10-B18205945E28}" dt="2025-09-10T20:30:03.379" v="67" actId="1076"/>
          <ac:picMkLst>
            <pc:docMk/>
            <pc:sldMk cId="1749466171" sldId="792"/>
            <ac:picMk id="8" creationId="{4E3C48F4-2AF2-BECB-16C4-A8E22DC144AC}"/>
          </ac:picMkLst>
        </pc:picChg>
        <pc:picChg chg="mod">
          <ac:chgData name="Laurianne Estrada" userId="877d0e272dd2d022" providerId="LiveId" clId="{040CF046-855B-40D4-AA10-B18205945E28}" dt="2025-09-10T20:25:57.466" v="30" actId="1076"/>
          <ac:picMkLst>
            <pc:docMk/>
            <pc:sldMk cId="1749466171" sldId="792"/>
            <ac:picMk id="11" creationId="{9D26C76C-A43B-EB1E-4239-F81660947C37}"/>
          </ac:picMkLst>
        </pc:picChg>
        <pc:picChg chg="mod">
          <ac:chgData name="Laurianne Estrada" userId="877d0e272dd2d022" providerId="LiveId" clId="{040CF046-855B-40D4-AA10-B18205945E28}" dt="2025-09-10T20:25:54.515" v="29" actId="1076"/>
          <ac:picMkLst>
            <pc:docMk/>
            <pc:sldMk cId="1749466171" sldId="792"/>
            <ac:picMk id="13" creationId="{DDC30BD6-FAFD-A46C-7303-21940690057E}"/>
          </ac:picMkLst>
        </pc:picChg>
      </pc:sldChg>
      <pc:sldChg chg="del">
        <pc:chgData name="Laurianne Estrada" userId="877d0e272dd2d022" providerId="LiveId" clId="{040CF046-855B-40D4-AA10-B18205945E28}" dt="2025-09-10T20:24:30.547" v="9" actId="2696"/>
        <pc:sldMkLst>
          <pc:docMk/>
          <pc:sldMk cId="446650543" sldId="793"/>
        </pc:sldMkLst>
      </pc:sldChg>
      <pc:sldChg chg="del">
        <pc:chgData name="Laurianne Estrada" userId="877d0e272dd2d022" providerId="LiveId" clId="{040CF046-855B-40D4-AA10-B18205945E28}" dt="2025-09-10T20:24:23.232" v="8" actId="2696"/>
        <pc:sldMkLst>
          <pc:docMk/>
          <pc:sldMk cId="2101297977" sldId="794"/>
        </pc:sldMkLst>
      </pc:sldChg>
      <pc:sldChg chg="del">
        <pc:chgData name="Laurianne Estrada" userId="877d0e272dd2d022" providerId="LiveId" clId="{040CF046-855B-40D4-AA10-B18205945E28}" dt="2025-09-10T20:24:00.809" v="6" actId="2696"/>
        <pc:sldMkLst>
          <pc:docMk/>
          <pc:sldMk cId="717405659" sldId="795"/>
        </pc:sldMkLst>
      </pc:sldChg>
      <pc:sldChg chg="del">
        <pc:chgData name="Laurianne Estrada" userId="877d0e272dd2d022" providerId="LiveId" clId="{040CF046-855B-40D4-AA10-B18205945E28}" dt="2025-09-10T20:24:43.509" v="10" actId="2696"/>
        <pc:sldMkLst>
          <pc:docMk/>
          <pc:sldMk cId="1714346631" sldId="796"/>
        </pc:sldMkLst>
      </pc:sldChg>
      <pc:sldChg chg="modSp mod">
        <pc:chgData name="Laurianne Estrada" userId="877d0e272dd2d022" providerId="LiveId" clId="{040CF046-855B-40D4-AA10-B18205945E28}" dt="2025-09-10T20:40:10.179" v="256" actId="1076"/>
        <pc:sldMkLst>
          <pc:docMk/>
          <pc:sldMk cId="3890730616" sldId="797"/>
        </pc:sldMkLst>
        <pc:spChg chg="mod">
          <ac:chgData name="Laurianne Estrada" userId="877d0e272dd2d022" providerId="LiveId" clId="{040CF046-855B-40D4-AA10-B18205945E28}" dt="2025-09-10T20:40:01.677" v="253" actId="1076"/>
          <ac:spMkLst>
            <pc:docMk/>
            <pc:sldMk cId="3890730616" sldId="797"/>
            <ac:spMk id="12" creationId="{DE382F82-86E5-13C4-10EB-A29ADBBD3B54}"/>
          </ac:spMkLst>
        </pc:spChg>
        <pc:picChg chg="mod">
          <ac:chgData name="Laurianne Estrada" userId="877d0e272dd2d022" providerId="LiveId" clId="{040CF046-855B-40D4-AA10-B18205945E28}" dt="2025-09-10T20:40:03.807" v="254" actId="1076"/>
          <ac:picMkLst>
            <pc:docMk/>
            <pc:sldMk cId="3890730616" sldId="797"/>
            <ac:picMk id="6" creationId="{BFFC9B02-4190-3455-02E2-50FDFAA77F0B}"/>
          </ac:picMkLst>
        </pc:picChg>
        <pc:picChg chg="mod">
          <ac:chgData name="Laurianne Estrada" userId="877d0e272dd2d022" providerId="LiveId" clId="{040CF046-855B-40D4-AA10-B18205945E28}" dt="2025-09-10T20:40:10.179" v="256" actId="1076"/>
          <ac:picMkLst>
            <pc:docMk/>
            <pc:sldMk cId="3890730616" sldId="797"/>
            <ac:picMk id="9" creationId="{AB32745F-E235-D05E-07D1-82BCD24DABF6}"/>
          </ac:picMkLst>
        </pc:picChg>
        <pc:picChg chg="mod">
          <ac:chgData name="Laurianne Estrada" userId="877d0e272dd2d022" providerId="LiveId" clId="{040CF046-855B-40D4-AA10-B18205945E28}" dt="2025-09-10T20:40:05.985" v="255" actId="1076"/>
          <ac:picMkLst>
            <pc:docMk/>
            <pc:sldMk cId="3890730616" sldId="797"/>
            <ac:picMk id="13" creationId="{AED7F912-12CD-760C-449E-5C97EA40F992}"/>
          </ac:picMkLst>
        </pc:picChg>
      </pc:sldChg>
      <pc:sldChg chg="addSp modSp mod">
        <pc:chgData name="Laurianne Estrada" userId="877d0e272dd2d022" providerId="LiveId" clId="{040CF046-855B-40D4-AA10-B18205945E28}" dt="2025-09-10T20:34:11.867" v="147" actId="171"/>
        <pc:sldMkLst>
          <pc:docMk/>
          <pc:sldMk cId="2687614788" sldId="798"/>
        </pc:sldMkLst>
        <pc:spChg chg="add mod ord">
          <ac:chgData name="Laurianne Estrada" userId="877d0e272dd2d022" providerId="LiveId" clId="{040CF046-855B-40D4-AA10-B18205945E28}" dt="2025-09-10T20:34:11.867" v="147" actId="171"/>
          <ac:spMkLst>
            <pc:docMk/>
            <pc:sldMk cId="2687614788" sldId="798"/>
            <ac:spMk id="8" creationId="{5930CF38-42BF-A44E-E944-45F787D75F0D}"/>
          </ac:spMkLst>
        </pc:spChg>
        <pc:spChg chg="add mod">
          <ac:chgData name="Laurianne Estrada" userId="877d0e272dd2d022" providerId="LiveId" clId="{040CF046-855B-40D4-AA10-B18205945E28}" dt="2025-09-10T20:34:03.073" v="138"/>
          <ac:spMkLst>
            <pc:docMk/>
            <pc:sldMk cId="2687614788" sldId="798"/>
            <ac:spMk id="9" creationId="{B3092AD5-F64D-E71D-2B07-D4529329254D}"/>
          </ac:spMkLst>
        </pc:spChg>
        <pc:spChg chg="mod">
          <ac:chgData name="Laurianne Estrada" userId="877d0e272dd2d022" providerId="LiveId" clId="{040CF046-855B-40D4-AA10-B18205945E28}" dt="2025-09-10T20:25:38.197" v="25" actId="1076"/>
          <ac:spMkLst>
            <pc:docMk/>
            <pc:sldMk cId="2687614788" sldId="798"/>
            <ac:spMk id="11" creationId="{739806A4-42B9-CA6A-A504-3C0F472FF87F}"/>
          </ac:spMkLst>
        </pc:spChg>
        <pc:picChg chg="mod">
          <ac:chgData name="Laurianne Estrada" userId="877d0e272dd2d022" providerId="LiveId" clId="{040CF046-855B-40D4-AA10-B18205945E28}" dt="2025-09-10T20:25:40.982" v="26" actId="1076"/>
          <ac:picMkLst>
            <pc:docMk/>
            <pc:sldMk cId="2687614788" sldId="798"/>
            <ac:picMk id="2" creationId="{51F93DBA-516D-2A61-FA1E-C53F40B0CFD6}"/>
          </ac:picMkLst>
        </pc:picChg>
        <pc:picChg chg="add mod">
          <ac:chgData name="Laurianne Estrada" userId="877d0e272dd2d022" providerId="LiveId" clId="{040CF046-855B-40D4-AA10-B18205945E28}" dt="2025-09-10T20:30:01.232" v="66" actId="1076"/>
          <ac:picMkLst>
            <pc:docMk/>
            <pc:sldMk cId="2687614788" sldId="798"/>
            <ac:picMk id="6" creationId="{AFA2448B-391F-EC57-7279-9BE29BDE4B9A}"/>
          </ac:picMkLst>
        </pc:picChg>
        <pc:picChg chg="mod">
          <ac:chgData name="Laurianne Estrada" userId="877d0e272dd2d022" providerId="LiveId" clId="{040CF046-855B-40D4-AA10-B18205945E28}" dt="2025-09-10T20:25:20.395" v="17" actId="1076"/>
          <ac:picMkLst>
            <pc:docMk/>
            <pc:sldMk cId="2687614788" sldId="798"/>
            <ac:picMk id="7" creationId="{CE0981A3-7FD7-3685-9D85-AD48C1E5F593}"/>
          </ac:picMkLst>
        </pc:picChg>
        <pc:picChg chg="mod">
          <ac:chgData name="Laurianne Estrada" userId="877d0e272dd2d022" providerId="LiveId" clId="{040CF046-855B-40D4-AA10-B18205945E28}" dt="2025-09-10T20:25:10.577" v="15" actId="1076"/>
          <ac:picMkLst>
            <pc:docMk/>
            <pc:sldMk cId="2687614788" sldId="798"/>
            <ac:picMk id="10" creationId="{15310BC8-F2E8-6879-54FE-2031B53239BB}"/>
          </ac:picMkLst>
        </pc:picChg>
      </pc:sldChg>
      <pc:sldChg chg="del">
        <pc:chgData name="Laurianne Estrada" userId="877d0e272dd2d022" providerId="LiveId" clId="{040CF046-855B-40D4-AA10-B18205945E28}" dt="2025-09-10T20:24:13.249" v="7" actId="2696"/>
        <pc:sldMkLst>
          <pc:docMk/>
          <pc:sldMk cId="2884958175" sldId="799"/>
        </pc:sldMkLst>
      </pc:sldChg>
      <pc:sldChg chg="del">
        <pc:chgData name="Laurianne Estrada" userId="877d0e272dd2d022" providerId="LiveId" clId="{040CF046-855B-40D4-AA10-B18205945E28}" dt="2025-09-10T20:24:13.249" v="7" actId="2696"/>
        <pc:sldMkLst>
          <pc:docMk/>
          <pc:sldMk cId="4192578195" sldId="800"/>
        </pc:sldMkLst>
      </pc:sldChg>
      <pc:sldChg chg="del">
        <pc:chgData name="Laurianne Estrada" userId="877d0e272dd2d022" providerId="LiveId" clId="{040CF046-855B-40D4-AA10-B18205945E28}" dt="2025-09-10T20:24:52.205" v="11" actId="2696"/>
        <pc:sldMkLst>
          <pc:docMk/>
          <pc:sldMk cId="4040968902" sldId="801"/>
        </pc:sldMkLst>
      </pc:sldChg>
      <pc:sldChg chg="modSp mod">
        <pc:chgData name="Laurianne Estrada" userId="877d0e272dd2d022" providerId="LiveId" clId="{040CF046-855B-40D4-AA10-B18205945E28}" dt="2025-09-10T20:36:34.169" v="189" actId="1076"/>
        <pc:sldMkLst>
          <pc:docMk/>
          <pc:sldMk cId="1886842686" sldId="802"/>
        </pc:sldMkLst>
        <pc:spChg chg="mod">
          <ac:chgData name="Laurianne Estrada" userId="877d0e272dd2d022" providerId="LiveId" clId="{040CF046-855B-40D4-AA10-B18205945E28}" dt="2025-09-10T20:36:31.991" v="188" actId="1076"/>
          <ac:spMkLst>
            <pc:docMk/>
            <pc:sldMk cId="1886842686" sldId="802"/>
            <ac:spMk id="10" creationId="{F0ADD7A0-4D88-956F-BDBC-A3430572B735}"/>
          </ac:spMkLst>
        </pc:spChg>
        <pc:picChg chg="mod">
          <ac:chgData name="Laurianne Estrada" userId="877d0e272dd2d022" providerId="LiveId" clId="{040CF046-855B-40D4-AA10-B18205945E28}" dt="2025-09-10T20:36:14.743" v="182" actId="1076"/>
          <ac:picMkLst>
            <pc:docMk/>
            <pc:sldMk cId="1886842686" sldId="802"/>
            <ac:picMk id="6" creationId="{13A7C985-0A95-98DA-A76A-31288F9AC5E1}"/>
          </ac:picMkLst>
        </pc:picChg>
        <pc:picChg chg="mod">
          <ac:chgData name="Laurianne Estrada" userId="877d0e272dd2d022" providerId="LiveId" clId="{040CF046-855B-40D4-AA10-B18205945E28}" dt="2025-09-10T20:36:17.901" v="183" actId="1076"/>
          <ac:picMkLst>
            <pc:docMk/>
            <pc:sldMk cId="1886842686" sldId="802"/>
            <ac:picMk id="9" creationId="{9743F5D2-1295-7F6F-D041-76F7B2DE3534}"/>
          </ac:picMkLst>
        </pc:picChg>
        <pc:picChg chg="mod">
          <ac:chgData name="Laurianne Estrada" userId="877d0e272dd2d022" providerId="LiveId" clId="{040CF046-855B-40D4-AA10-B18205945E28}" dt="2025-09-10T20:36:34.169" v="189" actId="1076"/>
          <ac:picMkLst>
            <pc:docMk/>
            <pc:sldMk cId="1886842686" sldId="802"/>
            <ac:picMk id="12" creationId="{D30D8112-2F86-CF0F-B8DF-288772723778}"/>
          </ac:picMkLst>
        </pc:picChg>
      </pc:sldChg>
      <pc:sldChg chg="modSp mod">
        <pc:chgData name="Laurianne Estrada" userId="877d0e272dd2d022" providerId="LiveId" clId="{040CF046-855B-40D4-AA10-B18205945E28}" dt="2025-09-10T20:38:42.059" v="229" actId="1076"/>
        <pc:sldMkLst>
          <pc:docMk/>
          <pc:sldMk cId="4083858746" sldId="803"/>
        </pc:sldMkLst>
        <pc:spChg chg="mod">
          <ac:chgData name="Laurianne Estrada" userId="877d0e272dd2d022" providerId="LiveId" clId="{040CF046-855B-40D4-AA10-B18205945E28}" dt="2025-09-10T20:38:32.349" v="226" actId="1076"/>
          <ac:spMkLst>
            <pc:docMk/>
            <pc:sldMk cId="4083858746" sldId="803"/>
            <ac:spMk id="6" creationId="{CE60C1BA-F537-51C2-6DF3-4CC909388115}"/>
          </ac:spMkLst>
        </pc:spChg>
        <pc:picChg chg="mod">
          <ac:chgData name="Laurianne Estrada" userId="877d0e272dd2d022" providerId="LiveId" clId="{040CF046-855B-40D4-AA10-B18205945E28}" dt="2025-09-10T20:38:42.059" v="229" actId="1076"/>
          <ac:picMkLst>
            <pc:docMk/>
            <pc:sldMk cId="4083858746" sldId="803"/>
            <ac:picMk id="8" creationId="{CBE8A5EB-ED65-8205-89CB-98774548B909}"/>
          </ac:picMkLst>
        </pc:picChg>
        <pc:picChg chg="mod">
          <ac:chgData name="Laurianne Estrada" userId="877d0e272dd2d022" providerId="LiveId" clId="{040CF046-855B-40D4-AA10-B18205945E28}" dt="2025-09-10T20:38:36.575" v="228" actId="1076"/>
          <ac:picMkLst>
            <pc:docMk/>
            <pc:sldMk cId="4083858746" sldId="803"/>
            <ac:picMk id="10" creationId="{49D40CA6-F38E-DD87-94F4-A348E2C79C7B}"/>
          </ac:picMkLst>
        </pc:picChg>
        <pc:picChg chg="mod">
          <ac:chgData name="Laurianne Estrada" userId="877d0e272dd2d022" providerId="LiveId" clId="{040CF046-855B-40D4-AA10-B18205945E28}" dt="2025-09-10T20:38:33.903" v="227" actId="1076"/>
          <ac:picMkLst>
            <pc:docMk/>
            <pc:sldMk cId="4083858746" sldId="803"/>
            <ac:picMk id="11" creationId="{5C7E23E8-C10B-FB51-7E55-14AAB2CD2228}"/>
          </ac:picMkLst>
        </pc:picChg>
      </pc:sldChg>
      <pc:sldChg chg="ord">
        <pc:chgData name="Laurianne Estrada" userId="877d0e272dd2d022" providerId="LiveId" clId="{040CF046-855B-40D4-AA10-B18205945E28}" dt="2025-09-10T20:23:43.092" v="2"/>
        <pc:sldMkLst>
          <pc:docMk/>
          <pc:sldMk cId="1600049972" sldId="804"/>
        </pc:sldMkLst>
      </pc:sldChg>
      <pc:sldChg chg="modSp mod">
        <pc:chgData name="Laurianne Estrada" userId="877d0e272dd2d022" providerId="LiveId" clId="{040CF046-855B-40D4-AA10-B18205945E28}" dt="2025-09-10T20:36:03.092" v="179" actId="1076"/>
        <pc:sldMkLst>
          <pc:docMk/>
          <pc:sldMk cId="909882226" sldId="805"/>
        </pc:sldMkLst>
        <pc:spChg chg="mod">
          <ac:chgData name="Laurianne Estrada" userId="877d0e272dd2d022" providerId="LiveId" clId="{040CF046-855B-40D4-AA10-B18205945E28}" dt="2025-09-10T20:35:50.821" v="171" actId="1076"/>
          <ac:spMkLst>
            <pc:docMk/>
            <pc:sldMk cId="909882226" sldId="805"/>
            <ac:spMk id="10" creationId="{A95344EF-5BC8-9D42-60E2-9D81F3B427FC}"/>
          </ac:spMkLst>
        </pc:spChg>
        <pc:picChg chg="mod">
          <ac:chgData name="Laurianne Estrada" userId="877d0e272dd2d022" providerId="LiveId" clId="{040CF046-855B-40D4-AA10-B18205945E28}" dt="2025-09-10T20:36:03.092" v="179" actId="1076"/>
          <ac:picMkLst>
            <pc:docMk/>
            <pc:sldMk cId="909882226" sldId="805"/>
            <ac:picMk id="6" creationId="{4D01B1A1-B4D4-E5F2-469F-3FB9D650D65A}"/>
          </ac:picMkLst>
        </pc:picChg>
        <pc:picChg chg="mod">
          <ac:chgData name="Laurianne Estrada" userId="877d0e272dd2d022" providerId="LiveId" clId="{040CF046-855B-40D4-AA10-B18205945E28}" dt="2025-09-10T20:35:59.366" v="178" actId="1037"/>
          <ac:picMkLst>
            <pc:docMk/>
            <pc:sldMk cId="909882226" sldId="805"/>
            <ac:picMk id="9" creationId="{812393D8-DEC6-31CC-E8A0-C1D2342E16FD}"/>
          </ac:picMkLst>
        </pc:picChg>
        <pc:picChg chg="mod">
          <ac:chgData name="Laurianne Estrada" userId="877d0e272dd2d022" providerId="LiveId" clId="{040CF046-855B-40D4-AA10-B18205945E28}" dt="2025-09-10T20:35:53.411" v="172" actId="1076"/>
          <ac:picMkLst>
            <pc:docMk/>
            <pc:sldMk cId="909882226" sldId="805"/>
            <ac:picMk id="11" creationId="{583046DD-2F03-6238-11E0-87721383878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BB419B-A20D-42AA-8D7F-5642F6706A43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90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975D-E3F0-EF98-E863-DC009898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A9769-19B5-7DBE-DD1F-12D332329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4CD20-24FF-4029-2CA1-0B9E2BAC0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BE25A-E526-FB98-0B2B-8810BE456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6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814DA-5F98-CB76-5F2A-45D01878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4FB39-BBD1-DF46-70D5-4E6960FB7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E7A3D-76DA-278F-0CF3-95612FDCB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6FC29-4C85-76A4-AE8C-646371FF5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25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F118-4749-F2A7-D90A-7E75978C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0B041-9D6B-EAE8-5BAB-234ED31F9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84487-B5E5-1888-B32A-EED67FDDC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69CA-65BC-D58A-DA3C-A74499F1C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64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5E66-1360-E12A-3075-C84535347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36655-67C6-7C0A-E5F0-AF9A86322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35548-E241-89B4-5BA9-24D319D7A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3FED0-0555-F9FF-0E8A-F1546A9B8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215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2E800-03CF-F464-A6A5-B3AB946E4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B141D-7FC4-AB3B-34CB-0B0539F5D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2AF89-FD97-9F7A-DD00-95148645D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0D45B-1A5A-454D-B06D-22DD2BF72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85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2705E-84B2-F6B7-E830-613280AC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1ACA3-5DB1-0372-F59F-6AF5CED98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985C2-D05E-29CF-153D-6DBF24136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F9E0A-9C29-48FA-4D5D-C03000F74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07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6C94E-FB78-F2E9-F73B-F27BA0EE1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26176-8D07-5F2D-6421-BE3D470DA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7C65C-FB1D-2E58-84EC-BC8448D15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5F113-073D-5331-C6AD-5141D28AB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08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0431F-06CF-A825-822D-538DCD9E6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BECD9-DB4E-F6C1-EA85-DC80E736E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DEA09-EFD3-10D5-45B9-92480C5FF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94B49-B483-6188-C766-B22350771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50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DB537-C904-3456-D7CB-68B98CBA5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B4C264-3D2A-0907-353B-ADE79F2FB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D8B61-4F40-5E98-D7FD-4A1E1122E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2BA6E-E12B-6F37-321D-FA7164A84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41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7A99C-086B-91B6-1697-F62EACE5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66B28-B0BD-C83A-29D5-AC30E9B6C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39EC6-D985-B907-9575-44A993C6C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E6DE-D964-6E19-BF48-502290D3D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26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4062-2789-7E72-B17C-8107897B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5936F-5B7F-E355-5AD5-441387AD9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61200-0139-156F-58CB-1492EB2C5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BD6A2-8400-E1F4-D0ED-A99F7C193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27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61B73-5BC3-7183-B1B8-957C1E3F1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73ECC-B5E1-A4AB-4DC9-BA0F0256A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39B46-26E8-02EB-659F-F6CECF7FF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D07B7-4444-1B60-B77E-E9DA61A92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35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2089A-90C0-5D51-AD37-BA462882B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E5A9F-5AC2-16D7-35F5-ABD3C6876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E3F7E8-D9E9-577C-46AF-B5A8E9A92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0AF37-F3EB-34FD-02EB-18E3896C5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862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9BA3C-4A40-6F06-3314-ED5CF5EC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19A32-20BF-B205-AB70-DAF1C72E1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C9CE8-37FB-569F-47F6-F683314A6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B8B97-F836-93BE-14A2-D88CA99F0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11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B3856-9DD8-E78C-8342-75D8233B7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67621-EE76-EE88-07CF-9D421F7A6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B3996-CAB3-BDD7-D070-59AAD6622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5A166-21C2-CD79-C03F-FF13B55F9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54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915A-C2E2-214F-E4A9-D8772893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B1DA6-6145-6340-5468-2C5C47E33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4CF4D-F8D2-065C-AAD9-7BF2E1403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1D9B2-2380-4DCB-7454-4D60792D3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652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91C3-60AE-F7E5-E9DF-F54BE0D53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02B31-8524-5121-F991-DA7114C09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86BC3-4898-A886-4FEC-7EDCC29AB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A053D-5A43-9C99-6968-C1C167596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923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F221C-7D43-E71F-CAD7-B7D4011ED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5B768-31E7-3058-7EF7-68AFE498B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40DB9-DD46-F2EB-72C4-6F639C98B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AD117-6D61-4D04-92B7-D15DA2747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17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9F39-975A-A93A-F8D4-4631A280D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5A129-53B1-8573-5947-313AEA1A0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75F22-188E-807D-B0D7-7B85804A9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7B8B5-AE87-95BB-CB92-8B419D76C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98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B405-536C-463C-B330-FB9B091EA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4FE08-CE3B-43AC-881D-7529D4B56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3598C-097C-40EA-9A3D-FCB0CFA9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338F4-DD35-4498-B7BB-352DF508B298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B069F-E937-4583-8169-A70F89CA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26A5-054C-4F79-8BFC-5BFBC0D6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8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700C-72FD-48DA-B560-B3723819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9FD-488D-4B07-A7EE-C8CFB8AAF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0AF8E-2C4A-409E-B1F3-453E5B9D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08AD7-9E2D-498D-A2F6-336374926C8D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89C10-C02E-4B1F-B767-B2FEC057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473B-A99A-41BD-9E27-67890561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7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EDB6-7846-40D1-9908-AE142B23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7804F-5D40-4DC3-B7A1-7BF693A6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C547D-0CF5-48AA-9BAB-EDA8C060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39866-0A34-4501-A045-E8741A9799CF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3BA10-0A81-4E23-9B21-3BA856E7F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0AB30-1AE3-416C-913A-8ADABEFE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551A-CCCC-4D7F-92BE-B64B3205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CBE7-A107-43A5-9FC6-F8BD2D1C8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1F6B0-EB61-4854-B01C-717B8E3AD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CE46F-C997-45BB-84C4-ADE4F99A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D55FB-9D8B-4F31-9C42-5D17D4A59442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1D414-8201-4C32-BEB1-7943238C1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B6850-AAB2-43C1-8774-722A9537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6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5349-ED1F-413C-AFFB-E7127633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0413-0B66-423E-9362-4868BE55C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E36A-00A4-4F53-AA97-D813F10B5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55C15-8A19-4295-B8C4-F782F004E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59757-B879-442D-9173-4DEF38F7B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C15DA-44C8-4ED3-80FE-8FC2CAF8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E37B-8374-4EBD-8E99-D65A34C434E5}" type="datetime1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841B9-9240-4C9D-85FE-6335A759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1053B-2981-457D-A031-BDC28B73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14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D4FC-4810-43CA-A3E8-ECE1C67D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B4C82-7674-4375-AB8C-76BA0897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A699-2B8A-416A-9BC0-A09D8459D01E}" type="datetime1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AE238-9184-4F78-8C91-95C4EB39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32382-B95E-4BC0-AE45-9360A91F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3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607FF-ADA3-41DB-A6E3-1A832A4D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62BE-D3A0-430E-B344-BF5ECB0D8697}" type="datetime1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DAE89-5659-4746-8638-4BAC289F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3878A-2624-490C-9280-C75B5870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1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903E-84C9-4588-9A81-3D172D03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9F03-981B-4AF9-9317-A260E81DA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7DF7A-E298-4F86-9FB4-F7EB591B2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61EA5-C53E-4D1D-9DA6-6980C2C87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A361-81D5-4F8F-9205-3505AF9B6183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4D73E-4725-439B-81D9-6CC6D35F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53C6C-198D-4D8A-BDFE-4ABE7604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0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864E-0BE5-4A67-AFEE-C7CBB4C1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B15005-2D12-47F5-A223-B54CFD61E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B8A30-37ED-4265-90FA-050BCF0B0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430DB-3B48-48B2-BB27-BA118F93C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78AC-498F-4EA6-B83A-E0329440060F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17D31-1E45-49A5-B67F-A49716BE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F03FA-D66B-416A-B875-B118A44D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2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E3B5-EBAB-41C8-95E5-42B502EF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61160-4D0A-450A-AEAC-873B25383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C1F5F-3B4A-4E5A-95CE-F2593C676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8221-79A7-4CE4-ADDD-425DA8282893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F900B-8C90-4189-AD87-D568CFDE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610F-7D80-449F-9593-68E38A86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9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ABA965-3EB1-426A-ACD9-867C49744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579F2-D994-495B-9DF9-B30771854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13096-1CF1-4CC3-BE96-655DBB5DC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2B7C-5ED1-4C75-B407-BEDAA600FF9B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A3E6-6FC7-4806-8EB1-581D8EA6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73D38-77AD-4D0F-8BD8-1819086C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7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2DF924-4E5C-450E-ADF0-3669051B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CB9E9-B4AE-494F-8748-C7E58EA28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BA6BB-BC99-4875-A01C-3E62743D5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9D0E1-EB42-4819-B5CB-E90382D18A4F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A307B-1EA0-4787-ADD1-80D44AF31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9D563-B43D-4183-B24F-0F7FDBAC2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6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0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12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11" Type="http://schemas.openxmlformats.org/officeDocument/2006/relationships/image" Target="../media/image8.jpg"/><Relationship Id="rId5" Type="http://schemas.openxmlformats.org/officeDocument/2006/relationships/image" Target="../media/image3.jpg"/><Relationship Id="rId15" Type="http://schemas.openxmlformats.org/officeDocument/2006/relationships/image" Target="../media/image11.jpg"/><Relationship Id="rId10" Type="http://schemas.openxmlformats.org/officeDocument/2006/relationships/image" Target="../media/image7.jpg"/><Relationship Id="rId4" Type="http://schemas.openxmlformats.org/officeDocument/2006/relationships/image" Target="../media/image2.jp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13" Type="http://schemas.openxmlformats.org/officeDocument/2006/relationships/image" Target="../media/image28.jpg"/><Relationship Id="rId3" Type="http://schemas.openxmlformats.org/officeDocument/2006/relationships/image" Target="../media/image20.png"/><Relationship Id="rId7" Type="http://schemas.openxmlformats.org/officeDocument/2006/relationships/image" Target="../media/image22.jpg"/><Relationship Id="rId12" Type="http://schemas.openxmlformats.org/officeDocument/2006/relationships/image" Target="../media/image2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11" Type="http://schemas.openxmlformats.org/officeDocument/2006/relationships/image" Target="../media/image26.jpg"/><Relationship Id="rId5" Type="http://schemas.openxmlformats.org/officeDocument/2006/relationships/image" Target="../media/image20.jpg"/><Relationship Id="rId15" Type="http://schemas.openxmlformats.org/officeDocument/2006/relationships/image" Target="../media/image29.jpg"/><Relationship Id="rId10" Type="http://schemas.openxmlformats.org/officeDocument/2006/relationships/image" Target="../media/image25.jpg"/><Relationship Id="rId4" Type="http://schemas.openxmlformats.org/officeDocument/2006/relationships/image" Target="../media/image19.jpg"/><Relationship Id="rId9" Type="http://schemas.openxmlformats.org/officeDocument/2006/relationships/image" Target="../media/image24.jpg"/><Relationship Id="rId1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13" Type="http://schemas.openxmlformats.org/officeDocument/2006/relationships/image" Target="../media/image46.jpg"/><Relationship Id="rId3" Type="http://schemas.openxmlformats.org/officeDocument/2006/relationships/image" Target="../media/image45.png"/><Relationship Id="rId7" Type="http://schemas.openxmlformats.org/officeDocument/2006/relationships/image" Target="../media/image40.jpg"/><Relationship Id="rId12" Type="http://schemas.openxmlformats.org/officeDocument/2006/relationships/image" Target="../media/image4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g"/><Relationship Id="rId11" Type="http://schemas.openxmlformats.org/officeDocument/2006/relationships/image" Target="../media/image44.jpg"/><Relationship Id="rId5" Type="http://schemas.openxmlformats.org/officeDocument/2006/relationships/image" Target="../media/image38.jpg"/><Relationship Id="rId15" Type="http://schemas.openxmlformats.org/officeDocument/2006/relationships/image" Target="../media/image47.jpg"/><Relationship Id="rId10" Type="http://schemas.openxmlformats.org/officeDocument/2006/relationships/image" Target="../media/image43.jpg"/><Relationship Id="rId4" Type="http://schemas.openxmlformats.org/officeDocument/2006/relationships/image" Target="../media/image37.jpg"/><Relationship Id="rId9" Type="http://schemas.openxmlformats.org/officeDocument/2006/relationships/image" Target="../media/image42.jpg"/><Relationship Id="rId14" Type="http://schemas.openxmlformats.org/officeDocument/2006/relationships/image" Target="../media/image1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jpg"/><Relationship Id="rId4" Type="http://schemas.openxmlformats.org/officeDocument/2006/relationships/image" Target="../media/image5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9B724F1-7F43-5DC3-2F87-41D267CF3E9F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AD91F9-1AC7-9340-930B-C01B6F76E71A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Slide Number Placeholder 3">
            <a:extLst>
              <a:ext uri="{FF2B5EF4-FFF2-40B4-BE49-F238E27FC236}">
                <a16:creationId xmlns:a16="http://schemas.microsoft.com/office/drawing/2014/main" id="{3432EBA1-6D94-8FD1-B945-F05B3ADF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CC7A3-B685-7C94-4342-E5A2F044D901}"/>
              </a:ext>
            </a:extLst>
          </p:cNvPr>
          <p:cNvSpPr txBox="1"/>
          <p:nvPr/>
        </p:nvSpPr>
        <p:spPr>
          <a:xfrm>
            <a:off x="1255589" y="867450"/>
            <a:ext cx="96808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High-throughput experiments elucidate the impact of multicomponent interactions on solute transport in complex feed streams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6810316-3F7C-6008-3659-2D662D36A0E6}"/>
              </a:ext>
            </a:extLst>
          </p:cNvPr>
          <p:cNvSpPr/>
          <p:nvPr/>
        </p:nvSpPr>
        <p:spPr>
          <a:xfrm>
            <a:off x="3805767" y="2928879"/>
            <a:ext cx="4580467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F362E9-E12F-714B-C95F-33D43898C948}"/>
              </a:ext>
            </a:extLst>
          </p:cNvPr>
          <p:cNvSpPr txBox="1"/>
          <p:nvPr/>
        </p:nvSpPr>
        <p:spPr>
          <a:xfrm>
            <a:off x="1378814" y="3820726"/>
            <a:ext cx="9434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Laurianne Estrada, Jonathan A. Ouimet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William Phillip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47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D730-A9A5-B1EC-2E5E-65BD7EC9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D9ED5C-018D-465A-E881-9DAF601562AF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9AD8A-87CB-EC33-AC3C-B743D6548DF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36CAC59-A7D4-CA38-97AA-60CD3AB4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4CA65-F082-058B-60B5-2845E429D54B}"/>
              </a:ext>
            </a:extLst>
          </p:cNvPr>
          <p:cNvSpPr txBox="1"/>
          <p:nvPr/>
        </p:nvSpPr>
        <p:spPr>
          <a:xfrm>
            <a:off x="0" y="3198167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Multicomponent Experiments</a:t>
            </a:r>
          </a:p>
        </p:txBody>
      </p:sp>
    </p:spTree>
    <p:extLst>
      <p:ext uri="{BB962C8B-B14F-4D97-AF65-F5344CB8AC3E}">
        <p14:creationId xmlns:p14="http://schemas.microsoft.com/office/powerpoint/2010/main" val="82670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E3B3C-655E-2D43-9A0C-1A41FD6AD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CCD4DD-54E7-C471-20E5-33B67365EBEA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B0DEA7-F990-5BB2-5CC1-97E8AEE2DD0A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ADBE012-3F70-CED4-4989-7CFDFB41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CA5BD-5F5C-A844-9A60-0B15EE007919}"/>
              </a:ext>
            </a:extLst>
          </p:cNvPr>
          <p:cNvSpPr txBox="1"/>
          <p:nvPr/>
        </p:nvSpPr>
        <p:spPr>
          <a:xfrm>
            <a:off x="-1" y="7302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Nomenclature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C9EE41-B9B7-9425-90B6-9F395B3786AB}"/>
                  </a:ext>
                </a:extLst>
              </p:cNvPr>
              <p:cNvSpPr txBox="1"/>
              <p:nvPr/>
            </p:nvSpPr>
            <p:spPr>
              <a:xfrm>
                <a:off x="137160" y="640080"/>
                <a:ext cx="1131316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Main-term solute permeability coefficient for salt 1.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: Main-term solute permeability coefficient for salt 2.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dirty="0"/>
                  <a:t>: Cross-term solute permeability coefficient.</a:t>
                </a:r>
              </a:p>
              <a:p>
                <a:r>
                  <a:rPr lang="en-US" dirty="0"/>
                  <a:t>	Influence of the transport of ion 2 on ion 1.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 dirty="0"/>
                  <a:t>: Cross-term solute permeability coefficient.</a:t>
                </a:r>
              </a:p>
              <a:p>
                <a:r>
                  <a:rPr lang="en-US" dirty="0"/>
                  <a:t>	Influence of the transport of ion 1 on ion 2.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C9EE41-B9B7-9425-90B6-9F395B378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640080"/>
                <a:ext cx="11313160" cy="2031325"/>
              </a:xfrm>
              <a:prstGeom prst="rect">
                <a:avLst/>
              </a:prstGeom>
              <a:blipFill>
                <a:blip r:embed="rId3"/>
                <a:stretch>
                  <a:fillRect t="-15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0336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4D3CD-7BDB-0A6C-3F47-5C793859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C43F8E-34FC-03C9-0F43-0210085CBB55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946B5D-887B-CD6F-43DF-472F3FEE9338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05.08.24_E1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6C3A51-08D5-4306-7F15-3F5DA621B2D7}"/>
              </a:ext>
            </a:extLst>
          </p:cNvPr>
          <p:cNvSpPr txBox="1"/>
          <p:nvPr/>
        </p:nvSpPr>
        <p:spPr>
          <a:xfrm>
            <a:off x="48974" y="91811"/>
            <a:ext cx="3075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4 mM CaCl2; 50 mM NaCl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81E9AEE-2DCB-C80A-C08B-C028F8675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320" y="890858"/>
            <a:ext cx="2000250" cy="15001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BB436D-3A7A-3932-FD18-3B8EAD01C0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330" y="890858"/>
            <a:ext cx="2000250" cy="15001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8C530F-E79E-C912-D6AE-36188493C0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980" y="890858"/>
            <a:ext cx="2000250" cy="15001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BFFB90D-A231-F9C3-C9AC-C8ACAA5DB7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310" y="890858"/>
            <a:ext cx="2000250" cy="15001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55160B9-EBDB-6AF6-1FF1-981D1CD9AA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320" y="2525518"/>
            <a:ext cx="2000250" cy="15001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762E455-E04A-F598-1BB3-ECC3FEABDC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120" y="890858"/>
            <a:ext cx="2000250" cy="15001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5BD6441C-B189-F997-11AE-891AB6DF3599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89936427"/>
                  </p:ext>
                </p:extLst>
              </p:nvPr>
            </p:nvGraphicFramePr>
            <p:xfrm>
              <a:off x="10278966" y="754134"/>
              <a:ext cx="1828800" cy="34747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6186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416286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8.51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13.63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13.50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11.98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17.45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11.44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20.87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10.82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23.98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11.25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26.82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10.90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29.99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10.79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32.44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10.35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34.68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10.16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36.25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9.92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5BD6441C-B189-F997-11AE-891AB6DF3599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89936427"/>
                  </p:ext>
                </p:extLst>
              </p:nvPr>
            </p:nvGraphicFramePr>
            <p:xfrm>
              <a:off x="10278966" y="754134"/>
              <a:ext cx="1828800" cy="34747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6186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416286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9"/>
                          <a:stretch>
                            <a:fillRect l="-134444" t="-150000" r="-105556" b="-9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9"/>
                          <a:stretch>
                            <a:fillRect l="-231868" t="-150000" r="-4396" b="-997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8.51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13.63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13.50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11.98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17.45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11.44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20.87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10.82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23.98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11.25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26.82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10.90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29.99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10.79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32.44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10.35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34.68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10.16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36.25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9.92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0354AB8-518C-9450-8036-DDB442B50E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710" y="2525518"/>
            <a:ext cx="2000250" cy="15001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283392-4064-390B-A461-31D435B7C5D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900" y="2525518"/>
            <a:ext cx="2000250" cy="15001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22BE94-94AB-8676-D4E8-E6D40171F5D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010" y="2525518"/>
            <a:ext cx="2000250" cy="1500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EC3FA0E-A9B3-0ABA-BAD5-F7E3D9E06B3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120" y="2525518"/>
            <a:ext cx="2000250" cy="15001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D317B178-A711-A014-9D26-8BC0E2B561D9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5475479"/>
                  </p:ext>
                </p:extLst>
              </p:nvPr>
            </p:nvGraphicFramePr>
            <p:xfrm>
              <a:off x="8340129" y="759842"/>
              <a:ext cx="1828800" cy="34828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6186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38697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NUMERICAL SOLUTION – USING ODE15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3286317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8.54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13.60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13.53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12.01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17.48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11.47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20.91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10.84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24.03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11.26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26.87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10.90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30.04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10.79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32.49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10.35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34.73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10.16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36.30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9.92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D317B178-A711-A014-9D26-8BC0E2B561D9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5475479"/>
                  </p:ext>
                </p:extLst>
              </p:nvPr>
            </p:nvGraphicFramePr>
            <p:xfrm>
              <a:off x="8340129" y="759842"/>
              <a:ext cx="1828800" cy="34828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6186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395066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NUMERICAL SOLUTION – USING ODE15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3286317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14"/>
                          <a:stretch>
                            <a:fillRect l="-134444" t="-143478" r="-105556" b="-10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14"/>
                          <a:stretch>
                            <a:fillRect l="-231868" t="-143478" r="-4396" b="-1008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8.54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13.60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13.53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12.01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17.48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11.47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20.91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10.84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24.03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11.26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26.87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10.90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30.04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10.79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32.49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10.35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34.73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10.16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36.30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9.92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56662D90-292E-C08C-171E-F209B339DCB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43" y="4105287"/>
            <a:ext cx="3333750" cy="250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88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513EE-E5B7-101E-5DB6-866F406F7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0C8B93-3C5A-71B3-C170-A8B179EB058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1DD1D-B2AA-7DB1-5B49-5AE7F4A1C257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05.08.24_E2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3B661-C04F-7A2D-C49A-B69065839EDF}"/>
              </a:ext>
            </a:extLst>
          </p:cNvPr>
          <p:cNvSpPr txBox="1"/>
          <p:nvPr/>
        </p:nvSpPr>
        <p:spPr>
          <a:xfrm>
            <a:off x="104491" y="233780"/>
            <a:ext cx="287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20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8 mM CaCl2; 50 mM NaCl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10EEF89-55A1-8F4B-3408-E19CC612A2D2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78986394"/>
                  </p:ext>
                </p:extLst>
              </p:nvPr>
            </p:nvGraphicFramePr>
            <p:xfrm>
              <a:off x="104491" y="1488771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4.88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25.88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9.67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22.23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13.29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21.51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16.38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20.82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19.31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20.54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21.77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20.14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23.91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19.15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26.69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19.05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28.19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18.62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29.77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18.07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10EEF89-55A1-8F4B-3408-E19CC612A2D2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78986394"/>
                  </p:ext>
                </p:extLst>
              </p:nvPr>
            </p:nvGraphicFramePr>
            <p:xfrm>
              <a:off x="104491" y="1488771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2192" t="-74138" r="-102740" b="-10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2192" t="-74138" r="-2740" b="-10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4.88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25.88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9.67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22.23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13.29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21.51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16.38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20.82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19.31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20.54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21.77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20.14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23.91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19.15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26.69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19.05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28.19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18.62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29.77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18.07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B51810B-F41B-B366-176F-D414F2CA9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669" y="2169305"/>
            <a:ext cx="40005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00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9A349-F1A8-08A9-31BE-3F1072629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7922B8-AB4E-1ECE-23CB-2B9936617F23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366DE4-3184-FFFF-16D3-E6C502D2BD5E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06.05.26_E3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AA5E5E-56A4-8527-B429-01C54E81BFCD}"/>
              </a:ext>
            </a:extLst>
          </p:cNvPr>
          <p:cNvSpPr txBox="1"/>
          <p:nvPr/>
        </p:nvSpPr>
        <p:spPr>
          <a:xfrm>
            <a:off x="178689" y="127100"/>
            <a:ext cx="271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NaCl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5 mM NaCl; 50 mM CaCl2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2E74B1B-5F1B-E22D-4DFB-D474E4EE1BCB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0218119"/>
                  </p:ext>
                </p:extLst>
              </p:nvPr>
            </p:nvGraphicFramePr>
            <p:xfrm>
              <a:off x="178689" y="1661737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9.07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8.78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7.79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16.44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7.38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22.89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7.51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28.53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7.64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33.80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7.81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38.79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8.02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43.62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8.07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48.14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8.23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52.09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8.44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55.43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2E74B1B-5F1B-E22D-4DFB-D474E4EE1BCB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0218119"/>
                  </p:ext>
                </p:extLst>
              </p:nvPr>
            </p:nvGraphicFramePr>
            <p:xfrm>
              <a:off x="178689" y="1661737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2192" t="-74138" r="-103425" b="-10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2192" t="-74138" r="-3425" b="-10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9.07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8.78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7.79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16.44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7.38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22.89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7.51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28.53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7.64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33.80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7.81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38.79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8.02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43.62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8.07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48.14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8.23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52.09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8.44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55.43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5785883-F35C-E735-D072-8D145A775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116" y="1928812"/>
            <a:ext cx="40005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01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C8FEE-1502-A78D-9353-C19439BAA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A6F4B6-0AAC-121D-5067-DE760BF6794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2B919A-46B6-4BB6-BD5C-03C263043D67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06.05.26_E4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D0B7F-2159-AE8A-3619-0BC3DF8A51F9}"/>
              </a:ext>
            </a:extLst>
          </p:cNvPr>
          <p:cNvSpPr txBox="1"/>
          <p:nvPr/>
        </p:nvSpPr>
        <p:spPr>
          <a:xfrm>
            <a:off x="87799" y="127100"/>
            <a:ext cx="279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20 mM NaCl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10 mM NaCl; 50 mM CaCl2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CE294F86-F41F-5763-FC12-BA5896B73194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94356288"/>
                  </p:ext>
                </p:extLst>
              </p:nvPr>
            </p:nvGraphicFramePr>
            <p:xfrm>
              <a:off x="87799" y="1601924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22.15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7.73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17.92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15.96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16.46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22.58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15.61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38.48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15.22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34.02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15.00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39.43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16.21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44.77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14.70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49.04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14.52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52.94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14.50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56.24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CE294F86-F41F-5763-FC12-BA5896B73194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94356288"/>
                  </p:ext>
                </p:extLst>
              </p:nvPr>
            </p:nvGraphicFramePr>
            <p:xfrm>
              <a:off x="87799" y="1601924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2192" t="-77193" r="-103425" b="-10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2192" t="-77193" r="-3425" b="-10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22.15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7.73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17.92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15.96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16.46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22.58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15.61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38.48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15.22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34.02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15.00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39.43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16.21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44.77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14.70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49.04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14.52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52.94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14.50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56.24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77CE12F-3E8F-14F1-34AF-FCD83C93CE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740" y="2074460"/>
            <a:ext cx="40005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40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7693F-67C7-9DDA-B395-36698F122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AA6F1D-B8F8-CA33-C4AE-CC4B0A754F0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9074D-6B64-7B04-26D7-263FCDDEF603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05.09.24_E5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63F858-4840-CE7E-37C8-666452EF0AA8}"/>
              </a:ext>
            </a:extLst>
          </p:cNvPr>
          <p:cNvSpPr txBox="1"/>
          <p:nvPr/>
        </p:nvSpPr>
        <p:spPr>
          <a:xfrm>
            <a:off x="94330" y="127100"/>
            <a:ext cx="28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NaCl; 1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50 mM NaCl; 50 mM CaCl2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9F17279-13D8-6FBD-6B66-C312FE6223F4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068289"/>
                  </p:ext>
                </p:extLst>
              </p:nvPr>
            </p:nvGraphicFramePr>
            <p:xfrm>
              <a:off x="94330" y="1508945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16.89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12.11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19.87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18.16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23.21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23.62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25.86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28.47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28.56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33.75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30.77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37.78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32.18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41.61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33.59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45.44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34.82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49.51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35.52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52.20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9F17279-13D8-6FBD-6B66-C312FE6223F4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068289"/>
                  </p:ext>
                </p:extLst>
              </p:nvPr>
            </p:nvGraphicFramePr>
            <p:xfrm>
              <a:off x="94330" y="1508945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2877" t="-74138" r="-102740" b="-10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2877" t="-74138" r="-2740" b="-10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16.89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12.11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19.87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18.16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23.21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23.62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25.86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28.47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28.56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33.75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30.77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37.78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32.18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41.61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33.59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45.44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34.82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49.51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35.52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52.20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3CE9AD0-1CAF-89E1-FE6E-E8627801B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736" y="2529156"/>
            <a:ext cx="3200400" cy="24003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48B201-B804-0844-06BB-D3C3471CAB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646" y="2529156"/>
            <a:ext cx="32004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51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B68B7-DE9B-3A10-AD1A-0E16465E9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1EEA2E-1955-E1F8-C0C8-9CD4D45EBD1E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2511C7-F590-E993-87CC-6AE53532CFFC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05.21.24_E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FBF48D-B48E-383E-9E0C-D53E3BA711DB}"/>
              </a:ext>
            </a:extLst>
          </p:cNvPr>
          <p:cNvSpPr txBox="1"/>
          <p:nvPr/>
        </p:nvSpPr>
        <p:spPr>
          <a:xfrm>
            <a:off x="0" y="99806"/>
            <a:ext cx="3031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5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0.4 mM LaCl3; 50 mM CaCl2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B62B0A2-C956-AE60-AD99-1591665A6255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56987225"/>
                  </p:ext>
                </p:extLst>
              </p:nvPr>
            </p:nvGraphicFramePr>
            <p:xfrm>
              <a:off x="10297592" y="844898"/>
              <a:ext cx="1828800" cy="34747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6374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561646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780780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405315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286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8.53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7.00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14.45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6.73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20.13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6.49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25.50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6.29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30.64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6.11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35.54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5.90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39.81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5.67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44.17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5.52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48.77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5.48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52.61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5.38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B62B0A2-C956-AE60-AD99-1591665A6255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56987225"/>
                  </p:ext>
                </p:extLst>
              </p:nvPr>
            </p:nvGraphicFramePr>
            <p:xfrm>
              <a:off x="10297592" y="844898"/>
              <a:ext cx="1828800" cy="34747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6374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561646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780780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405315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286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88043" t="-144681" r="-144565" b="-9765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4109" t="-144681" r="-3101" b="-9765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8.53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7.00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14.45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6.73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20.13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6.49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25.50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6.29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30.64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6.11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35.54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5.90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39.81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5.67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44.17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5.52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48.77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5.48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27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52.61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5.38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5510C146-55ED-11D9-8CA0-415C78AADB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2133" y="1056152"/>
            <a:ext cx="2000250" cy="15001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7EFA75-3241-9810-B6B8-F65E4C46F8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092" y="1056152"/>
            <a:ext cx="2000250" cy="15001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1F06D0-0395-515A-B20F-225EA102BF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17" y="1056152"/>
            <a:ext cx="2000250" cy="15001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0841C02-510F-7ADF-4C39-57C305BC3F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702" y="1056152"/>
            <a:ext cx="2000250" cy="15001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DCD0685-95CC-2909-94A7-F0CDEA8E57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927" y="1056152"/>
            <a:ext cx="2000250" cy="15001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DF3C011-27DD-DEC0-D47C-29A42E4359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2133" y="2708235"/>
            <a:ext cx="2000250" cy="150018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6455B5B-EAF5-A767-2E27-D6FA225255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092" y="2708235"/>
            <a:ext cx="2000250" cy="150018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B497E4C-8641-4491-ADE2-67D9EB44BF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237" y="2708235"/>
            <a:ext cx="2000250" cy="15001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F43F12-C71F-5B77-4B9F-41826CB3A15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702" y="2708235"/>
            <a:ext cx="2000250" cy="15001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66631F-46B6-6B19-3FFD-7F3CCD4E280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007" y="2708235"/>
            <a:ext cx="2000250" cy="15001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DB2E2C6-2EDB-6BD8-0B12-C3944AC52845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7835846"/>
                  </p:ext>
                </p:extLst>
              </p:nvPr>
            </p:nvGraphicFramePr>
            <p:xfrm>
              <a:off x="8302422" y="844898"/>
              <a:ext cx="1828800" cy="34828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6186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38697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NUMERICAL SOLUTION – USING ODE15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3286317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6.70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15.19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6.41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21.00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6.20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26.41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6.01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31.56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5.84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36.43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5.66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40.61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5.48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44.94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5.35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49.62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5.31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53.45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5.21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DB2E2C6-2EDB-6BD8-0B12-C3944AC52845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7835846"/>
                  </p:ext>
                </p:extLst>
              </p:nvPr>
            </p:nvGraphicFramePr>
            <p:xfrm>
              <a:off x="8302422" y="844898"/>
              <a:ext cx="1828800" cy="34828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6186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395066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NUMERICAL SOLUTION – USING ODE15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3286317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14"/>
                          <a:stretch>
                            <a:fillRect l="-134444" t="-143478" r="-106667" b="-10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14"/>
                          <a:stretch>
                            <a:fillRect l="-231868" t="-143478" r="-5495" b="-1008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6.70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15.19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6.41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21.00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6.20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26.41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6.01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31.56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5.84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36.43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5.66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40.61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5.48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44.94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5.35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49.62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5.31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53.45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5.21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5923358F-045F-B5BF-4F55-1EE4F0C649F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305" y="4327719"/>
            <a:ext cx="3333750" cy="250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113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749AE-D264-4725-ECAA-F6BFB234F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EAEE07-8706-63DA-C1DC-5E2B29C514DE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0B3AB-E8DF-6976-57E3-E658310C8F54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05.21.24_E7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A17E6-205A-6E60-EFC6-9CF05AE1D15B}"/>
              </a:ext>
            </a:extLst>
          </p:cNvPr>
          <p:cNvSpPr txBox="1"/>
          <p:nvPr/>
        </p:nvSpPr>
        <p:spPr>
          <a:xfrm>
            <a:off x="175617" y="127100"/>
            <a:ext cx="2955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0.4 mM LaCl3; 50 mM CaCl2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E531E31-00E1-090C-4942-6BA936F02557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5092112"/>
                  </p:ext>
                </p:extLst>
              </p:nvPr>
            </p:nvGraphicFramePr>
            <p:xfrm>
              <a:off x="175617" y="1499518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9.64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12.82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15.61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12.32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21.16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11.88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26.41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11.51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31.54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11.17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36.42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10.87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40.82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10.58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44.94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10.27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48.83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9.97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52.13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9.67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E531E31-00E1-090C-4942-6BA936F02557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5092112"/>
                  </p:ext>
                </p:extLst>
              </p:nvPr>
            </p:nvGraphicFramePr>
            <p:xfrm>
              <a:off x="175617" y="1499518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2877" t="-77193" r="-102740" b="-10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2877" t="-77193" r="-2740" b="-10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9.64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12.82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15.61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12.32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21.16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11.88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26.41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11.51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31.54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11.17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36.42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10.87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40.82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10.58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44.94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10.27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48.83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9.97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52.13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9.67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390AACA0-0CFE-6C54-C37B-C1147B1BC6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1928812"/>
            <a:ext cx="40005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85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80B99-4C3C-F03C-FB2A-9B084FFAF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3BC859-9AD4-2045-68DC-537181ED367C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60628-945E-B7EE-19F8-A86FEF100871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05.22.24_E8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ACAB8B-13EF-54EE-DF7C-2B7D8E427D20}"/>
              </a:ext>
            </a:extLst>
          </p:cNvPr>
          <p:cNvSpPr txBox="1"/>
          <p:nvPr/>
        </p:nvSpPr>
        <p:spPr>
          <a:xfrm>
            <a:off x="129897" y="127100"/>
            <a:ext cx="2884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6 mM CaCl2; 15 mM LaCl3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34CF90B-2A14-0AE7-83B4-6844A9289838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2346722"/>
                  </p:ext>
                </p:extLst>
              </p:nvPr>
            </p:nvGraphicFramePr>
            <p:xfrm>
              <a:off x="129897" y="1480665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13.03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2.10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13.42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4.35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13.82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6.41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14.20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8.41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14.58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10.33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14.93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12.15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15.16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13.85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15.45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15.44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15.75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17.04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15.96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18.48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34CF90B-2A14-0AE7-83B4-6844A9289838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2346722"/>
                  </p:ext>
                </p:extLst>
              </p:nvPr>
            </p:nvGraphicFramePr>
            <p:xfrm>
              <a:off x="129897" y="1480665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2192" t="-77193" r="-103425" b="-10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2192" t="-77193" r="-3425" b="-10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13.03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2.10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13.42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4.35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13.82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6.41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14.20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8.41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14.58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10.33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14.93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12.15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15.16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13.85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15.45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15.44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15.75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17.04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15.96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18.48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F67E0BBC-B4F1-2ADC-5C31-50F79BF6F1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338" y="2169305"/>
            <a:ext cx="40005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97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D2423-7352-6476-0731-962D089F3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1FDC1F-52E3-DAA8-F26B-D602BF72EEE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5344EF-5BC8-9D42-60E2-9D81F3B427FC}"/>
              </a:ext>
            </a:extLst>
          </p:cNvPr>
          <p:cNvSpPr txBox="1"/>
          <p:nvPr/>
        </p:nvSpPr>
        <p:spPr>
          <a:xfrm>
            <a:off x="79688" y="192140"/>
            <a:ext cx="289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20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12 mM CaCl2; 15 mM LaCl3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8D0C9B-DC01-3E3E-F28C-9BF3AB156A16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09.08.25_E9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CCAB284-CE7F-0090-6F3B-B9E7B22E7BB4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42518725"/>
                  </p:ext>
                </p:extLst>
              </p:nvPr>
            </p:nvGraphicFramePr>
            <p:xfrm>
              <a:off x="79688" y="1431307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26.22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3.27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27.82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5.57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29.33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7.67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30.21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9.75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30.94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11.71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31.72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13.63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32.54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15.52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33.30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17.34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33.85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18.98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34.18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20.46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CCAB284-CE7F-0090-6F3B-B9E7B22E7BB4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42518725"/>
                  </p:ext>
                </p:extLst>
              </p:nvPr>
            </p:nvGraphicFramePr>
            <p:xfrm>
              <a:off x="79688" y="1431307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2192" t="-77193" r="-102740" b="-10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2192" t="-77193" r="-2740" b="-10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26.22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3.27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27.82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5.57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29.33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7.67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30.21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9.75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30.94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11.71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31.72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13.63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32.54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15.52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33.30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17.34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33.85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18.98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34.18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20.46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406ACB34-090D-4756-44C2-F818EAE6BA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804" y="2214194"/>
            <a:ext cx="40005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82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ED1D1-D6AE-81FD-62DD-4132FE200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B09350-24A3-D8B2-2B5C-E82E3FDB3430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ADD7A0-4D88-956F-BDBC-A3430572B735}"/>
              </a:ext>
            </a:extLst>
          </p:cNvPr>
          <p:cNvSpPr txBox="1"/>
          <p:nvPr/>
        </p:nvSpPr>
        <p:spPr>
          <a:xfrm>
            <a:off x="150580" y="192140"/>
            <a:ext cx="2960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 mM LaCl3; 5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10 mM LaCl3; 25 mM CaCl2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CDADE-5E0B-8696-C28E-4183F4ABFD83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05.22.24_E10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98CCE4D-1A58-F64B-5B5F-759CB3B814C4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50829597"/>
                  </p:ext>
                </p:extLst>
              </p:nvPr>
            </p:nvGraphicFramePr>
            <p:xfrm>
              <a:off x="150580" y="1361431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8.55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2.48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11.62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3.89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14.54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5.26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17.23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6.55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20.00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7.78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22.47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8.93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24.74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9.97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26.87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10.97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28.83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11.89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30.54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12.72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98CCE4D-1A58-F64B-5B5F-759CB3B814C4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50829597"/>
                  </p:ext>
                </p:extLst>
              </p:nvPr>
            </p:nvGraphicFramePr>
            <p:xfrm>
              <a:off x="150580" y="1361431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2877" t="-74138" r="-102740" b="-10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2877" t="-74138" r="-2740" b="-10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8.55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2.48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11.62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3.89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14.54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5.26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17.23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6.55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20.00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7.78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22.47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8.93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24.74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9.97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26.87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10.97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28.83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11.89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30.54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12.72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94A5905D-3096-0FD9-7279-C588EED9E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968" y="2519349"/>
            <a:ext cx="3067050" cy="23002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366E97-6532-DC81-BEC0-40FF3087F2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685" y="2519349"/>
            <a:ext cx="3067050" cy="230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42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0B7B1-292A-6A5F-7C00-95EC9CA68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C141F9-60CC-2E36-FC39-33066D154148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0F53E-28D7-8A8F-2814-216C5FB4DAA0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NF270_MC4, 07.16.24_E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382F82-86E5-13C4-10EB-A29ADBBD3B54}"/>
              </a:ext>
            </a:extLst>
          </p:cNvPr>
          <p:cNvSpPr txBox="1"/>
          <p:nvPr/>
        </p:nvSpPr>
        <p:spPr>
          <a:xfrm>
            <a:off x="148034" y="127100"/>
            <a:ext cx="2520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50 mM CaCl2; 1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20 mM LaCl3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96128CC-6A0E-52CF-844D-7956E1F48939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77084673"/>
                  </p:ext>
                </p:extLst>
              </p:nvPr>
            </p:nvGraphicFramePr>
            <p:xfrm>
              <a:off x="148034" y="1601924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46.58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5.00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44.24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7.15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42.46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9.15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40.73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11.14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38.97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13.03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37.34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14.84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35.74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16.56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34.12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18.19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32.60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19.74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31.09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21.16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96128CC-6A0E-52CF-844D-7956E1F48939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77084673"/>
                  </p:ext>
                </p:extLst>
              </p:nvPr>
            </p:nvGraphicFramePr>
            <p:xfrm>
              <a:off x="148034" y="1601924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2192" t="-77193" r="-103425" b="-10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2192" t="-77193" r="-3425" b="-10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46.58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5.00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44.24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7.15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42.46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9.15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40.73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11.14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38.97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13.03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37.34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14.84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35.74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16.56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34.12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18.19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32.60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19.74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31.09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21.16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5A94FF84-F689-40E3-628C-D6F2657925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647" y="2579162"/>
            <a:ext cx="3067050" cy="23002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321B94B-12FE-D974-4D83-75024AD542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697" y="2506981"/>
            <a:ext cx="3067050" cy="230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730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8D012-5AF0-FB99-15F3-FAA8C5DD0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4AD5E8-70C5-B7DE-9816-119927821CE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26CB2-D3F3-6B21-5FA2-2914D2BB3D1D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05.28.24_E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3CA46E-7CD7-1E44-F1D9-0C02DFA73350}"/>
              </a:ext>
            </a:extLst>
          </p:cNvPr>
          <p:cNvSpPr txBox="1"/>
          <p:nvPr/>
        </p:nvSpPr>
        <p:spPr>
          <a:xfrm>
            <a:off x="269240" y="99806"/>
            <a:ext cx="284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NaCl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5 mM NaCl; 15 mM LaCl3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8B431F0-3036-6EC7-C9A1-3C4CA6B5E37C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93969208"/>
                  </p:ext>
                </p:extLst>
              </p:nvPr>
            </p:nvGraphicFramePr>
            <p:xfrm>
              <a:off x="10312095" y="738130"/>
              <a:ext cx="1828800" cy="34747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6186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416286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9.62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4.59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6.86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9.14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8.95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9.29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11.05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9.44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13.08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9.66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15.04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9.84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16.87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10.04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18.60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10.18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20.24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10.31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21.82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8B431F0-3036-6EC7-C9A1-3C4CA6B5E37C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93969208"/>
                  </p:ext>
                </p:extLst>
              </p:nvPr>
            </p:nvGraphicFramePr>
            <p:xfrm>
              <a:off x="10312095" y="738130"/>
              <a:ext cx="1828800" cy="34747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6186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416286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4444" t="-150000" r="-105556" b="-9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1868" t="-150000" r="-4396" b="-997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9.62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4.59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6.86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9.14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8.95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9.29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11.05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9.44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13.08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9.66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15.04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9.84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16.87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10.04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18.60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10.18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20.24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278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10.31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21.82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80BD2D8-CD33-FF50-9598-E600B40558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05" y="2478231"/>
            <a:ext cx="2000250" cy="15001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5CC359-0336-2F62-9B3B-13422C565A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963" y="2478231"/>
            <a:ext cx="2000250" cy="1500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04ED82-A388-EFBD-1406-4A5636AD07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822" y="2478231"/>
            <a:ext cx="2000250" cy="15001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59320A-6F76-05A1-D9EC-992394BC06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079" y="2478231"/>
            <a:ext cx="2000250" cy="15001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2DE7D9-3970-00C9-B5EC-DE38534FA4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178" y="2478231"/>
            <a:ext cx="2000250" cy="15001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92798C0-DDB9-5614-F4DD-BB000CC1D1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05" y="914860"/>
            <a:ext cx="2000250" cy="15001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0BB67AC-9130-C1D6-B7CF-6BDB1D05D2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963" y="914860"/>
            <a:ext cx="2000250" cy="15001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909B36-9631-6181-78A8-1BC368EA91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742" y="914860"/>
            <a:ext cx="2000250" cy="150018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FBAEB17-C1F0-A1F2-16FB-E5AC8E3309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601" y="914860"/>
            <a:ext cx="2000250" cy="150018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BA26F0B-F86A-3559-F98F-AE20AB695A4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538" y="914860"/>
            <a:ext cx="2000250" cy="15001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01B87E1-04F3-6640-157A-2133DC100DB0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00750742"/>
                  </p:ext>
                </p:extLst>
              </p:nvPr>
            </p:nvGraphicFramePr>
            <p:xfrm>
              <a:off x="8420624" y="730500"/>
              <a:ext cx="1828800" cy="34828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6186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38697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NUMERICAL SOLUTION – USING ODE15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3286317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9.77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4.51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9.17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6.76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9.31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8.85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9.45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10.96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9.61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12.99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9.82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14.94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9.98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16.78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10.17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18.56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10.30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20.21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10.42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21.78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01B87E1-04F3-6640-157A-2133DC100DB0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00750742"/>
                  </p:ext>
                </p:extLst>
              </p:nvPr>
            </p:nvGraphicFramePr>
            <p:xfrm>
              <a:off x="8420624" y="730500"/>
              <a:ext cx="1828800" cy="34828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6186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551307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395066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NUMERICAL SOLUTION – USING ODE15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3286317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14"/>
                          <a:stretch>
                            <a:fillRect l="-134444" t="-143478" r="-105556" b="-10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14"/>
                          <a:stretch>
                            <a:fillRect l="-231868" t="-143478" r="-4396" b="-1008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9.77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4.51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9.17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6.76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9.31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8.85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9.45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10.96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9.61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12.99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9.82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14.94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9.98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16.78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10.17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18.56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10.30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20.21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280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10.42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>
                              <a:latin typeface="+mn-lt"/>
                              <a:cs typeface="Times New Roman" panose="02020603050405020304" pitchFamily="18" charset="0"/>
                            </a:rPr>
                            <a:t>21.78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6BE1E837-AE92-0FAC-53E5-6BA0C50B216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850" y="4273222"/>
            <a:ext cx="3333750" cy="250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15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06499-B768-909F-3358-E255E14F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6DC2DD-36E0-08FD-7C0A-599DA80CB4B3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CA633-E9CE-9865-3D57-E63A5F67C6ED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05.28.24_E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59DFA-9971-E85B-C201-B8F3647473E6}"/>
              </a:ext>
            </a:extLst>
          </p:cNvPr>
          <p:cNvSpPr txBox="1"/>
          <p:nvPr/>
        </p:nvSpPr>
        <p:spPr>
          <a:xfrm>
            <a:off x="145675" y="127100"/>
            <a:ext cx="2808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20 mM NaCl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10 mM NaCl; 15 mM LaCl3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552D129-DEE9-5AB9-0D58-0FC1E1E872DD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1333943"/>
                  </p:ext>
                </p:extLst>
              </p:nvPr>
            </p:nvGraphicFramePr>
            <p:xfrm>
              <a:off x="145675" y="1442957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21.14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4.79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18.68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6.78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18.28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8.59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18.17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10.46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18.04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12.26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17.95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14.22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18.04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16.02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17.73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17.91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17.69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19.57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17.48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20.63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552D129-DEE9-5AB9-0D58-0FC1E1E872DD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1333943"/>
                  </p:ext>
                </p:extLst>
              </p:nvPr>
            </p:nvGraphicFramePr>
            <p:xfrm>
              <a:off x="145675" y="1442957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2877" t="-77193" r="-102740" b="-10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2877" t="-77193" r="-2740" b="-10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21.14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4.79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18.68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6.78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18.28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8.59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18.17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10.46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18.04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12.26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17.95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14.22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18.04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16.02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17.73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17.91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17.69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19.57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17.48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20.63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B10A0C2-9AF6-0E23-B41D-9C9EBDAB38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2010338"/>
            <a:ext cx="40005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95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8B5E-77C8-77A3-7198-7061AC012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21BFF2-5FC5-2291-BDD9-E49CF1DCA0AB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DB092C-AF84-2540-C47F-DA933FA01AE6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NF270_MC4, 07.12.24_E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CEF2CF-7940-F4DF-788C-C81908217410}"/>
              </a:ext>
            </a:extLst>
          </p:cNvPr>
          <p:cNvSpPr txBox="1"/>
          <p:nvPr/>
        </p:nvSpPr>
        <p:spPr>
          <a:xfrm>
            <a:off x="174522" y="192140"/>
            <a:ext cx="2830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5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0.2 mM LaCl3; 50 mM NaCl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393963D-F403-04EC-738C-86DA301E175B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19750849"/>
                  </p:ext>
                </p:extLst>
              </p:nvPr>
            </p:nvGraphicFramePr>
            <p:xfrm>
              <a:off x="174522" y="1361431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5.29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8.30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10.73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8.19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14.64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8.16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18.51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8.16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22.08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8.20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25.35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8.22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28.41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8.19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31.28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8.11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33.52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8.05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35.23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8.12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393963D-F403-04EC-738C-86DA301E175B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19750849"/>
                  </p:ext>
                </p:extLst>
              </p:nvPr>
            </p:nvGraphicFramePr>
            <p:xfrm>
              <a:off x="174522" y="1361431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2877" t="-74138" r="-102740" b="-10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2877" t="-74138" r="-2740" b="-10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5.29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8.30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10.73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8.19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14.64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8.16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18.51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8.16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22.08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8.20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25.35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8.22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28.41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8.19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31.28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8.11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33.52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8.05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35.23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8.12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4C871ABB-5C9A-0364-66D9-F880D4A50E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392" y="1928812"/>
            <a:ext cx="40005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76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A692F-9D5B-8DD1-AF21-421AF2F4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99ADF4-B0E0-A04F-7C39-8A1C69F4C6BB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EBBEA-C197-C173-C0E5-83142EEB7D2C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09.09.25_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0C1BA-F537-51C2-6DF3-4CC909388115}"/>
              </a:ext>
            </a:extLst>
          </p:cNvPr>
          <p:cNvSpPr txBox="1"/>
          <p:nvPr/>
        </p:nvSpPr>
        <p:spPr>
          <a:xfrm>
            <a:off x="80553" y="192140"/>
            <a:ext cx="2804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0.4 mM LaCl3; 50 mM NaCl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9E8A8F9-896F-66B5-F874-A09FB499D126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81401406"/>
                  </p:ext>
                </p:extLst>
              </p:nvPr>
            </p:nvGraphicFramePr>
            <p:xfrm>
              <a:off x="80553" y="1433530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1.41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18.99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8.43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18.53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13.35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18.19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17.28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18.04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21.14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18.06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24.37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18.12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27.38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18.01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29.95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17.73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32.08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17.34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32.97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17.41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9E8A8F9-896F-66B5-F874-A09FB499D126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81401406"/>
                  </p:ext>
                </p:extLst>
              </p:nvPr>
            </p:nvGraphicFramePr>
            <p:xfrm>
              <a:off x="80553" y="1433530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2192" t="-74138" r="-102740" b="-10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2192" t="-74138" r="-2740" b="-10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1.41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18.99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8.43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18.53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13.35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18.19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17.28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18.04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21.14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18.06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24.37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18.12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27.38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18.01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29.95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17.73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32.08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17.34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32.97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17.41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1EAFB6A3-BC53-F6B9-9FF5-94AABE7A4F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2070618"/>
            <a:ext cx="40005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58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507E4-633B-1321-7672-07F7EF08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C5E743-2C70-6430-B957-0D16555AB87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3D7C3-D231-AE4C-72EF-729E5790BF43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05.30.24_E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E5D4B-2475-97CF-C3F7-A738E94E2AAE}"/>
              </a:ext>
            </a:extLst>
          </p:cNvPr>
          <p:cNvSpPr txBox="1"/>
          <p:nvPr/>
        </p:nvSpPr>
        <p:spPr>
          <a:xfrm>
            <a:off x="114288" y="127100"/>
            <a:ext cx="2781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Multicomponent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NaCl; 1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50 mM NaCl; 10 mM LaCl3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0BB32E0-B21F-5187-8577-17E33D737AE3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62934398"/>
                  </p:ext>
                </p:extLst>
              </p:nvPr>
            </p:nvGraphicFramePr>
            <p:xfrm>
              <a:off x="114288" y="1434586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12.43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2.90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16.59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4.60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20.41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6.28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23.58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7.84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26.56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9.22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29.24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10.40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31.77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11.57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33.46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12.99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34.84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14.47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36.45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14.56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0BB32E0-B21F-5187-8577-17E33D737AE3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62934398"/>
                  </p:ext>
                </p:extLst>
              </p:nvPr>
            </p:nvGraphicFramePr>
            <p:xfrm>
              <a:off x="114288" y="1434586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2877" t="-74138" r="-102740" b="-10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2877" t="-74138" r="-2740" b="-10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12.43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2.90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16.59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4.60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20.41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6.28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23.58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7.84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26.56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9.22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29.24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10.40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31.77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11.57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33.46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12.99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34.84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14.47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36.45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14.56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F0E7F98-6376-A052-8DED-A45A0224FD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118" y="2634626"/>
            <a:ext cx="3067050" cy="23002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FD17A79-445A-A55D-FFF5-06EBE1D7F3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535" y="2634626"/>
            <a:ext cx="3067050" cy="230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188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0A6BE-41B0-2D2B-F2E9-E3B4F9B43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CF92AE-3B19-1F73-182E-B7AF61A6084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4B9EA2-12D1-506F-DC44-B15881224C4E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NF270_MC4, 07.16.24_E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9F52FC-541F-D21D-3680-59C79A000176}"/>
              </a:ext>
            </a:extLst>
          </p:cNvPr>
          <p:cNvSpPr txBox="1"/>
          <p:nvPr/>
        </p:nvSpPr>
        <p:spPr>
          <a:xfrm>
            <a:off x="153477" y="192140"/>
            <a:ext cx="2792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50 mM NaCl; 1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10 mM NaCl; 20 mM LaCl3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7FE8AAB-DAAF-8695-5BC5-E5368E1C8A89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4259992"/>
                  </p:ext>
                </p:extLst>
              </p:nvPr>
            </p:nvGraphicFramePr>
            <p:xfrm>
              <a:off x="153477" y="1473072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𝐢𝐧𝐭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1" i="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60.22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4.50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48.13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8.37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44.50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11.63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42.07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14.55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39.82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17.24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37.42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19.83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35.52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22.32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33.67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24.66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32.04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26.87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30.49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29.06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7FE8AAB-DAAF-8695-5BC5-E5368E1C8A89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4259992"/>
                  </p:ext>
                </p:extLst>
              </p:nvPr>
            </p:nvGraphicFramePr>
            <p:xfrm>
              <a:off x="153477" y="1473072"/>
              <a:ext cx="2947940" cy="41351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0578">
                      <a:extLst>
                        <a:ext uri="{9D8B030D-6E8A-4147-A177-3AD203B41FA5}">
                          <a16:colId xmlns:a16="http://schemas.microsoft.com/office/drawing/2014/main" val="3238998128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5555037"/>
                        </a:ext>
                      </a:extLst>
                    </a:gridCol>
                    <a:gridCol w="888681">
                      <a:extLst>
                        <a:ext uri="{9D8B030D-6E8A-4147-A177-3AD203B41FA5}">
                          <a16:colId xmlns:a16="http://schemas.microsoft.com/office/drawing/2014/main" val="2276089177"/>
                        </a:ext>
                      </a:extLst>
                    </a:gridCol>
                  </a:tblGrid>
                  <a:tr h="2587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ANALYTICAL SOLUTION – USING CUSSLER APPROX</a:t>
                          </a:r>
                        </a:p>
                      </a:txBody>
                      <a:tcPr marL="90414" marR="90414" marT="45133" marB="45133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086723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i="0" dirty="0">
                              <a:latin typeface="+mn-lt"/>
                              <a:cs typeface="Times New Roman" panose="02020603050405020304" pitchFamily="18" charset="0"/>
                            </a:rPr>
                            <a:t>Vial #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132192" t="-74138" r="-102740" b="-10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9" marR="82299" marT="38890" marB="38890">
                        <a:blipFill>
                          <a:blip r:embed="rId3"/>
                          <a:stretch>
                            <a:fillRect l="-232192" t="-74138" r="-2740" b="-10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876097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60.22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4.50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61232112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48.13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8.37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593591416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44.50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11.63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611688073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42.07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14.55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80375687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39.82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17.24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131677891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37.42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19.83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234684685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35.52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22.32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1063143552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33.67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24.66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843864619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32.04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26.87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08237494"/>
                      </a:ext>
                    </a:extLst>
                  </a:tr>
                  <a:tr h="352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30.49</a:t>
                          </a:r>
                        </a:p>
                      </a:txBody>
                      <a:tcPr marL="82299" marR="82299" marT="38890" marB="388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i="0" dirty="0">
                              <a:latin typeface="+mn-lt"/>
                              <a:cs typeface="Times New Roman" panose="02020603050405020304" pitchFamily="18" charset="0"/>
                            </a:rPr>
                            <a:t>29.06</a:t>
                          </a:r>
                        </a:p>
                      </a:txBody>
                      <a:tcPr marL="82299" marR="82299" marT="38890" marB="38890"/>
                    </a:tc>
                    <a:extLst>
                      <a:ext uri="{0D108BD9-81ED-4DB2-BD59-A6C34878D82A}">
                        <a16:rowId xmlns:a16="http://schemas.microsoft.com/office/drawing/2014/main" val="39540762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1066C81-A0D3-F023-4C21-C8F5D8B07A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783" y="2198089"/>
            <a:ext cx="4000500" cy="3000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12BFDC-1398-5620-3B73-D29EFCCE93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283" y="2198089"/>
            <a:ext cx="40005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4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197975</TotalTime>
  <Words>1364</Words>
  <Application>Microsoft Office PowerPoint</Application>
  <PresentationFormat>Widescreen</PresentationFormat>
  <Paragraphs>782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On one 05/07/2020</dc:title>
  <dc:creator>Jonathan Ouimet</dc:creator>
  <cp:lastModifiedBy>Laurianne Estrada</cp:lastModifiedBy>
  <cp:revision>1444</cp:revision>
  <dcterms:created xsi:type="dcterms:W3CDTF">2020-05-07T13:25:50Z</dcterms:created>
  <dcterms:modified xsi:type="dcterms:W3CDTF">2026-06-06T20:07:22Z</dcterms:modified>
</cp:coreProperties>
</file>