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4" r:id="rId1"/>
  </p:sldMasterIdLst>
  <p:notesMasterIdLst>
    <p:notesMasterId r:id="rId30"/>
  </p:notesMasterIdLst>
  <p:sldIdLst>
    <p:sldId id="476" r:id="rId2"/>
    <p:sldId id="776" r:id="rId3"/>
    <p:sldId id="770" r:id="rId4"/>
    <p:sldId id="828" r:id="rId5"/>
    <p:sldId id="827" r:id="rId6"/>
    <p:sldId id="829" r:id="rId7"/>
    <p:sldId id="842" r:id="rId8"/>
    <p:sldId id="823" r:id="rId9"/>
    <p:sldId id="824" r:id="rId10"/>
    <p:sldId id="830" r:id="rId11"/>
    <p:sldId id="831" r:id="rId12"/>
    <p:sldId id="832" r:id="rId13"/>
    <p:sldId id="833" r:id="rId14"/>
    <p:sldId id="834" r:id="rId15"/>
    <p:sldId id="835" r:id="rId16"/>
    <p:sldId id="836" r:id="rId17"/>
    <p:sldId id="839" r:id="rId18"/>
    <p:sldId id="837" r:id="rId19"/>
    <p:sldId id="838" r:id="rId20"/>
    <p:sldId id="844" r:id="rId21"/>
    <p:sldId id="845" r:id="rId22"/>
    <p:sldId id="846" r:id="rId23"/>
    <p:sldId id="847" r:id="rId24"/>
    <p:sldId id="848" r:id="rId25"/>
    <p:sldId id="849" r:id="rId26"/>
    <p:sldId id="843" r:id="rId27"/>
    <p:sldId id="840" r:id="rId28"/>
    <p:sldId id="84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E26FFF"/>
    <a:srgbClr val="FFFFFF"/>
    <a:srgbClr val="D95015"/>
    <a:srgbClr val="D95319"/>
    <a:srgbClr val="7676FF"/>
    <a:srgbClr val="82D0FF"/>
    <a:srgbClr val="FF99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28E992-BF60-4C51-A023-0CB740E3FC37}" v="5" dt="2025-09-10T21:47:29.0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20" autoAdjust="0"/>
    <p:restoredTop sz="94961" autoAdjust="0"/>
  </p:normalViewPr>
  <p:slideViewPr>
    <p:cSldViewPr snapToGrid="0">
      <p:cViewPr>
        <p:scale>
          <a:sx n="70" d="100"/>
          <a:sy n="70" d="100"/>
        </p:scale>
        <p:origin x="1474" y="32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91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ianne Estrada" userId="877d0e272dd2d022" providerId="LiveId" clId="{040CF046-855B-40D4-AA10-B18205945E28}"/>
    <pc:docChg chg="undo custSel delSld modSld sldOrd">
      <pc:chgData name="Laurianne Estrada" userId="877d0e272dd2d022" providerId="LiveId" clId="{040CF046-855B-40D4-AA10-B18205945E28}" dt="2025-09-10T21:47:47.008" v="263" actId="1076"/>
      <pc:docMkLst>
        <pc:docMk/>
      </pc:docMkLst>
      <pc:sldChg chg="del">
        <pc:chgData name="Laurianne Estrada" userId="877d0e272dd2d022" providerId="LiveId" clId="{040CF046-855B-40D4-AA10-B18205945E28}" dt="2025-09-10T20:23:40.996" v="0" actId="2696"/>
        <pc:sldMkLst>
          <pc:docMk/>
          <pc:sldMk cId="3801132273" sldId="596"/>
        </pc:sldMkLst>
      </pc:sldChg>
      <pc:sldChg chg="del">
        <pc:chgData name="Laurianne Estrada" userId="877d0e272dd2d022" providerId="LiveId" clId="{040CF046-855B-40D4-AA10-B18205945E28}" dt="2025-09-10T20:23:50.905" v="4" actId="2696"/>
        <pc:sldMkLst>
          <pc:docMk/>
          <pc:sldMk cId="1673213355" sldId="766"/>
        </pc:sldMkLst>
      </pc:sldChg>
      <pc:sldChg chg="del">
        <pc:chgData name="Laurianne Estrada" userId="877d0e272dd2d022" providerId="LiveId" clId="{040CF046-855B-40D4-AA10-B18205945E28}" dt="2025-09-10T20:24:23.232" v="8" actId="2696"/>
        <pc:sldMkLst>
          <pc:docMk/>
          <pc:sldMk cId="3689917089" sldId="768"/>
        </pc:sldMkLst>
      </pc:sldChg>
      <pc:sldChg chg="addSp modSp mod">
        <pc:chgData name="Laurianne Estrada" userId="877d0e272dd2d022" providerId="LiveId" clId="{040CF046-855B-40D4-AA10-B18205945E28}" dt="2025-09-10T20:30:05.752" v="68" actId="1076"/>
        <pc:sldMkLst>
          <pc:docMk/>
          <pc:sldMk cId="3567687912" sldId="769"/>
        </pc:sldMkLst>
        <pc:spChg chg="mod">
          <ac:chgData name="Laurianne Estrada" userId="877d0e272dd2d022" providerId="LiveId" clId="{040CF046-855B-40D4-AA10-B18205945E28}" dt="2025-09-10T20:26:44.507" v="47" actId="1076"/>
          <ac:spMkLst>
            <pc:docMk/>
            <pc:sldMk cId="3567687912" sldId="769"/>
            <ac:spMk id="12" creationId="{C14B4C95-C0C9-CF6E-B097-3DB09F367425}"/>
          </ac:spMkLst>
        </pc:spChg>
        <pc:picChg chg="mod">
          <ac:chgData name="Laurianne Estrada" userId="877d0e272dd2d022" providerId="LiveId" clId="{040CF046-855B-40D4-AA10-B18205945E28}" dt="2025-09-10T20:26:46.115" v="48" actId="1076"/>
          <ac:picMkLst>
            <pc:docMk/>
            <pc:sldMk cId="3567687912" sldId="769"/>
            <ac:picMk id="6" creationId="{A373BF54-752F-9762-2FD4-4CCEAE4C5869}"/>
          </ac:picMkLst>
        </pc:picChg>
        <pc:picChg chg="add mod">
          <ac:chgData name="Laurianne Estrada" userId="877d0e272dd2d022" providerId="LiveId" clId="{040CF046-855B-40D4-AA10-B18205945E28}" dt="2025-09-10T20:30:05.752" v="68" actId="1076"/>
          <ac:picMkLst>
            <pc:docMk/>
            <pc:sldMk cId="3567687912" sldId="769"/>
            <ac:picMk id="8" creationId="{B4D69ECF-23E3-CF6F-1A36-4C7D7E2A4941}"/>
          </ac:picMkLst>
        </pc:picChg>
        <pc:picChg chg="mod">
          <ac:chgData name="Laurianne Estrada" userId="877d0e272dd2d022" providerId="LiveId" clId="{040CF046-855B-40D4-AA10-B18205945E28}" dt="2025-09-10T20:26:28.409" v="41" actId="1076"/>
          <ac:picMkLst>
            <pc:docMk/>
            <pc:sldMk cId="3567687912" sldId="769"/>
            <ac:picMk id="10" creationId="{8C0E90E6-8899-6B45-39A1-2EE68F3D1EE0}"/>
          </ac:picMkLst>
        </pc:picChg>
        <pc:picChg chg="mod">
          <ac:chgData name="Laurianne Estrada" userId="877d0e272dd2d022" providerId="LiveId" clId="{040CF046-855B-40D4-AA10-B18205945E28}" dt="2025-09-10T20:26:25.597" v="40" actId="1076"/>
          <ac:picMkLst>
            <pc:docMk/>
            <pc:sldMk cId="3567687912" sldId="769"/>
            <ac:picMk id="13" creationId="{B6C43C6E-CE27-DE8F-A94E-8502926A78C3}"/>
          </ac:picMkLst>
        </pc:picChg>
      </pc:sldChg>
      <pc:sldChg chg="addSp modSp mod">
        <pc:chgData name="Laurianne Estrada" userId="877d0e272dd2d022" providerId="LiveId" clId="{040CF046-855B-40D4-AA10-B18205945E28}" dt="2025-09-10T21:47:47.008" v="263" actId="1076"/>
        <pc:sldMkLst>
          <pc:docMk/>
          <pc:sldMk cId="1745088668" sldId="770"/>
        </pc:sldMkLst>
        <pc:spChg chg="mod">
          <ac:chgData name="Laurianne Estrada" userId="877d0e272dd2d022" providerId="LiveId" clId="{040CF046-855B-40D4-AA10-B18205945E28}" dt="2025-09-10T20:30:47.296" v="76" actId="1076"/>
          <ac:spMkLst>
            <pc:docMk/>
            <pc:sldMk cId="1745088668" sldId="770"/>
            <ac:spMk id="11" creationId="{546C3A51-08D5-4306-7F15-3F5DA621B2D7}"/>
          </ac:spMkLst>
        </pc:spChg>
        <pc:picChg chg="mod">
          <ac:chgData name="Laurianne Estrada" userId="877d0e272dd2d022" providerId="LiveId" clId="{040CF046-855B-40D4-AA10-B18205945E28}" dt="2025-09-10T20:30:54.328" v="77" actId="1076"/>
          <ac:picMkLst>
            <pc:docMk/>
            <pc:sldMk cId="1745088668" sldId="770"/>
            <ac:picMk id="6" creationId="{999CF672-02A7-8B88-7F48-7579C756C205}"/>
          </ac:picMkLst>
        </pc:picChg>
        <pc:picChg chg="mod">
          <ac:chgData name="Laurianne Estrada" userId="877d0e272dd2d022" providerId="LiveId" clId="{040CF046-855B-40D4-AA10-B18205945E28}" dt="2025-09-10T20:30:31.527" v="70" actId="1076"/>
          <ac:picMkLst>
            <pc:docMk/>
            <pc:sldMk cId="1745088668" sldId="770"/>
            <ac:picMk id="8" creationId="{AC318DC7-CC7F-A5C3-B04E-B38214E47B71}"/>
          </ac:picMkLst>
        </pc:picChg>
        <pc:picChg chg="add mod">
          <ac:chgData name="Laurianne Estrada" userId="877d0e272dd2d022" providerId="LiveId" clId="{040CF046-855B-40D4-AA10-B18205945E28}" dt="2025-09-10T21:47:47.008" v="263" actId="1076"/>
          <ac:picMkLst>
            <pc:docMk/>
            <pc:sldMk cId="1745088668" sldId="770"/>
            <ac:picMk id="9" creationId="{352E308A-7D98-8C54-CE8F-8513CC449E54}"/>
          </ac:picMkLst>
        </pc:picChg>
        <pc:picChg chg="mod">
          <ac:chgData name="Laurianne Estrada" userId="877d0e272dd2d022" providerId="LiveId" clId="{040CF046-855B-40D4-AA10-B18205945E28}" dt="2025-09-10T20:30:34.845" v="71" actId="1076"/>
          <ac:picMkLst>
            <pc:docMk/>
            <pc:sldMk cId="1745088668" sldId="770"/>
            <ac:picMk id="12" creationId="{79A863CA-8736-9021-109F-45D84617EB8A}"/>
          </ac:picMkLst>
        </pc:picChg>
      </pc:sldChg>
      <pc:sldChg chg="modSp mod">
        <pc:chgData name="Laurianne Estrada" userId="877d0e272dd2d022" providerId="LiveId" clId="{040CF046-855B-40D4-AA10-B18205945E28}" dt="2025-09-10T20:31:35.369" v="93" actId="1076"/>
        <pc:sldMkLst>
          <pc:docMk/>
          <pc:sldMk cId="1027300638" sldId="771"/>
        </pc:sldMkLst>
        <pc:spChg chg="mod">
          <ac:chgData name="Laurianne Estrada" userId="877d0e272dd2d022" providerId="LiveId" clId="{040CF046-855B-40D4-AA10-B18205945E28}" dt="2025-09-10T20:31:28.945" v="90" actId="1076"/>
          <ac:spMkLst>
            <pc:docMk/>
            <pc:sldMk cId="1027300638" sldId="771"/>
            <ac:spMk id="3" creationId="{50B1DD1D-B2AA-7DB1-5B49-5AE7F4A1C257}"/>
          </ac:spMkLst>
        </pc:spChg>
        <pc:spChg chg="mod">
          <ac:chgData name="Laurianne Estrada" userId="877d0e272dd2d022" providerId="LiveId" clId="{040CF046-855B-40D4-AA10-B18205945E28}" dt="2025-09-10T20:31:31.700" v="92" actId="1076"/>
          <ac:spMkLst>
            <pc:docMk/>
            <pc:sldMk cId="1027300638" sldId="771"/>
            <ac:spMk id="11" creationId="{8843B661-C04F-7A2D-C49A-B69065839EDF}"/>
          </ac:spMkLst>
        </pc:spChg>
        <pc:picChg chg="mod">
          <ac:chgData name="Laurianne Estrada" userId="877d0e272dd2d022" providerId="LiveId" clId="{040CF046-855B-40D4-AA10-B18205945E28}" dt="2025-09-10T20:31:35.369" v="93" actId="1076"/>
          <ac:picMkLst>
            <pc:docMk/>
            <pc:sldMk cId="1027300638" sldId="771"/>
            <ac:picMk id="6" creationId="{AB86B5E1-6684-F98C-2DA1-6ACE4C25353C}"/>
          </ac:picMkLst>
        </pc:picChg>
        <pc:picChg chg="mod">
          <ac:chgData name="Laurianne Estrada" userId="877d0e272dd2d022" providerId="LiveId" clId="{040CF046-855B-40D4-AA10-B18205945E28}" dt="2025-09-10T20:31:13.695" v="83" actId="1076"/>
          <ac:picMkLst>
            <pc:docMk/>
            <pc:sldMk cId="1027300638" sldId="771"/>
            <ac:picMk id="8" creationId="{BDC2AE0B-4627-57AC-4D30-A444AA6A37C3}"/>
          </ac:picMkLst>
        </pc:picChg>
        <pc:picChg chg="mod">
          <ac:chgData name="Laurianne Estrada" userId="877d0e272dd2d022" providerId="LiveId" clId="{040CF046-855B-40D4-AA10-B18205945E28}" dt="2025-09-10T20:31:11.813" v="82" actId="1076"/>
          <ac:picMkLst>
            <pc:docMk/>
            <pc:sldMk cId="1027300638" sldId="771"/>
            <ac:picMk id="12" creationId="{515F7796-E732-51E8-119F-9A4200DFD1F9}"/>
          </ac:picMkLst>
        </pc:picChg>
      </pc:sldChg>
      <pc:sldChg chg="modSp mod">
        <pc:chgData name="Laurianne Estrada" userId="877d0e272dd2d022" providerId="LiveId" clId="{040CF046-855B-40D4-AA10-B18205945E28}" dt="2025-09-10T20:32:10.697" v="105" actId="1076"/>
        <pc:sldMkLst>
          <pc:docMk/>
          <pc:sldMk cId="1648001500" sldId="772"/>
        </pc:sldMkLst>
        <pc:spChg chg="mod">
          <ac:chgData name="Laurianne Estrada" userId="877d0e272dd2d022" providerId="LiveId" clId="{040CF046-855B-40D4-AA10-B18205945E28}" dt="2025-09-10T20:32:00.155" v="102" actId="1076"/>
          <ac:spMkLst>
            <pc:docMk/>
            <pc:sldMk cId="1648001500" sldId="772"/>
            <ac:spMk id="12" creationId="{8DAA5E5E-56A4-8527-B429-01C54E81BFCD}"/>
          </ac:spMkLst>
        </pc:spChg>
        <pc:picChg chg="mod">
          <ac:chgData name="Laurianne Estrada" userId="877d0e272dd2d022" providerId="LiveId" clId="{040CF046-855B-40D4-AA10-B18205945E28}" dt="2025-09-10T20:32:03.370" v="103" actId="1076"/>
          <ac:picMkLst>
            <pc:docMk/>
            <pc:sldMk cId="1648001500" sldId="772"/>
            <ac:picMk id="6" creationId="{9807862F-DD12-18DA-C35E-E3CD0C195BEF}"/>
          </ac:picMkLst>
        </pc:picChg>
        <pc:picChg chg="mod">
          <ac:chgData name="Laurianne Estrada" userId="877d0e272dd2d022" providerId="LiveId" clId="{040CF046-855B-40D4-AA10-B18205945E28}" dt="2025-09-10T20:32:06.777" v="104" actId="1076"/>
          <ac:picMkLst>
            <pc:docMk/>
            <pc:sldMk cId="1648001500" sldId="772"/>
            <ac:picMk id="10" creationId="{7E48260A-3EDA-4706-12B7-157BEE3587CB}"/>
          </ac:picMkLst>
        </pc:picChg>
        <pc:picChg chg="mod">
          <ac:chgData name="Laurianne Estrada" userId="877d0e272dd2d022" providerId="LiveId" clId="{040CF046-855B-40D4-AA10-B18205945E28}" dt="2025-09-10T20:32:10.697" v="105" actId="1076"/>
          <ac:picMkLst>
            <pc:docMk/>
            <pc:sldMk cId="1648001500" sldId="772"/>
            <ac:picMk id="13" creationId="{AFCB4CF9-642E-6150-AA74-DFD29C1B61CB}"/>
          </ac:picMkLst>
        </pc:picChg>
      </pc:sldChg>
      <pc:sldChg chg="modSp mod">
        <pc:chgData name="Laurianne Estrada" userId="877d0e272dd2d022" providerId="LiveId" clId="{040CF046-855B-40D4-AA10-B18205945E28}" dt="2025-09-10T20:32:40.547" v="115" actId="1076"/>
        <pc:sldMkLst>
          <pc:docMk/>
          <pc:sldMk cId="1423840362" sldId="773"/>
        </pc:sldMkLst>
        <pc:spChg chg="mod">
          <ac:chgData name="Laurianne Estrada" userId="877d0e272dd2d022" providerId="LiveId" clId="{040CF046-855B-40D4-AA10-B18205945E28}" dt="2025-09-10T20:32:32.333" v="111" actId="1076"/>
          <ac:spMkLst>
            <pc:docMk/>
            <pc:sldMk cId="1423840362" sldId="773"/>
            <ac:spMk id="11" creationId="{221D0B7F-2159-AE8A-3619-0BC3DF8A51F9}"/>
          </ac:spMkLst>
        </pc:spChg>
        <pc:picChg chg="mod">
          <ac:chgData name="Laurianne Estrada" userId="877d0e272dd2d022" providerId="LiveId" clId="{040CF046-855B-40D4-AA10-B18205945E28}" dt="2025-09-10T20:32:33.529" v="112" actId="1076"/>
          <ac:picMkLst>
            <pc:docMk/>
            <pc:sldMk cId="1423840362" sldId="773"/>
            <ac:picMk id="6" creationId="{CE4FF029-56FD-4BAC-BED6-168022F961ED}"/>
          </ac:picMkLst>
        </pc:picChg>
        <pc:picChg chg="mod">
          <ac:chgData name="Laurianne Estrada" userId="877d0e272dd2d022" providerId="LiveId" clId="{040CF046-855B-40D4-AA10-B18205945E28}" dt="2025-09-10T20:32:40.547" v="115" actId="1076"/>
          <ac:picMkLst>
            <pc:docMk/>
            <pc:sldMk cId="1423840362" sldId="773"/>
            <ac:picMk id="10" creationId="{588D73DE-F085-F604-17E0-56E3DB14D4B6}"/>
          </ac:picMkLst>
        </pc:picChg>
        <pc:picChg chg="mod">
          <ac:chgData name="Laurianne Estrada" userId="877d0e272dd2d022" providerId="LiveId" clId="{040CF046-855B-40D4-AA10-B18205945E28}" dt="2025-09-10T20:32:35.517" v="113" actId="1076"/>
          <ac:picMkLst>
            <pc:docMk/>
            <pc:sldMk cId="1423840362" sldId="773"/>
            <ac:picMk id="13" creationId="{B678AFAB-CD4E-57E0-FEC1-E1CDAAD4113C}"/>
          </ac:picMkLst>
        </pc:picChg>
      </pc:sldChg>
      <pc:sldChg chg="modSp mod">
        <pc:chgData name="Laurianne Estrada" userId="877d0e272dd2d022" providerId="LiveId" clId="{040CF046-855B-40D4-AA10-B18205945E28}" dt="2025-09-10T20:33:50.729" v="137" actId="1076"/>
        <pc:sldMkLst>
          <pc:docMk/>
          <pc:sldMk cId="2395113113" sldId="777"/>
        </pc:sldMkLst>
        <pc:spChg chg="mod">
          <ac:chgData name="Laurianne Estrada" userId="877d0e272dd2d022" providerId="LiveId" clId="{040CF046-855B-40D4-AA10-B18205945E28}" dt="2025-09-10T20:33:36.694" v="132" actId="1076"/>
          <ac:spMkLst>
            <pc:docMk/>
            <pc:sldMk cId="2395113113" sldId="777"/>
            <ac:spMk id="12" creationId="{7FFBF48D-B48E-383E-9E0C-D53E3BA711DB}"/>
          </ac:spMkLst>
        </pc:spChg>
        <pc:picChg chg="mod">
          <ac:chgData name="Laurianne Estrada" userId="877d0e272dd2d022" providerId="LiveId" clId="{040CF046-855B-40D4-AA10-B18205945E28}" dt="2025-09-10T20:33:40.928" v="133" actId="1076"/>
          <ac:picMkLst>
            <pc:docMk/>
            <pc:sldMk cId="2395113113" sldId="777"/>
            <ac:picMk id="6" creationId="{C2B79028-5F8F-454C-C8F7-A1AD779B060F}"/>
          </ac:picMkLst>
        </pc:picChg>
        <pc:picChg chg="mod">
          <ac:chgData name="Laurianne Estrada" userId="877d0e272dd2d022" providerId="LiveId" clId="{040CF046-855B-40D4-AA10-B18205945E28}" dt="2025-09-10T20:33:50.729" v="137" actId="1076"/>
          <ac:picMkLst>
            <pc:docMk/>
            <pc:sldMk cId="2395113113" sldId="777"/>
            <ac:picMk id="9" creationId="{35723002-0165-59C3-BF25-2340B82EDA75}"/>
          </ac:picMkLst>
        </pc:picChg>
        <pc:picChg chg="mod">
          <ac:chgData name="Laurianne Estrada" userId="877d0e272dd2d022" providerId="LiveId" clId="{040CF046-855B-40D4-AA10-B18205945E28}" dt="2025-09-10T20:33:48.278" v="136" actId="1076"/>
          <ac:picMkLst>
            <pc:docMk/>
            <pc:sldMk cId="2395113113" sldId="777"/>
            <ac:picMk id="13" creationId="{EF701CBB-C6DA-40C5-41BF-0772FDA7EA91}"/>
          </ac:picMkLst>
        </pc:picChg>
      </pc:sldChg>
      <pc:sldChg chg="modSp mod">
        <pc:chgData name="Laurianne Estrada" userId="877d0e272dd2d022" providerId="LiveId" clId="{040CF046-855B-40D4-AA10-B18205945E28}" dt="2025-09-10T20:34:52.600" v="156" actId="1076"/>
        <pc:sldMkLst>
          <pc:docMk/>
          <pc:sldMk cId="1940985571" sldId="778"/>
        </pc:sldMkLst>
        <pc:spChg chg="mod">
          <ac:chgData name="Laurianne Estrada" userId="877d0e272dd2d022" providerId="LiveId" clId="{040CF046-855B-40D4-AA10-B18205945E28}" dt="2025-09-10T20:34:44.281" v="153" actId="1076"/>
          <ac:spMkLst>
            <pc:docMk/>
            <pc:sldMk cId="1940985571" sldId="778"/>
            <ac:spMk id="10" creationId="{C1BA17E6-205A-6E60-EFC6-9CF05AE1D15B}"/>
          </ac:spMkLst>
        </pc:spChg>
        <pc:picChg chg="mod">
          <ac:chgData name="Laurianne Estrada" userId="877d0e272dd2d022" providerId="LiveId" clId="{040CF046-855B-40D4-AA10-B18205945E28}" dt="2025-09-10T20:34:46.069" v="154" actId="1076"/>
          <ac:picMkLst>
            <pc:docMk/>
            <pc:sldMk cId="1940985571" sldId="778"/>
            <ac:picMk id="6" creationId="{322216F9-9D16-A812-C39F-3B691F2E25E0}"/>
          </ac:picMkLst>
        </pc:picChg>
        <pc:picChg chg="mod">
          <ac:chgData name="Laurianne Estrada" userId="877d0e272dd2d022" providerId="LiveId" clId="{040CF046-855B-40D4-AA10-B18205945E28}" dt="2025-09-10T20:34:52.600" v="156" actId="1076"/>
          <ac:picMkLst>
            <pc:docMk/>
            <pc:sldMk cId="1940985571" sldId="778"/>
            <ac:picMk id="11" creationId="{4E504645-9660-E362-F7FB-94A40C1C50BD}"/>
          </ac:picMkLst>
        </pc:picChg>
        <pc:picChg chg="mod">
          <ac:chgData name="Laurianne Estrada" userId="877d0e272dd2d022" providerId="LiveId" clId="{040CF046-855B-40D4-AA10-B18205945E28}" dt="2025-09-10T20:34:49.101" v="155" actId="1076"/>
          <ac:picMkLst>
            <pc:docMk/>
            <pc:sldMk cId="1940985571" sldId="778"/>
            <ac:picMk id="13" creationId="{678132FA-1167-72BA-55F4-49886AEDC358}"/>
          </ac:picMkLst>
        </pc:picChg>
      </pc:sldChg>
      <pc:sldChg chg="modSp mod">
        <pc:chgData name="Laurianne Estrada" userId="877d0e272dd2d022" providerId="LiveId" clId="{040CF046-855B-40D4-AA10-B18205945E28}" dt="2025-09-10T20:35:32.211" v="166" actId="1076"/>
        <pc:sldMkLst>
          <pc:docMk/>
          <pc:sldMk cId="998897538" sldId="779"/>
        </pc:sldMkLst>
        <pc:spChg chg="mod">
          <ac:chgData name="Laurianne Estrada" userId="877d0e272dd2d022" providerId="LiveId" clId="{040CF046-855B-40D4-AA10-B18205945E28}" dt="2025-09-10T20:35:30.120" v="165" actId="1076"/>
          <ac:spMkLst>
            <pc:docMk/>
            <pc:sldMk cId="998897538" sldId="779"/>
            <ac:spMk id="10" creationId="{3FACAB8B-13EF-54EE-DF7C-2B7D8E427D20}"/>
          </ac:spMkLst>
        </pc:spChg>
        <pc:picChg chg="mod">
          <ac:chgData name="Laurianne Estrada" userId="877d0e272dd2d022" providerId="LiveId" clId="{040CF046-855B-40D4-AA10-B18205945E28}" dt="2025-09-10T20:35:32.211" v="166" actId="1076"/>
          <ac:picMkLst>
            <pc:docMk/>
            <pc:sldMk cId="998897538" sldId="779"/>
            <ac:picMk id="6" creationId="{F8913FCC-F76D-B73F-9063-5933967C2517}"/>
          </ac:picMkLst>
        </pc:picChg>
        <pc:picChg chg="mod">
          <ac:chgData name="Laurianne Estrada" userId="877d0e272dd2d022" providerId="LiveId" clId="{040CF046-855B-40D4-AA10-B18205945E28}" dt="2025-09-10T20:35:17.685" v="160" actId="1076"/>
          <ac:picMkLst>
            <pc:docMk/>
            <pc:sldMk cId="998897538" sldId="779"/>
            <ac:picMk id="11" creationId="{5A2352E7-378D-7A5D-DADA-C3FB60DE9129}"/>
          </ac:picMkLst>
        </pc:picChg>
        <pc:picChg chg="mod">
          <ac:chgData name="Laurianne Estrada" userId="877d0e272dd2d022" providerId="LiveId" clId="{040CF046-855B-40D4-AA10-B18205945E28}" dt="2025-09-10T20:35:13.472" v="159" actId="1076"/>
          <ac:picMkLst>
            <pc:docMk/>
            <pc:sldMk cId="998897538" sldId="779"/>
            <ac:picMk id="13" creationId="{986934BC-8D65-19D6-06E9-3B0FFCED7063}"/>
          </ac:picMkLst>
        </pc:picChg>
      </pc:sldChg>
      <pc:sldChg chg="modSp mod">
        <pc:chgData name="Laurianne Estrada" userId="877d0e272dd2d022" providerId="LiveId" clId="{040CF046-855B-40D4-AA10-B18205945E28}" dt="2025-09-10T20:37:36.781" v="211" actId="1076"/>
        <pc:sldMkLst>
          <pc:docMk/>
          <pc:sldMk cId="1025095458" sldId="780"/>
        </pc:sldMkLst>
        <pc:spChg chg="mod">
          <ac:chgData name="Laurianne Estrada" userId="877d0e272dd2d022" providerId="LiveId" clId="{040CF046-855B-40D4-AA10-B18205945E28}" dt="2025-09-10T20:37:33.959" v="210" actId="1076"/>
          <ac:spMkLst>
            <pc:docMk/>
            <pc:sldMk cId="1025095458" sldId="780"/>
            <ac:spMk id="14" creationId="{49D59DFA-9971-E85B-C201-B8F3647473E6}"/>
          </ac:spMkLst>
        </pc:spChg>
        <pc:picChg chg="mod">
          <ac:chgData name="Laurianne Estrada" userId="877d0e272dd2d022" providerId="LiveId" clId="{040CF046-855B-40D4-AA10-B18205945E28}" dt="2025-09-10T20:37:36.781" v="211" actId="1076"/>
          <ac:picMkLst>
            <pc:docMk/>
            <pc:sldMk cId="1025095458" sldId="780"/>
            <ac:picMk id="6" creationId="{77D1A0D7-6C7F-8DAA-D41B-AA76F7CE42B8}"/>
          </ac:picMkLst>
        </pc:picChg>
        <pc:picChg chg="mod">
          <ac:chgData name="Laurianne Estrada" userId="877d0e272dd2d022" providerId="LiveId" clId="{040CF046-855B-40D4-AA10-B18205945E28}" dt="2025-09-10T20:37:22.525" v="205" actId="1076"/>
          <ac:picMkLst>
            <pc:docMk/>
            <pc:sldMk cId="1025095458" sldId="780"/>
            <ac:picMk id="9" creationId="{60360FF2-1EEA-F2FC-BC56-92979BD1FC19}"/>
          </ac:picMkLst>
        </pc:picChg>
        <pc:picChg chg="mod">
          <ac:chgData name="Laurianne Estrada" userId="877d0e272dd2d022" providerId="LiveId" clId="{040CF046-855B-40D4-AA10-B18205945E28}" dt="2025-09-10T20:37:20.529" v="204" actId="1076"/>
          <ac:picMkLst>
            <pc:docMk/>
            <pc:sldMk cId="1025095458" sldId="780"/>
            <ac:picMk id="12" creationId="{D1B7A2B5-0840-C870-41D5-9992A4B0FD72}"/>
          </ac:picMkLst>
        </pc:picChg>
      </pc:sldChg>
      <pc:sldChg chg="modSp mod">
        <pc:chgData name="Laurianne Estrada" userId="877d0e272dd2d022" providerId="LiveId" clId="{040CF046-855B-40D4-AA10-B18205945E28}" dt="2025-09-10T20:33:14.235" v="126" actId="1076"/>
        <pc:sldMkLst>
          <pc:docMk/>
          <pc:sldMk cId="1925551288" sldId="781"/>
        </pc:sldMkLst>
        <pc:spChg chg="mod">
          <ac:chgData name="Laurianne Estrada" userId="877d0e272dd2d022" providerId="LiveId" clId="{040CF046-855B-40D4-AA10-B18205945E28}" dt="2025-09-10T20:32:51.153" v="118" actId="1076"/>
          <ac:spMkLst>
            <pc:docMk/>
            <pc:sldMk cId="1925551288" sldId="781"/>
            <ac:spMk id="3" creationId="{3D69074D-6B64-7B04-26D7-263FCDDEF603}"/>
          </ac:spMkLst>
        </pc:spChg>
        <pc:spChg chg="mod">
          <ac:chgData name="Laurianne Estrada" userId="877d0e272dd2d022" providerId="LiveId" clId="{040CF046-855B-40D4-AA10-B18205945E28}" dt="2025-09-10T20:33:04.857" v="123" actId="1076"/>
          <ac:spMkLst>
            <pc:docMk/>
            <pc:sldMk cId="1925551288" sldId="781"/>
            <ac:spMk id="10" creationId="{9B63F858-4840-CE7E-37C8-666452EF0AA8}"/>
          </ac:spMkLst>
        </pc:spChg>
        <pc:picChg chg="mod">
          <ac:chgData name="Laurianne Estrada" userId="877d0e272dd2d022" providerId="LiveId" clId="{040CF046-855B-40D4-AA10-B18205945E28}" dt="2025-09-10T20:33:08.057" v="124" actId="1076"/>
          <ac:picMkLst>
            <pc:docMk/>
            <pc:sldMk cId="1925551288" sldId="781"/>
            <ac:picMk id="6" creationId="{A6ECE744-7086-BE25-FF1D-79661EFB6297}"/>
          </ac:picMkLst>
        </pc:picChg>
        <pc:picChg chg="mod">
          <ac:chgData name="Laurianne Estrada" userId="877d0e272dd2d022" providerId="LiveId" clId="{040CF046-855B-40D4-AA10-B18205945E28}" dt="2025-09-10T20:33:14.235" v="126" actId="1076"/>
          <ac:picMkLst>
            <pc:docMk/>
            <pc:sldMk cId="1925551288" sldId="781"/>
            <ac:picMk id="11" creationId="{ECD61687-5645-24D2-5566-37844562A46E}"/>
          </ac:picMkLst>
        </pc:picChg>
        <pc:picChg chg="mod">
          <ac:chgData name="Laurianne Estrada" userId="877d0e272dd2d022" providerId="LiveId" clId="{040CF046-855B-40D4-AA10-B18205945E28}" dt="2025-09-10T20:33:10.646" v="125" actId="1076"/>
          <ac:picMkLst>
            <pc:docMk/>
            <pc:sldMk cId="1925551288" sldId="781"/>
            <ac:picMk id="13" creationId="{671A0524-41E0-DDC9-4FB1-A88B2FD0E262}"/>
          </ac:picMkLst>
        </pc:picChg>
      </pc:sldChg>
      <pc:sldChg chg="modSp mod">
        <pc:chgData name="Laurianne Estrada" userId="877d0e272dd2d022" providerId="LiveId" clId="{040CF046-855B-40D4-AA10-B18205945E28}" dt="2025-09-10T20:37:10" v="201" actId="1076"/>
        <pc:sldMkLst>
          <pc:docMk/>
          <pc:sldMk cId="2310615587" sldId="782"/>
        </pc:sldMkLst>
        <pc:spChg chg="mod">
          <ac:chgData name="Laurianne Estrada" userId="877d0e272dd2d022" providerId="LiveId" clId="{040CF046-855B-40D4-AA10-B18205945E28}" dt="2025-09-10T20:36:59.273" v="197" actId="1076"/>
          <ac:spMkLst>
            <pc:docMk/>
            <pc:sldMk cId="2310615587" sldId="782"/>
            <ac:spMk id="3" creationId="{45F26CB2-D3F3-6B21-5FA2-2914D2BB3D1D}"/>
          </ac:spMkLst>
        </pc:spChg>
        <pc:spChg chg="mod">
          <ac:chgData name="Laurianne Estrada" userId="877d0e272dd2d022" providerId="LiveId" clId="{040CF046-855B-40D4-AA10-B18205945E28}" dt="2025-09-10T20:37:02.817" v="198" actId="1076"/>
          <ac:spMkLst>
            <pc:docMk/>
            <pc:sldMk cId="2310615587" sldId="782"/>
            <ac:spMk id="6" creationId="{493CA46E-7CD7-1E44-F1D9-0C02DFA73350}"/>
          </ac:spMkLst>
        </pc:spChg>
        <pc:picChg chg="mod">
          <ac:chgData name="Laurianne Estrada" userId="877d0e272dd2d022" providerId="LiveId" clId="{040CF046-855B-40D4-AA10-B18205945E28}" dt="2025-09-10T20:37:04.989" v="199" actId="1076"/>
          <ac:picMkLst>
            <pc:docMk/>
            <pc:sldMk cId="2310615587" sldId="782"/>
            <ac:picMk id="8" creationId="{627B7036-5DFD-60E4-FA26-E232EAB4A898}"/>
          </ac:picMkLst>
        </pc:picChg>
        <pc:picChg chg="mod">
          <ac:chgData name="Laurianne Estrada" userId="877d0e272dd2d022" providerId="LiveId" clId="{040CF046-855B-40D4-AA10-B18205945E28}" dt="2025-09-10T20:37:10" v="201" actId="1076"/>
          <ac:picMkLst>
            <pc:docMk/>
            <pc:sldMk cId="2310615587" sldId="782"/>
            <ac:picMk id="9" creationId="{E84D1465-1595-C203-094E-4B4C58D064B2}"/>
          </ac:picMkLst>
        </pc:picChg>
        <pc:picChg chg="mod">
          <ac:chgData name="Laurianne Estrada" userId="877d0e272dd2d022" providerId="LiveId" clId="{040CF046-855B-40D4-AA10-B18205945E28}" dt="2025-09-10T20:37:07.775" v="200" actId="1076"/>
          <ac:picMkLst>
            <pc:docMk/>
            <pc:sldMk cId="2310615587" sldId="782"/>
            <ac:picMk id="12" creationId="{C2CA6E99-53A4-6E73-1126-886387DA736A}"/>
          </ac:picMkLst>
        </pc:picChg>
      </pc:sldChg>
      <pc:sldChg chg="del">
        <pc:chgData name="Laurianne Estrada" userId="877d0e272dd2d022" providerId="LiveId" clId="{040CF046-855B-40D4-AA10-B18205945E28}" dt="2025-09-10T20:24:55.977" v="12" actId="2696"/>
        <pc:sldMkLst>
          <pc:docMk/>
          <pc:sldMk cId="2038159940" sldId="783"/>
        </pc:sldMkLst>
      </pc:sldChg>
      <pc:sldChg chg="modSp mod">
        <pc:chgData name="Laurianne Estrada" userId="877d0e272dd2d022" providerId="LiveId" clId="{040CF046-855B-40D4-AA10-B18205945E28}" dt="2025-09-10T20:39:17.061" v="238" actId="1076"/>
        <pc:sldMkLst>
          <pc:docMk/>
          <pc:sldMk cId="2552188440" sldId="784"/>
        </pc:sldMkLst>
        <pc:spChg chg="mod">
          <ac:chgData name="Laurianne Estrada" userId="877d0e272dd2d022" providerId="LiveId" clId="{040CF046-855B-40D4-AA10-B18205945E28}" dt="2025-09-10T20:39:05.696" v="235" actId="1076"/>
          <ac:spMkLst>
            <pc:docMk/>
            <pc:sldMk cId="2552188440" sldId="784"/>
            <ac:spMk id="10" creationId="{EF9E5D4B-2475-97CF-C3F7-A738E94E2AAE}"/>
          </ac:spMkLst>
        </pc:spChg>
        <pc:picChg chg="mod">
          <ac:chgData name="Laurianne Estrada" userId="877d0e272dd2d022" providerId="LiveId" clId="{040CF046-855B-40D4-AA10-B18205945E28}" dt="2025-09-10T20:39:08.112" v="236" actId="1076"/>
          <ac:picMkLst>
            <pc:docMk/>
            <pc:sldMk cId="2552188440" sldId="784"/>
            <ac:picMk id="6" creationId="{B9B1690C-F72F-946F-883E-06BB58FD755B}"/>
          </ac:picMkLst>
        </pc:picChg>
        <pc:picChg chg="mod">
          <ac:chgData name="Laurianne Estrada" userId="877d0e272dd2d022" providerId="LiveId" clId="{040CF046-855B-40D4-AA10-B18205945E28}" dt="2025-09-10T20:39:17.061" v="238" actId="1076"/>
          <ac:picMkLst>
            <pc:docMk/>
            <pc:sldMk cId="2552188440" sldId="784"/>
            <ac:picMk id="11" creationId="{4F5DAE38-C2BB-B049-E040-294F7DA311B4}"/>
          </ac:picMkLst>
        </pc:picChg>
        <pc:picChg chg="mod">
          <ac:chgData name="Laurianne Estrada" userId="877d0e272dd2d022" providerId="LiveId" clId="{040CF046-855B-40D4-AA10-B18205945E28}" dt="2025-09-10T20:39:11.012" v="237" actId="1076"/>
          <ac:picMkLst>
            <pc:docMk/>
            <pc:sldMk cId="2552188440" sldId="784"/>
            <ac:picMk id="13" creationId="{5B511581-6812-CCC7-E7ED-E6BCF4AF8BC5}"/>
          </ac:picMkLst>
        </pc:picChg>
      </pc:sldChg>
      <pc:sldChg chg="modSp mod">
        <pc:chgData name="Laurianne Estrada" userId="877d0e272dd2d022" providerId="LiveId" clId="{040CF046-855B-40D4-AA10-B18205945E28}" dt="2025-09-10T20:38:12.413" v="220" actId="1076"/>
        <pc:sldMkLst>
          <pc:docMk/>
          <pc:sldMk cId="3576976566" sldId="785"/>
        </pc:sldMkLst>
        <pc:spChg chg="mod">
          <ac:chgData name="Laurianne Estrada" userId="877d0e272dd2d022" providerId="LiveId" clId="{040CF046-855B-40D4-AA10-B18205945E28}" dt="2025-09-10T20:37:56.827" v="217" actId="1076"/>
          <ac:spMkLst>
            <pc:docMk/>
            <pc:sldMk cId="3576976566" sldId="785"/>
            <ac:spMk id="10" creationId="{A5CEF2CF-7940-F4DF-788C-C81908217410}"/>
          </ac:spMkLst>
        </pc:spChg>
        <pc:picChg chg="mod">
          <ac:chgData name="Laurianne Estrada" userId="877d0e272dd2d022" providerId="LiveId" clId="{040CF046-855B-40D4-AA10-B18205945E28}" dt="2025-09-10T20:38:02.483" v="218" actId="1076"/>
          <ac:picMkLst>
            <pc:docMk/>
            <pc:sldMk cId="3576976566" sldId="785"/>
            <ac:picMk id="6" creationId="{7506DD0F-8A0B-2801-82C4-478B06CEF409}"/>
          </ac:picMkLst>
        </pc:picChg>
        <pc:picChg chg="mod">
          <ac:chgData name="Laurianne Estrada" userId="877d0e272dd2d022" providerId="LiveId" clId="{040CF046-855B-40D4-AA10-B18205945E28}" dt="2025-09-10T20:38:12.413" v="220" actId="1076"/>
          <ac:picMkLst>
            <pc:docMk/>
            <pc:sldMk cId="3576976566" sldId="785"/>
            <ac:picMk id="11" creationId="{1746A18E-5D0B-3AC7-0864-FDBB186C822D}"/>
          </ac:picMkLst>
        </pc:picChg>
        <pc:picChg chg="mod">
          <ac:chgData name="Laurianne Estrada" userId="877d0e272dd2d022" providerId="LiveId" clId="{040CF046-855B-40D4-AA10-B18205945E28}" dt="2025-09-10T20:38:08.268" v="219" actId="1076"/>
          <ac:picMkLst>
            <pc:docMk/>
            <pc:sldMk cId="3576976566" sldId="785"/>
            <ac:picMk id="13" creationId="{BE048B30-6771-8E9B-F02A-96D4F63D4037}"/>
          </ac:picMkLst>
        </pc:picChg>
      </pc:sldChg>
      <pc:sldChg chg="del">
        <pc:chgData name="Laurianne Estrada" userId="877d0e272dd2d022" providerId="LiveId" clId="{040CF046-855B-40D4-AA10-B18205945E28}" dt="2025-09-10T20:24:59.372" v="13" actId="2696"/>
        <pc:sldMkLst>
          <pc:docMk/>
          <pc:sldMk cId="1094125999" sldId="786"/>
        </pc:sldMkLst>
      </pc:sldChg>
      <pc:sldChg chg="modSp mod">
        <pc:chgData name="Laurianne Estrada" userId="877d0e272dd2d022" providerId="LiveId" clId="{040CF046-855B-40D4-AA10-B18205945E28}" dt="2025-09-10T20:39:46.135" v="247" actId="1076"/>
        <pc:sldMkLst>
          <pc:docMk/>
          <pc:sldMk cId="1553547573" sldId="787"/>
        </pc:sldMkLst>
        <pc:spChg chg="mod">
          <ac:chgData name="Laurianne Estrada" userId="877d0e272dd2d022" providerId="LiveId" clId="{040CF046-855B-40D4-AA10-B18205945E28}" dt="2025-09-10T20:39:38.851" v="244" actId="1076"/>
          <ac:spMkLst>
            <pc:docMk/>
            <pc:sldMk cId="1553547573" sldId="787"/>
            <ac:spMk id="10" creationId="{669F52FC-541F-D21D-3680-59C79A000176}"/>
          </ac:spMkLst>
        </pc:spChg>
        <pc:picChg chg="mod">
          <ac:chgData name="Laurianne Estrada" userId="877d0e272dd2d022" providerId="LiveId" clId="{040CF046-855B-40D4-AA10-B18205945E28}" dt="2025-09-10T20:39:40.403" v="245" actId="1076"/>
          <ac:picMkLst>
            <pc:docMk/>
            <pc:sldMk cId="1553547573" sldId="787"/>
            <ac:picMk id="6" creationId="{C3E10901-B180-0AE9-E313-32246EFA0F34}"/>
          </ac:picMkLst>
        </pc:picChg>
        <pc:picChg chg="mod">
          <ac:chgData name="Laurianne Estrada" userId="877d0e272dd2d022" providerId="LiveId" clId="{040CF046-855B-40D4-AA10-B18205945E28}" dt="2025-09-10T20:39:46.135" v="247" actId="1076"/>
          <ac:picMkLst>
            <pc:docMk/>
            <pc:sldMk cId="1553547573" sldId="787"/>
            <ac:picMk id="11" creationId="{A882B6C4-F165-8102-BE7E-1C2F20D0AC8F}"/>
          </ac:picMkLst>
        </pc:picChg>
        <pc:picChg chg="mod">
          <ac:chgData name="Laurianne Estrada" userId="877d0e272dd2d022" providerId="LiveId" clId="{040CF046-855B-40D4-AA10-B18205945E28}" dt="2025-09-10T20:39:42.709" v="246" actId="1076"/>
          <ac:picMkLst>
            <pc:docMk/>
            <pc:sldMk cId="1553547573" sldId="787"/>
            <ac:picMk id="13" creationId="{7FF7A297-E489-0F1D-CB97-F4EC85087975}"/>
          </ac:picMkLst>
        </pc:picChg>
      </pc:sldChg>
      <pc:sldChg chg="del">
        <pc:chgData name="Laurianne Estrada" userId="877d0e272dd2d022" providerId="LiveId" clId="{040CF046-855B-40D4-AA10-B18205945E28}" dt="2025-09-10T20:24:59.372" v="13" actId="2696"/>
        <pc:sldMkLst>
          <pc:docMk/>
          <pc:sldMk cId="1747140573" sldId="789"/>
        </pc:sldMkLst>
      </pc:sldChg>
      <pc:sldChg chg="del">
        <pc:chgData name="Laurianne Estrada" userId="877d0e272dd2d022" providerId="LiveId" clId="{040CF046-855B-40D4-AA10-B18205945E28}" dt="2025-09-10T20:23:47.312" v="3" actId="2696"/>
        <pc:sldMkLst>
          <pc:docMk/>
          <pc:sldMk cId="573651141" sldId="790"/>
        </pc:sldMkLst>
      </pc:sldChg>
      <pc:sldChg chg="del">
        <pc:chgData name="Laurianne Estrada" userId="877d0e272dd2d022" providerId="LiveId" clId="{040CF046-855B-40D4-AA10-B18205945E28}" dt="2025-09-10T20:23:55.694" v="5" actId="2696"/>
        <pc:sldMkLst>
          <pc:docMk/>
          <pc:sldMk cId="3718719549" sldId="791"/>
        </pc:sldMkLst>
      </pc:sldChg>
      <pc:sldChg chg="addSp modSp mod">
        <pc:chgData name="Laurianne Estrada" userId="877d0e272dd2d022" providerId="LiveId" clId="{040CF046-855B-40D4-AA10-B18205945E28}" dt="2025-09-10T20:30:03.379" v="67" actId="1076"/>
        <pc:sldMkLst>
          <pc:docMk/>
          <pc:sldMk cId="1749466171" sldId="792"/>
        </pc:sldMkLst>
        <pc:spChg chg="mod">
          <ac:chgData name="Laurianne Estrada" userId="877d0e272dd2d022" providerId="LiveId" clId="{040CF046-855B-40D4-AA10-B18205945E28}" dt="2025-09-10T20:25:59.165" v="32" actId="1076"/>
          <ac:spMkLst>
            <pc:docMk/>
            <pc:sldMk cId="1749466171" sldId="792"/>
            <ac:spMk id="3" creationId="{45F0EAA1-5374-83DB-B4AD-4DE23AFBD26B}"/>
          </ac:spMkLst>
        </pc:spChg>
        <pc:spChg chg="mod">
          <ac:chgData name="Laurianne Estrada" userId="877d0e272dd2d022" providerId="LiveId" clId="{040CF046-855B-40D4-AA10-B18205945E28}" dt="2025-09-10T20:26:13.031" v="37" actId="1076"/>
          <ac:spMkLst>
            <pc:docMk/>
            <pc:sldMk cId="1749466171" sldId="792"/>
            <ac:spMk id="10" creationId="{92D2F77F-474B-487D-B845-0178434B5D82}"/>
          </ac:spMkLst>
        </pc:spChg>
        <pc:picChg chg="mod">
          <ac:chgData name="Laurianne Estrada" userId="877d0e272dd2d022" providerId="LiveId" clId="{040CF046-855B-40D4-AA10-B18205945E28}" dt="2025-09-10T20:26:14.823" v="38" actId="1076"/>
          <ac:picMkLst>
            <pc:docMk/>
            <pc:sldMk cId="1749466171" sldId="792"/>
            <ac:picMk id="6" creationId="{AE85C712-2850-CBFA-B740-04DE1EE2E46B}"/>
          </ac:picMkLst>
        </pc:picChg>
        <pc:picChg chg="add mod">
          <ac:chgData name="Laurianne Estrada" userId="877d0e272dd2d022" providerId="LiveId" clId="{040CF046-855B-40D4-AA10-B18205945E28}" dt="2025-09-10T20:30:03.379" v="67" actId="1076"/>
          <ac:picMkLst>
            <pc:docMk/>
            <pc:sldMk cId="1749466171" sldId="792"/>
            <ac:picMk id="8" creationId="{4E3C48F4-2AF2-BECB-16C4-A8E22DC144AC}"/>
          </ac:picMkLst>
        </pc:picChg>
        <pc:picChg chg="mod">
          <ac:chgData name="Laurianne Estrada" userId="877d0e272dd2d022" providerId="LiveId" clId="{040CF046-855B-40D4-AA10-B18205945E28}" dt="2025-09-10T20:25:57.466" v="30" actId="1076"/>
          <ac:picMkLst>
            <pc:docMk/>
            <pc:sldMk cId="1749466171" sldId="792"/>
            <ac:picMk id="11" creationId="{9D26C76C-A43B-EB1E-4239-F81660947C37}"/>
          </ac:picMkLst>
        </pc:picChg>
        <pc:picChg chg="mod">
          <ac:chgData name="Laurianne Estrada" userId="877d0e272dd2d022" providerId="LiveId" clId="{040CF046-855B-40D4-AA10-B18205945E28}" dt="2025-09-10T20:25:54.515" v="29" actId="1076"/>
          <ac:picMkLst>
            <pc:docMk/>
            <pc:sldMk cId="1749466171" sldId="792"/>
            <ac:picMk id="13" creationId="{DDC30BD6-FAFD-A46C-7303-21940690057E}"/>
          </ac:picMkLst>
        </pc:picChg>
      </pc:sldChg>
      <pc:sldChg chg="del">
        <pc:chgData name="Laurianne Estrada" userId="877d0e272dd2d022" providerId="LiveId" clId="{040CF046-855B-40D4-AA10-B18205945E28}" dt="2025-09-10T20:24:30.547" v="9" actId="2696"/>
        <pc:sldMkLst>
          <pc:docMk/>
          <pc:sldMk cId="446650543" sldId="793"/>
        </pc:sldMkLst>
      </pc:sldChg>
      <pc:sldChg chg="del">
        <pc:chgData name="Laurianne Estrada" userId="877d0e272dd2d022" providerId="LiveId" clId="{040CF046-855B-40D4-AA10-B18205945E28}" dt="2025-09-10T20:24:23.232" v="8" actId="2696"/>
        <pc:sldMkLst>
          <pc:docMk/>
          <pc:sldMk cId="2101297977" sldId="794"/>
        </pc:sldMkLst>
      </pc:sldChg>
      <pc:sldChg chg="del">
        <pc:chgData name="Laurianne Estrada" userId="877d0e272dd2d022" providerId="LiveId" clId="{040CF046-855B-40D4-AA10-B18205945E28}" dt="2025-09-10T20:24:00.809" v="6" actId="2696"/>
        <pc:sldMkLst>
          <pc:docMk/>
          <pc:sldMk cId="717405659" sldId="795"/>
        </pc:sldMkLst>
      </pc:sldChg>
      <pc:sldChg chg="del">
        <pc:chgData name="Laurianne Estrada" userId="877d0e272dd2d022" providerId="LiveId" clId="{040CF046-855B-40D4-AA10-B18205945E28}" dt="2025-09-10T20:24:43.509" v="10" actId="2696"/>
        <pc:sldMkLst>
          <pc:docMk/>
          <pc:sldMk cId="1714346631" sldId="796"/>
        </pc:sldMkLst>
      </pc:sldChg>
      <pc:sldChg chg="modSp mod">
        <pc:chgData name="Laurianne Estrada" userId="877d0e272dd2d022" providerId="LiveId" clId="{040CF046-855B-40D4-AA10-B18205945E28}" dt="2025-09-10T20:40:10.179" v="256" actId="1076"/>
        <pc:sldMkLst>
          <pc:docMk/>
          <pc:sldMk cId="3890730616" sldId="797"/>
        </pc:sldMkLst>
        <pc:spChg chg="mod">
          <ac:chgData name="Laurianne Estrada" userId="877d0e272dd2d022" providerId="LiveId" clId="{040CF046-855B-40D4-AA10-B18205945E28}" dt="2025-09-10T20:40:01.677" v="253" actId="1076"/>
          <ac:spMkLst>
            <pc:docMk/>
            <pc:sldMk cId="3890730616" sldId="797"/>
            <ac:spMk id="12" creationId="{DE382F82-86E5-13C4-10EB-A29ADBBD3B54}"/>
          </ac:spMkLst>
        </pc:spChg>
        <pc:picChg chg="mod">
          <ac:chgData name="Laurianne Estrada" userId="877d0e272dd2d022" providerId="LiveId" clId="{040CF046-855B-40D4-AA10-B18205945E28}" dt="2025-09-10T20:40:03.807" v="254" actId="1076"/>
          <ac:picMkLst>
            <pc:docMk/>
            <pc:sldMk cId="3890730616" sldId="797"/>
            <ac:picMk id="6" creationId="{BFFC9B02-4190-3455-02E2-50FDFAA77F0B}"/>
          </ac:picMkLst>
        </pc:picChg>
        <pc:picChg chg="mod">
          <ac:chgData name="Laurianne Estrada" userId="877d0e272dd2d022" providerId="LiveId" clId="{040CF046-855B-40D4-AA10-B18205945E28}" dt="2025-09-10T20:40:10.179" v="256" actId="1076"/>
          <ac:picMkLst>
            <pc:docMk/>
            <pc:sldMk cId="3890730616" sldId="797"/>
            <ac:picMk id="9" creationId="{AB32745F-E235-D05E-07D1-82BCD24DABF6}"/>
          </ac:picMkLst>
        </pc:picChg>
        <pc:picChg chg="mod">
          <ac:chgData name="Laurianne Estrada" userId="877d0e272dd2d022" providerId="LiveId" clId="{040CF046-855B-40D4-AA10-B18205945E28}" dt="2025-09-10T20:40:05.985" v="255" actId="1076"/>
          <ac:picMkLst>
            <pc:docMk/>
            <pc:sldMk cId="3890730616" sldId="797"/>
            <ac:picMk id="13" creationId="{AED7F912-12CD-760C-449E-5C97EA40F992}"/>
          </ac:picMkLst>
        </pc:picChg>
      </pc:sldChg>
      <pc:sldChg chg="addSp modSp mod">
        <pc:chgData name="Laurianne Estrada" userId="877d0e272dd2d022" providerId="LiveId" clId="{040CF046-855B-40D4-AA10-B18205945E28}" dt="2025-09-10T20:34:11.867" v="147" actId="171"/>
        <pc:sldMkLst>
          <pc:docMk/>
          <pc:sldMk cId="2687614788" sldId="798"/>
        </pc:sldMkLst>
        <pc:spChg chg="add mod ord">
          <ac:chgData name="Laurianne Estrada" userId="877d0e272dd2d022" providerId="LiveId" clId="{040CF046-855B-40D4-AA10-B18205945E28}" dt="2025-09-10T20:34:11.867" v="147" actId="171"/>
          <ac:spMkLst>
            <pc:docMk/>
            <pc:sldMk cId="2687614788" sldId="798"/>
            <ac:spMk id="8" creationId="{5930CF38-42BF-A44E-E944-45F787D75F0D}"/>
          </ac:spMkLst>
        </pc:spChg>
        <pc:spChg chg="add mod">
          <ac:chgData name="Laurianne Estrada" userId="877d0e272dd2d022" providerId="LiveId" clId="{040CF046-855B-40D4-AA10-B18205945E28}" dt="2025-09-10T20:34:03.073" v="138"/>
          <ac:spMkLst>
            <pc:docMk/>
            <pc:sldMk cId="2687614788" sldId="798"/>
            <ac:spMk id="9" creationId="{B3092AD5-F64D-E71D-2B07-D4529329254D}"/>
          </ac:spMkLst>
        </pc:spChg>
        <pc:spChg chg="mod">
          <ac:chgData name="Laurianne Estrada" userId="877d0e272dd2d022" providerId="LiveId" clId="{040CF046-855B-40D4-AA10-B18205945E28}" dt="2025-09-10T20:25:38.197" v="25" actId="1076"/>
          <ac:spMkLst>
            <pc:docMk/>
            <pc:sldMk cId="2687614788" sldId="798"/>
            <ac:spMk id="11" creationId="{739806A4-42B9-CA6A-A504-3C0F472FF87F}"/>
          </ac:spMkLst>
        </pc:spChg>
        <pc:picChg chg="mod">
          <ac:chgData name="Laurianne Estrada" userId="877d0e272dd2d022" providerId="LiveId" clId="{040CF046-855B-40D4-AA10-B18205945E28}" dt="2025-09-10T20:25:40.982" v="26" actId="1076"/>
          <ac:picMkLst>
            <pc:docMk/>
            <pc:sldMk cId="2687614788" sldId="798"/>
            <ac:picMk id="2" creationId="{51F93DBA-516D-2A61-FA1E-C53F40B0CFD6}"/>
          </ac:picMkLst>
        </pc:picChg>
        <pc:picChg chg="add mod">
          <ac:chgData name="Laurianne Estrada" userId="877d0e272dd2d022" providerId="LiveId" clId="{040CF046-855B-40D4-AA10-B18205945E28}" dt="2025-09-10T20:30:01.232" v="66" actId="1076"/>
          <ac:picMkLst>
            <pc:docMk/>
            <pc:sldMk cId="2687614788" sldId="798"/>
            <ac:picMk id="6" creationId="{AFA2448B-391F-EC57-7279-9BE29BDE4B9A}"/>
          </ac:picMkLst>
        </pc:picChg>
        <pc:picChg chg="mod">
          <ac:chgData name="Laurianne Estrada" userId="877d0e272dd2d022" providerId="LiveId" clId="{040CF046-855B-40D4-AA10-B18205945E28}" dt="2025-09-10T20:25:20.395" v="17" actId="1076"/>
          <ac:picMkLst>
            <pc:docMk/>
            <pc:sldMk cId="2687614788" sldId="798"/>
            <ac:picMk id="7" creationId="{CE0981A3-7FD7-3685-9D85-AD48C1E5F593}"/>
          </ac:picMkLst>
        </pc:picChg>
        <pc:picChg chg="mod">
          <ac:chgData name="Laurianne Estrada" userId="877d0e272dd2d022" providerId="LiveId" clId="{040CF046-855B-40D4-AA10-B18205945E28}" dt="2025-09-10T20:25:10.577" v="15" actId="1076"/>
          <ac:picMkLst>
            <pc:docMk/>
            <pc:sldMk cId="2687614788" sldId="798"/>
            <ac:picMk id="10" creationId="{15310BC8-F2E8-6879-54FE-2031B53239BB}"/>
          </ac:picMkLst>
        </pc:picChg>
      </pc:sldChg>
      <pc:sldChg chg="del">
        <pc:chgData name="Laurianne Estrada" userId="877d0e272dd2d022" providerId="LiveId" clId="{040CF046-855B-40D4-AA10-B18205945E28}" dt="2025-09-10T20:24:13.249" v="7" actId="2696"/>
        <pc:sldMkLst>
          <pc:docMk/>
          <pc:sldMk cId="2884958175" sldId="799"/>
        </pc:sldMkLst>
      </pc:sldChg>
      <pc:sldChg chg="del">
        <pc:chgData name="Laurianne Estrada" userId="877d0e272dd2d022" providerId="LiveId" clId="{040CF046-855B-40D4-AA10-B18205945E28}" dt="2025-09-10T20:24:13.249" v="7" actId="2696"/>
        <pc:sldMkLst>
          <pc:docMk/>
          <pc:sldMk cId="4192578195" sldId="800"/>
        </pc:sldMkLst>
      </pc:sldChg>
      <pc:sldChg chg="del">
        <pc:chgData name="Laurianne Estrada" userId="877d0e272dd2d022" providerId="LiveId" clId="{040CF046-855B-40D4-AA10-B18205945E28}" dt="2025-09-10T20:24:52.205" v="11" actId="2696"/>
        <pc:sldMkLst>
          <pc:docMk/>
          <pc:sldMk cId="4040968902" sldId="801"/>
        </pc:sldMkLst>
      </pc:sldChg>
      <pc:sldChg chg="modSp mod">
        <pc:chgData name="Laurianne Estrada" userId="877d0e272dd2d022" providerId="LiveId" clId="{040CF046-855B-40D4-AA10-B18205945E28}" dt="2025-09-10T20:36:34.169" v="189" actId="1076"/>
        <pc:sldMkLst>
          <pc:docMk/>
          <pc:sldMk cId="1886842686" sldId="802"/>
        </pc:sldMkLst>
        <pc:spChg chg="mod">
          <ac:chgData name="Laurianne Estrada" userId="877d0e272dd2d022" providerId="LiveId" clId="{040CF046-855B-40D4-AA10-B18205945E28}" dt="2025-09-10T20:36:31.991" v="188" actId="1076"/>
          <ac:spMkLst>
            <pc:docMk/>
            <pc:sldMk cId="1886842686" sldId="802"/>
            <ac:spMk id="10" creationId="{F0ADD7A0-4D88-956F-BDBC-A3430572B735}"/>
          </ac:spMkLst>
        </pc:spChg>
        <pc:picChg chg="mod">
          <ac:chgData name="Laurianne Estrada" userId="877d0e272dd2d022" providerId="LiveId" clId="{040CF046-855B-40D4-AA10-B18205945E28}" dt="2025-09-10T20:36:14.743" v="182" actId="1076"/>
          <ac:picMkLst>
            <pc:docMk/>
            <pc:sldMk cId="1886842686" sldId="802"/>
            <ac:picMk id="6" creationId="{13A7C985-0A95-98DA-A76A-31288F9AC5E1}"/>
          </ac:picMkLst>
        </pc:picChg>
        <pc:picChg chg="mod">
          <ac:chgData name="Laurianne Estrada" userId="877d0e272dd2d022" providerId="LiveId" clId="{040CF046-855B-40D4-AA10-B18205945E28}" dt="2025-09-10T20:36:17.901" v="183" actId="1076"/>
          <ac:picMkLst>
            <pc:docMk/>
            <pc:sldMk cId="1886842686" sldId="802"/>
            <ac:picMk id="9" creationId="{9743F5D2-1295-7F6F-D041-76F7B2DE3534}"/>
          </ac:picMkLst>
        </pc:picChg>
        <pc:picChg chg="mod">
          <ac:chgData name="Laurianne Estrada" userId="877d0e272dd2d022" providerId="LiveId" clId="{040CF046-855B-40D4-AA10-B18205945E28}" dt="2025-09-10T20:36:34.169" v="189" actId="1076"/>
          <ac:picMkLst>
            <pc:docMk/>
            <pc:sldMk cId="1886842686" sldId="802"/>
            <ac:picMk id="12" creationId="{D30D8112-2F86-CF0F-B8DF-288772723778}"/>
          </ac:picMkLst>
        </pc:picChg>
      </pc:sldChg>
      <pc:sldChg chg="modSp mod">
        <pc:chgData name="Laurianne Estrada" userId="877d0e272dd2d022" providerId="LiveId" clId="{040CF046-855B-40D4-AA10-B18205945E28}" dt="2025-09-10T20:38:42.059" v="229" actId="1076"/>
        <pc:sldMkLst>
          <pc:docMk/>
          <pc:sldMk cId="4083858746" sldId="803"/>
        </pc:sldMkLst>
        <pc:spChg chg="mod">
          <ac:chgData name="Laurianne Estrada" userId="877d0e272dd2d022" providerId="LiveId" clId="{040CF046-855B-40D4-AA10-B18205945E28}" dt="2025-09-10T20:38:32.349" v="226" actId="1076"/>
          <ac:spMkLst>
            <pc:docMk/>
            <pc:sldMk cId="4083858746" sldId="803"/>
            <ac:spMk id="6" creationId="{CE60C1BA-F537-51C2-6DF3-4CC909388115}"/>
          </ac:spMkLst>
        </pc:spChg>
        <pc:picChg chg="mod">
          <ac:chgData name="Laurianne Estrada" userId="877d0e272dd2d022" providerId="LiveId" clId="{040CF046-855B-40D4-AA10-B18205945E28}" dt="2025-09-10T20:38:42.059" v="229" actId="1076"/>
          <ac:picMkLst>
            <pc:docMk/>
            <pc:sldMk cId="4083858746" sldId="803"/>
            <ac:picMk id="8" creationId="{CBE8A5EB-ED65-8205-89CB-98774548B909}"/>
          </ac:picMkLst>
        </pc:picChg>
        <pc:picChg chg="mod">
          <ac:chgData name="Laurianne Estrada" userId="877d0e272dd2d022" providerId="LiveId" clId="{040CF046-855B-40D4-AA10-B18205945E28}" dt="2025-09-10T20:38:36.575" v="228" actId="1076"/>
          <ac:picMkLst>
            <pc:docMk/>
            <pc:sldMk cId="4083858746" sldId="803"/>
            <ac:picMk id="10" creationId="{49D40CA6-F38E-DD87-94F4-A348E2C79C7B}"/>
          </ac:picMkLst>
        </pc:picChg>
        <pc:picChg chg="mod">
          <ac:chgData name="Laurianne Estrada" userId="877d0e272dd2d022" providerId="LiveId" clId="{040CF046-855B-40D4-AA10-B18205945E28}" dt="2025-09-10T20:38:33.903" v="227" actId="1076"/>
          <ac:picMkLst>
            <pc:docMk/>
            <pc:sldMk cId="4083858746" sldId="803"/>
            <ac:picMk id="11" creationId="{5C7E23E8-C10B-FB51-7E55-14AAB2CD2228}"/>
          </ac:picMkLst>
        </pc:picChg>
      </pc:sldChg>
      <pc:sldChg chg="ord">
        <pc:chgData name="Laurianne Estrada" userId="877d0e272dd2d022" providerId="LiveId" clId="{040CF046-855B-40D4-AA10-B18205945E28}" dt="2025-09-10T20:23:43.092" v="2"/>
        <pc:sldMkLst>
          <pc:docMk/>
          <pc:sldMk cId="1600049972" sldId="804"/>
        </pc:sldMkLst>
      </pc:sldChg>
      <pc:sldChg chg="modSp mod">
        <pc:chgData name="Laurianne Estrada" userId="877d0e272dd2d022" providerId="LiveId" clId="{040CF046-855B-40D4-AA10-B18205945E28}" dt="2025-09-10T20:36:03.092" v="179" actId="1076"/>
        <pc:sldMkLst>
          <pc:docMk/>
          <pc:sldMk cId="909882226" sldId="805"/>
        </pc:sldMkLst>
        <pc:spChg chg="mod">
          <ac:chgData name="Laurianne Estrada" userId="877d0e272dd2d022" providerId="LiveId" clId="{040CF046-855B-40D4-AA10-B18205945E28}" dt="2025-09-10T20:35:50.821" v="171" actId="1076"/>
          <ac:spMkLst>
            <pc:docMk/>
            <pc:sldMk cId="909882226" sldId="805"/>
            <ac:spMk id="10" creationId="{A95344EF-5BC8-9D42-60E2-9D81F3B427FC}"/>
          </ac:spMkLst>
        </pc:spChg>
        <pc:picChg chg="mod">
          <ac:chgData name="Laurianne Estrada" userId="877d0e272dd2d022" providerId="LiveId" clId="{040CF046-855B-40D4-AA10-B18205945E28}" dt="2025-09-10T20:36:03.092" v="179" actId="1076"/>
          <ac:picMkLst>
            <pc:docMk/>
            <pc:sldMk cId="909882226" sldId="805"/>
            <ac:picMk id="6" creationId="{4D01B1A1-B4D4-E5F2-469F-3FB9D650D65A}"/>
          </ac:picMkLst>
        </pc:picChg>
        <pc:picChg chg="mod">
          <ac:chgData name="Laurianne Estrada" userId="877d0e272dd2d022" providerId="LiveId" clId="{040CF046-855B-40D4-AA10-B18205945E28}" dt="2025-09-10T20:35:59.366" v="178" actId="1037"/>
          <ac:picMkLst>
            <pc:docMk/>
            <pc:sldMk cId="909882226" sldId="805"/>
            <ac:picMk id="9" creationId="{812393D8-DEC6-31CC-E8A0-C1D2342E16FD}"/>
          </ac:picMkLst>
        </pc:picChg>
        <pc:picChg chg="mod">
          <ac:chgData name="Laurianne Estrada" userId="877d0e272dd2d022" providerId="LiveId" clId="{040CF046-855B-40D4-AA10-B18205945E28}" dt="2025-09-10T20:35:53.411" v="172" actId="1076"/>
          <ac:picMkLst>
            <pc:docMk/>
            <pc:sldMk cId="909882226" sldId="805"/>
            <ac:picMk id="11" creationId="{583046DD-2F03-6238-11E0-87721383878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090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975D-E3F0-EF98-E863-DC009898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A9769-19B5-7DBE-DD1F-12D332329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4CD20-24FF-4029-2CA1-0B9E2BAC0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BE25A-E526-FB98-0B2B-8810BE456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6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F118-4749-F2A7-D90A-7E75978C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B0B041-9D6B-EAE8-5BAB-234ED31F9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84487-B5E5-1888-B32A-EED67FDDC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69CA-65BC-D58A-DA3C-A74499F1C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64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8B5E6-8183-B9E1-92D6-4AD131FF4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916C38-7CA2-6861-250F-402109FE16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884A63-098E-50FF-4EE3-3226E76EF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AF092-A0D3-46FA-49FF-B116AC257D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630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CF36-A9FD-AC97-1FCB-E49FCF3F2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51B22-F121-67EA-5524-8020A1BD1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482AA-26BF-D155-12DA-EEBDA2112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868E0-B2AA-8011-BC27-8F3C71829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29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E1AE0-FF27-3468-8CB4-F8773391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FB423-E952-6F14-104C-F25B006EC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A7AD2-2F9A-4645-01BB-4FB975BCF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5E07A-C990-737E-ED0E-C8A82F170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29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6A33-6410-D300-EB93-80C017832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3F1C8-BA58-5B92-8767-F1E8C0004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5AD0C-BF7F-7405-3EE5-B255AC522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CBF7B-055F-754F-B01B-E91961457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45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814DA-5F98-CB76-5F2A-45D01878B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4FB39-BBD1-DF46-70D5-4E6960FB7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E7A3D-76DA-278F-0CF3-95612FDCB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6FC29-4C85-76A4-AE8C-646371FF5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25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C866E-9D9B-E750-7EDF-5612B449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C938F-1228-9EC1-36E3-4D04F5530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D9338-ADD7-4F25-15BE-710EA672E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1A5B4-30A9-BB17-CBD4-D8A3781FA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58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28C8C-1D1A-BEBB-457C-0050F677B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6D013-41E1-E2F2-9C94-8814B37C4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9E7C0-5E00-E575-B2B0-F9D3120EB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985A3-ADCF-B172-AEFD-952F04402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59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52E9F-0A7C-A6FA-6CD7-DF4834F1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128D9-0279-C948-02E4-5DFE5538A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799BE-3AEB-6398-6ED1-CADECA02F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08BEB-255D-132D-0CDA-32F69F59A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83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6ACE-1184-80F2-8656-D13EDF9B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BDD7B-2719-6A20-31D7-0E90BCD96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EE735-4BDA-AAE5-7C4E-ED5C65C5C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E56BA-51EB-7225-6C8D-5DFCB6780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16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5B5AE-9D85-2DE2-5122-DE4AE84AA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B1730-EB21-CFEF-B058-9B836B9D9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8D2A8D-A543-DD9C-640D-094C6EB3D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FE346-BB7F-DBD2-53BC-436C13FC1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86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842F-6711-E478-47CE-42C6D4C89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8F61B-5731-69A7-576C-B9B6930E3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387BA-ADC9-B9B1-F05B-4DC25E9E9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A908D-B29D-6B83-D3D6-85897B005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66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76A2E-AB55-960F-21DA-2F141F98F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FED4D-B2B2-B59A-0FD5-A4706441A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ED48F-2012-26F7-C90B-394F37C7B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9F48B-F9F7-3EF0-0D69-FEDE44B51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335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6D82E-AF6A-464D-BA68-5915F9F0C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E27F0-CE99-EF5B-C8A7-F2257B8F1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A3906D-453B-DDB8-A4A7-9BBEAD691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72AD39-5772-FAAB-8C36-1D4F3A022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10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9DEDC-981D-9FC8-5523-7757D5BC9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8B559-04BC-730B-7F87-C5D78B71C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67F8B-7791-6F51-0FFD-E39FEB211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CD0CE-718E-06DD-A60D-9CC800DE8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296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FFDC4-68BB-AC58-E014-D1C0E42DE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B4BBA-C845-440A-2C24-18C99D4E4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838118-8791-9DF4-8816-FB52537E4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E2323-6FF1-6F71-925D-B4831CF81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0688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0ED93-EFFC-E555-F2DB-BB47AA160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4130A-5685-294E-EE15-5372133E5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8CFC07-F014-7794-A051-6F294247B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24368-EF84-D138-4A8C-019A89A4B3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83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14766-E70F-44DC-EB96-72A94997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80636-1AE6-A2AE-1DB0-2A5E86ADB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2735FF-2DA0-91A1-07C1-4576AF831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E250C-22D4-BC64-0B4E-AD7027E4D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680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9910C-92A8-CBDD-E0DF-3FB292988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4FDF7-FE8F-4571-2993-74B675F34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633B-D49A-5A7A-5190-0E1C781E3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EA6FF-001B-D5A5-BE07-A9DDFBD49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454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5836-9C23-EB3B-A8C6-111CBCCC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6BA46-7DCB-7831-3329-FC46079D5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11CE-61FA-B699-1836-E3B060BBB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895A1-D6E6-17D0-10A1-6F70ABE3C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059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B7D14-FD40-E912-292F-33782637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56E61-AD79-17DC-E02A-21ADD88BB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575C5-89C6-FA90-B777-FE8321DD3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796C2-0F90-E1F5-8C99-7BE5E7E4F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62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1534D-D71A-57CC-E129-0033A349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C2E0B-2600-9A72-3CDE-F8BC657DE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F7049-145B-E523-C6D2-390BD4E6B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54C86-1167-12EA-3B3C-76FE53638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145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E9A0B-ED5D-0372-46D4-B765901EE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E91A0-AC31-C5E0-3015-95D888ED9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22420-C6F9-D4E5-735B-290AD9B46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FC441-633B-6BD8-E16A-A32E0919B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293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CE04D-78D5-5841-796E-4DF2A6B2F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4DE31-BCAA-F60C-6666-1D2107F86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9454A-7365-CAE7-5F61-77A785DB6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CFAB4-57D9-9AD1-A8A7-4FA2C0A8E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048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72E97-889F-C984-B7C3-A7B076B2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74023-7543-2947-513D-B7F67B325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DDB0C-1CEB-B3A1-7065-64E6901E8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761FA-69D1-2B07-FA78-56951825D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015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D6318-1567-F8D0-B440-87615CEC1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EAEF7-C428-2813-A507-CCED53B26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F219D-CC20-37D7-AC99-BA55D2A5C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latin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D91F6-FF74-B817-D275-BF10F369D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90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B405-536C-463C-B330-FB9B091EA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4FE08-CE3B-43AC-881D-7529D4B56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3598C-097C-40EA-9A3D-FCB0CFA90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B069F-E937-4583-8169-A70F89CA0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826A5-054C-4F79-8BFC-5BFBC0D68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8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700C-72FD-48DA-B560-B3723819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279FD-488D-4B07-A7EE-C8CFB8AAF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0AF8E-2C4A-409E-B1F3-453E5B9D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89C10-C02E-4B1F-B767-B2FEC057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473B-A99A-41BD-9E27-67890561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7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EDB6-7846-40D1-9908-AE142B232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7804F-5D40-4DC3-B7A1-7BF693A6F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547D-0CF5-48AA-9BAB-EDA8C060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3BA10-0A81-4E23-9B21-3BA856E7F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0AB30-1AE3-416C-913A-8ADABEFE1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8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551A-CCCC-4D7F-92BE-B64B32058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7CBE7-A107-43A5-9FC6-F8BD2D1C8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1F6B0-EB61-4854-B01C-717B8E3AD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CE46F-C997-45BB-84C4-ADE4F99A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1D414-8201-4C32-BEB1-7943238C1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B6850-AAB2-43C1-8774-722A95370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6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5349-ED1F-413C-AFFB-E7127633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80413-0B66-423E-9362-4868BE55C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E36A-00A4-4F53-AA97-D813F10B5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55C15-8A19-4295-B8C4-F782F004E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59757-B879-442D-9173-4DEF38F7B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C15DA-44C8-4ED3-80FE-8FC2CAF8E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E841B9-9240-4C9D-85FE-6335A759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1053B-2981-457D-A031-BDC28B73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1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D4FC-4810-43CA-A3E8-ECE1C67D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8B4C82-7674-4375-AB8C-76BA0897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AE238-9184-4F78-8C91-95C4EB39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32382-B95E-4BC0-AE45-9360A91F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3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607FF-ADA3-41DB-A6E3-1A832A4D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DAE89-5659-4746-8638-4BAC289F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3878A-2624-490C-9280-C75B5870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81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903E-84C9-4588-9A81-3D172D03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69F03-981B-4AF9-9317-A260E81DA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7DF7A-E298-4F86-9FB4-F7EB591B21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61EA5-C53E-4D1D-9DA6-6980C2C8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4D73E-4725-439B-81D9-6CC6D35F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53C6C-198D-4D8A-BDFE-4ABE76042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03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864E-0BE5-4A67-AFEE-C7CBB4C1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B15005-2D12-47F5-A223-B54CFD61E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B8A30-37ED-4265-90FA-050BCF0B0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430DB-3B48-48B2-BB27-BA118F93C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17D31-1E45-49A5-B67F-A49716BE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F03FA-D66B-416A-B875-B118A44D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82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E3B5-EBAB-41C8-95E5-42B502EF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61160-4D0A-450A-AEAC-873B25383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C1F5F-3B4A-4E5A-95CE-F2593C67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F900B-8C90-4189-AD87-D568CFDE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610F-7D80-449F-9593-68E38A86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ABA965-3EB1-426A-ACD9-867C49744F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579F2-D994-495B-9DF9-B30771854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13096-1CF1-4CC3-BE96-655DBB5D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7A3E6-6FC7-4806-8EB1-581D8EA6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73D38-77AD-4D0F-8BD8-1819086C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7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DF924-4E5C-450E-ADF0-3669051B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CB9E9-B4AE-494F-8748-C7E58EA28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BA6BB-BC99-4875-A01C-3E62743D5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A307B-1EA0-4787-ADD1-80D44AF312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9D563-B43D-4183-B24F-0F7FDBAC2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69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emf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1.emf"/><Relationship Id="rId3" Type="http://schemas.openxmlformats.org/officeDocument/2006/relationships/image" Target="../media/image7.png"/><Relationship Id="rId7" Type="http://schemas.openxmlformats.org/officeDocument/2006/relationships/image" Target="../media/image8.emf"/><Relationship Id="rId12" Type="http://schemas.openxmlformats.org/officeDocument/2006/relationships/oleObject" Target="../embeddings/oleObject1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0.emf"/><Relationship Id="rId5" Type="http://schemas.openxmlformats.org/officeDocument/2006/relationships/image" Target="../media/image7.emf"/><Relationship Id="rId15" Type="http://schemas.openxmlformats.org/officeDocument/2006/relationships/image" Target="../media/image12.e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9.emf"/><Relationship Id="rId14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7.emf"/><Relationship Id="rId3" Type="http://schemas.openxmlformats.org/officeDocument/2006/relationships/image" Target="../media/image11.png"/><Relationship Id="rId7" Type="http://schemas.openxmlformats.org/officeDocument/2006/relationships/image" Target="../media/image14.emf"/><Relationship Id="rId12" Type="http://schemas.openxmlformats.org/officeDocument/2006/relationships/oleObject" Target="../embeddings/oleObject17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6.emf"/><Relationship Id="rId5" Type="http://schemas.openxmlformats.org/officeDocument/2006/relationships/image" Target="../media/image13.emf"/><Relationship Id="rId15" Type="http://schemas.openxmlformats.org/officeDocument/2006/relationships/image" Target="../media/image18.e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5.emf"/><Relationship Id="rId14" Type="http://schemas.openxmlformats.org/officeDocument/2006/relationships/oleObject" Target="../embeddings/oleObject1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3.emf"/><Relationship Id="rId3" Type="http://schemas.openxmlformats.org/officeDocument/2006/relationships/image" Target="../media/image15.png"/><Relationship Id="rId7" Type="http://schemas.openxmlformats.org/officeDocument/2006/relationships/image" Target="../media/image20.emf"/><Relationship Id="rId12" Type="http://schemas.openxmlformats.org/officeDocument/2006/relationships/oleObject" Target="../embeddings/oleObject2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2.emf"/><Relationship Id="rId5" Type="http://schemas.openxmlformats.org/officeDocument/2006/relationships/image" Target="../media/image19.emf"/><Relationship Id="rId15" Type="http://schemas.openxmlformats.org/officeDocument/2006/relationships/image" Target="../media/image24.e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1.emf"/><Relationship Id="rId14" Type="http://schemas.openxmlformats.org/officeDocument/2006/relationships/oleObject" Target="../embeddings/oleObject24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29.emf"/><Relationship Id="rId4" Type="http://schemas.openxmlformats.org/officeDocument/2006/relationships/image" Target="../media/image26.e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6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4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5.emf"/><Relationship Id="rId4" Type="http://schemas.openxmlformats.org/officeDocument/2006/relationships/image" Target="../media/image42.emf"/><Relationship Id="rId9" Type="http://schemas.openxmlformats.org/officeDocument/2006/relationships/oleObject" Target="../embeddings/oleObject4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49.emf"/><Relationship Id="rId4" Type="http://schemas.openxmlformats.org/officeDocument/2006/relationships/image" Target="../media/image46.emf"/><Relationship Id="rId9" Type="http://schemas.openxmlformats.org/officeDocument/2006/relationships/oleObject" Target="../embeddings/oleObject4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e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5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e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67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e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6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AAD91F9-1AC7-9340-930B-C01B6F76E71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CC7A3-B685-7C94-4342-E5A2F044D901}"/>
              </a:ext>
            </a:extLst>
          </p:cNvPr>
          <p:cNvSpPr txBox="1"/>
          <p:nvPr/>
        </p:nvSpPr>
        <p:spPr>
          <a:xfrm>
            <a:off x="1255589" y="867450"/>
            <a:ext cx="96808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High-throughput experiments elucidate the impact of multicomponent interactions on solute transport in complex feed streams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6810316-3F7C-6008-3659-2D662D36A0E6}"/>
              </a:ext>
            </a:extLst>
          </p:cNvPr>
          <p:cNvSpPr/>
          <p:nvPr/>
        </p:nvSpPr>
        <p:spPr>
          <a:xfrm>
            <a:off x="3805767" y="2928879"/>
            <a:ext cx="4580467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F362E9-E12F-714B-C95F-33D43898C948}"/>
              </a:ext>
            </a:extLst>
          </p:cNvPr>
          <p:cNvSpPr txBox="1"/>
          <p:nvPr/>
        </p:nvSpPr>
        <p:spPr>
          <a:xfrm>
            <a:off x="1378814" y="3820726"/>
            <a:ext cx="9434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Laurianne Estrada, Jonathan A. Ouimet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William Phillip</a:t>
            </a:r>
            <a:endParaRPr lang="en-US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47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DD730-A9A5-B1EC-2E5E-65BD7EC9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39AD8A-87CB-EC33-AC3C-B743D6548DF2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4CA65-F082-058B-60B5-2845E429D54B}"/>
              </a:ext>
            </a:extLst>
          </p:cNvPr>
          <p:cNvSpPr txBox="1"/>
          <p:nvPr/>
        </p:nvSpPr>
        <p:spPr>
          <a:xfrm>
            <a:off x="0" y="319816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Multicomponent Experiments</a:t>
            </a:r>
          </a:p>
        </p:txBody>
      </p:sp>
    </p:spTree>
    <p:extLst>
      <p:ext uri="{BB962C8B-B14F-4D97-AF65-F5344CB8AC3E}">
        <p14:creationId xmlns:p14="http://schemas.microsoft.com/office/powerpoint/2010/main" val="82670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4D3CD-7BDB-0A6C-3F47-5C793859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C43F8E-34FC-03C9-0F43-0210085CBB55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1" name="Object 10" descr="Project Path: C:\Users\lauri\OneDrive\Documents\Origin\Multicomponent\Ds, Dm Coefficient Calculations.opju&#10;PE Folder: /Ds, Dm Coefficient Calculations/Folder1/&#10;Short Name: Graph3">
            <a:extLst>
              <a:ext uri="{FF2B5EF4-FFF2-40B4-BE49-F238E27FC236}">
                <a16:creationId xmlns:a16="http://schemas.microsoft.com/office/drawing/2014/main" id="{826CEBB1-6353-8175-BF59-9A1908F9AA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407353"/>
              </p:ext>
            </p:extLst>
          </p:nvPr>
        </p:nvGraphicFramePr>
        <p:xfrm>
          <a:off x="4192960" y="380455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.opju&#10;PE Folder: /Ds, Dm Coefficient Calculations/Folder1/&#10;Short Name: Graph3">
                        <a:extLst>
                          <a:ext uri="{FF2B5EF4-FFF2-40B4-BE49-F238E27FC236}">
                            <a16:creationId xmlns:a16="http://schemas.microsoft.com/office/drawing/2014/main" id="{826CEBB1-6353-8175-BF59-9A1908F9AA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92960" y="380455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 descr="Project Path: C:\Users\lauri\OneDrive\Documents\Origin\Multicomponent\Ds, Dm Coefficient Calculations.opju&#10;PE Folder: /Ds, Dm Coefficient Calculations/Folder1/&#10;Short Name: Graph12">
            <a:extLst>
              <a:ext uri="{FF2B5EF4-FFF2-40B4-BE49-F238E27FC236}">
                <a16:creationId xmlns:a16="http://schemas.microsoft.com/office/drawing/2014/main" id="{ACDEFCE2-A4B9-7E2A-451C-AD6261177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968991"/>
              </p:ext>
            </p:extLst>
          </p:nvPr>
        </p:nvGraphicFramePr>
        <p:xfrm>
          <a:off x="4192959" y="3517763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.opju&#10;PE Folder: /Ds, Dm Coefficient Calculations/Folder1/&#10;Short Name: Graph12">
                        <a:extLst>
                          <a:ext uri="{FF2B5EF4-FFF2-40B4-BE49-F238E27FC236}">
                            <a16:creationId xmlns:a16="http://schemas.microsoft.com/office/drawing/2014/main" id="{ACDEFCE2-A4B9-7E2A-451C-AD6261177C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92959" y="3517763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Project Path: C:\Users\lauri\OneDrive\Documents\Origin\Multicomponent\Ds, Dm Coefficient Calculations.opju&#10;PE Folder: /Ds, Dm Coefficient Calculations/Folder1/&#10;Short Name: Graph2">
            <a:extLst>
              <a:ext uri="{FF2B5EF4-FFF2-40B4-BE49-F238E27FC236}">
                <a16:creationId xmlns:a16="http://schemas.microsoft.com/office/drawing/2014/main" id="{DAD31510-2BF7-4DB8-B9B3-AD35254902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679754"/>
              </p:ext>
            </p:extLst>
          </p:nvPr>
        </p:nvGraphicFramePr>
        <p:xfrm>
          <a:off x="8113905" y="380455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9802368" imgH="7502511" progId="Origin95.Graph">
                  <p:embed/>
                </p:oleObj>
              </mc:Choice>
              <mc:Fallback>
                <p:oleObj name="Graph" r:id="rId7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.opju&#10;PE Folder: /Ds, Dm Coefficient Calculations/Folder1/&#10;Short Name: Graph2">
                        <a:extLst>
                          <a:ext uri="{FF2B5EF4-FFF2-40B4-BE49-F238E27FC236}">
                            <a16:creationId xmlns:a16="http://schemas.microsoft.com/office/drawing/2014/main" id="{DAD31510-2BF7-4DB8-B9B3-AD35254902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13905" y="380455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Project Path: C:\Users\lauri\OneDrive\Documents\Origin\Multicomponent\Ds, Dm Coefficient Calculations.opju&#10;PE Folder: /Ds, Dm Coefficient Calculations/Folder1/&#10;Short Name: Graph13">
            <a:extLst>
              <a:ext uri="{FF2B5EF4-FFF2-40B4-BE49-F238E27FC236}">
                <a16:creationId xmlns:a16="http://schemas.microsoft.com/office/drawing/2014/main" id="{C4A70D70-F807-A09C-2BDA-E3B5E621E8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326519"/>
              </p:ext>
            </p:extLst>
          </p:nvPr>
        </p:nvGraphicFramePr>
        <p:xfrm>
          <a:off x="8113905" y="3517763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9802368" imgH="7502511" progId="Origin95.Graph">
                  <p:embed/>
                </p:oleObj>
              </mc:Choice>
              <mc:Fallback>
                <p:oleObj name="Graph" r:id="rId9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.opju&#10;PE Folder: /Ds, Dm Coefficient Calculations/Folder1/&#10;Short Name: Graph13">
                        <a:extLst>
                          <a:ext uri="{FF2B5EF4-FFF2-40B4-BE49-F238E27FC236}">
                            <a16:creationId xmlns:a16="http://schemas.microsoft.com/office/drawing/2014/main" id="{C4A70D70-F807-A09C-2BDA-E3B5E621E8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113905" y="3517763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Project Path: C:\Users\lauri\OneDrive\Documents\Origin\Multicomponent\Ds, Dm Coefficient Calculations.opju&#10;PE Folder: /Ds, Dm Coefficient Calculations/Folder1/&#10;Short Name: Graph1">
            <a:extLst>
              <a:ext uri="{FF2B5EF4-FFF2-40B4-BE49-F238E27FC236}">
                <a16:creationId xmlns:a16="http://schemas.microsoft.com/office/drawing/2014/main" id="{549A03D6-AD19-6387-F65B-8C29B41526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312778"/>
              </p:ext>
            </p:extLst>
          </p:nvPr>
        </p:nvGraphicFramePr>
        <p:xfrm>
          <a:off x="952500" y="380455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1" imgW="9802368" imgH="7502511" progId="Origin95.Graph">
                  <p:embed/>
                </p:oleObj>
              </mc:Choice>
              <mc:Fallback>
                <p:oleObj name="Graph" r:id="rId11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.opju&#10;PE Folder: /Ds, Dm Coefficient Calculations/Folder1/&#10;Short Name: Graph1">
                        <a:extLst>
                          <a:ext uri="{FF2B5EF4-FFF2-40B4-BE49-F238E27FC236}">
                            <a16:creationId xmlns:a16="http://schemas.microsoft.com/office/drawing/2014/main" id="{549A03D6-AD19-6387-F65B-8C29B41526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52500" y="380455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 descr="Project Path: C:\Users\lauri\OneDrive\Documents\Origin\Multicomponent\Ds, Dm Coefficient Calculations.opju&#10;PE Folder: /Ds, Dm Coefficient Calculations/Folder1/&#10;Short Name: Graph11">
            <a:extLst>
              <a:ext uri="{FF2B5EF4-FFF2-40B4-BE49-F238E27FC236}">
                <a16:creationId xmlns:a16="http://schemas.microsoft.com/office/drawing/2014/main" id="{B20C5260-C6A3-6271-76E6-7C86A47EC4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417509"/>
              </p:ext>
            </p:extLst>
          </p:nvPr>
        </p:nvGraphicFramePr>
        <p:xfrm>
          <a:off x="952500" y="3517763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3" imgW="9802368" imgH="7502511" progId="Origin95.Graph">
                  <p:embed/>
                </p:oleObj>
              </mc:Choice>
              <mc:Fallback>
                <p:oleObj name="Graph" r:id="rId13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.opju&#10;PE Folder: /Ds, Dm Coefficient Calculations/Folder1/&#10;Short Name: Graph11">
                        <a:extLst>
                          <a:ext uri="{FF2B5EF4-FFF2-40B4-BE49-F238E27FC236}">
                            <a16:creationId xmlns:a16="http://schemas.microsoft.com/office/drawing/2014/main" id="{B20C5260-C6A3-6271-76E6-7C86A47EC4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52500" y="3517763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5088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A59FE-5CEE-96E5-BFA4-552510A5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A934D0-BD51-2E28-E2F1-D1224C8DB20F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557AA6-074E-E899-173C-026B35F44829}"/>
                  </a:ext>
                </a:extLst>
              </p:cNvPr>
              <p:cNvSpPr txBox="1"/>
              <p:nvPr/>
            </p:nvSpPr>
            <p:spPr>
              <a:xfrm>
                <a:off x="102479" y="127100"/>
                <a:ext cx="132946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χ</m:t>
                      </m:r>
                      <m:r>
                        <a:rPr lang="en-US" sz="3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=−44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557AA6-074E-E899-173C-026B35F44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79" y="127100"/>
                <a:ext cx="132946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7" descr="Project Path: C:\Users\lauri\OneDrive\Documents\Origin\Multicomponent\Ds, Dm Coefficient Calculations.opju&#10;PE Folder: /Ds, Dm Coefficient Calculations/Folder1/&#10;Short Name: Graph5">
            <a:extLst>
              <a:ext uri="{FF2B5EF4-FFF2-40B4-BE49-F238E27FC236}">
                <a16:creationId xmlns:a16="http://schemas.microsoft.com/office/drawing/2014/main" id="{1A30579C-11A7-4145-0FA2-5772D62B47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662804"/>
              </p:ext>
            </p:extLst>
          </p:nvPr>
        </p:nvGraphicFramePr>
        <p:xfrm>
          <a:off x="4677502" y="3264952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9802368" imgH="7502511" progId="Origin95.Graph">
                  <p:embed/>
                </p:oleObj>
              </mc:Choice>
              <mc:Fallback>
                <p:oleObj name="Graph" r:id="rId4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.opju&#10;PE Folder: /Ds, Dm Coefficient Calculations/Folder1/&#10;Short Name: Graph5">
                        <a:extLst>
                          <a:ext uri="{FF2B5EF4-FFF2-40B4-BE49-F238E27FC236}">
                            <a16:creationId xmlns:a16="http://schemas.microsoft.com/office/drawing/2014/main" id="{1A30579C-11A7-4145-0FA2-5772D62B47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77502" y="3264952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 descr="Project Path: C:\Users\lauri\OneDrive\Documents\Origin\Multicomponent\Ds, Dm Coefficient Calculations.opju&#10;PE Folder: /Ds, Dm Coefficient Calculations/Folder1/&#10;Short Name: Graph6">
            <a:extLst>
              <a:ext uri="{FF2B5EF4-FFF2-40B4-BE49-F238E27FC236}">
                <a16:creationId xmlns:a16="http://schemas.microsoft.com/office/drawing/2014/main" id="{C5D5D840-A7AE-C8EC-753D-17402C7EED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807232"/>
              </p:ext>
            </p:extLst>
          </p:nvPr>
        </p:nvGraphicFramePr>
        <p:xfrm>
          <a:off x="8477677" y="3264952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9802368" imgH="7502511" progId="Origin95.Graph">
                  <p:embed/>
                </p:oleObj>
              </mc:Choice>
              <mc:Fallback>
                <p:oleObj name="Graph" r:id="rId6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.opju&#10;PE Folder: /Ds, Dm Coefficient Calculations/Folder1/&#10;Short Name: Graph6">
                        <a:extLst>
                          <a:ext uri="{FF2B5EF4-FFF2-40B4-BE49-F238E27FC236}">
                            <a16:creationId xmlns:a16="http://schemas.microsoft.com/office/drawing/2014/main" id="{C5D5D840-A7AE-C8EC-753D-17402C7EED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77677" y="3264952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 descr="Project Path: C:\Users\lauri\OneDrive\Documents\Origin\Multicomponent\Ds, Dm Coefficient Calculations.opju&#10;PE Folder: /Ds, Dm Coefficient Calculations/Folder1/&#10;Short Name: Graph7">
            <a:extLst>
              <a:ext uri="{FF2B5EF4-FFF2-40B4-BE49-F238E27FC236}">
                <a16:creationId xmlns:a16="http://schemas.microsoft.com/office/drawing/2014/main" id="{337023C5-946B-6D72-9576-8669778668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487358"/>
              </p:ext>
            </p:extLst>
          </p:nvPr>
        </p:nvGraphicFramePr>
        <p:xfrm>
          <a:off x="8477678" y="26394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9802368" imgH="7502511" progId="Origin95.Graph">
                  <p:embed/>
                </p:oleObj>
              </mc:Choice>
              <mc:Fallback>
                <p:oleObj name="Graph" r:id="rId8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.opju&#10;PE Folder: /Ds, Dm Coefficient Calculations/Folder1/&#10;Short Name: Graph7">
                        <a:extLst>
                          <a:ext uri="{FF2B5EF4-FFF2-40B4-BE49-F238E27FC236}">
                            <a16:creationId xmlns:a16="http://schemas.microsoft.com/office/drawing/2014/main" id="{337023C5-946B-6D72-9576-8669778668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477678" y="26394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 descr="Project Path: C:\Users\lauri\OneDrive\Documents\Origin\Multicomponent\Ds, Dm Coefficient Calculations.opju&#10;PE Folder: /Ds, Dm Coefficient Calculations/Folder1/&#10;Short Name: Graph9">
            <a:extLst>
              <a:ext uri="{FF2B5EF4-FFF2-40B4-BE49-F238E27FC236}">
                <a16:creationId xmlns:a16="http://schemas.microsoft.com/office/drawing/2014/main" id="{1CFE56C4-B79A-DCED-B736-718F0F4840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439569"/>
              </p:ext>
            </p:extLst>
          </p:nvPr>
        </p:nvGraphicFramePr>
        <p:xfrm>
          <a:off x="4749083" y="26394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9802368" imgH="7502511" progId="Origin95.Graph">
                  <p:embed/>
                </p:oleObj>
              </mc:Choice>
              <mc:Fallback>
                <p:oleObj name="Graph" r:id="rId10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.opju&#10;PE Folder: /Ds, Dm Coefficient Calculations/Folder1/&#10;Short Name: Graph9">
                        <a:extLst>
                          <a:ext uri="{FF2B5EF4-FFF2-40B4-BE49-F238E27FC236}">
                            <a16:creationId xmlns:a16="http://schemas.microsoft.com/office/drawing/2014/main" id="{1CFE56C4-B79A-DCED-B736-718F0F4840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49083" y="26394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Project Path: C:\Users\lauri\OneDrive\Documents\Origin\Multicomponent\Ds, Dm Coefficient Calculations.opju&#10;PE Folder: /Ds, Dm Coefficient Calculations/Folder1/&#10;Short Name: Graph4">
            <a:extLst>
              <a:ext uri="{FF2B5EF4-FFF2-40B4-BE49-F238E27FC236}">
                <a16:creationId xmlns:a16="http://schemas.microsoft.com/office/drawing/2014/main" id="{55742FD2-84ED-1E73-64A0-90439E4630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591332"/>
              </p:ext>
            </p:extLst>
          </p:nvPr>
        </p:nvGraphicFramePr>
        <p:xfrm>
          <a:off x="1018650" y="3264952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2" imgW="9802368" imgH="7502511" progId="Origin95.Graph">
                  <p:embed/>
                </p:oleObj>
              </mc:Choice>
              <mc:Fallback>
                <p:oleObj name="Graph" r:id="rId12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.opju&#10;PE Folder: /Ds, Dm Coefficient Calculations/Folder1/&#10;Short Name: Graph4">
                        <a:extLst>
                          <a:ext uri="{FF2B5EF4-FFF2-40B4-BE49-F238E27FC236}">
                            <a16:creationId xmlns:a16="http://schemas.microsoft.com/office/drawing/2014/main" id="{55742FD2-84ED-1E73-64A0-90439E463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18650" y="3264952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 descr="Project Path: C:\Users\lauri\OneDrive\Documents\Origin\Multicomponent\Ds, Dm Coefficient Calculations.opju&#10;PE Folder: /Ds, Dm Coefficient Calculations/Folder1/&#10;Short Name: Graph8">
            <a:extLst>
              <a:ext uri="{FF2B5EF4-FFF2-40B4-BE49-F238E27FC236}">
                <a16:creationId xmlns:a16="http://schemas.microsoft.com/office/drawing/2014/main" id="{39EA3951-2A62-538E-58BA-EBDE70BA34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566122"/>
              </p:ext>
            </p:extLst>
          </p:nvPr>
        </p:nvGraphicFramePr>
        <p:xfrm>
          <a:off x="1018650" y="26394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4" imgW="9802368" imgH="7502511" progId="Origin95.Graph">
                  <p:embed/>
                </p:oleObj>
              </mc:Choice>
              <mc:Fallback>
                <p:oleObj name="Graph" r:id="rId14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.opju&#10;PE Folder: /Ds, Dm Coefficient Calculations/Folder1/&#10;Short Name: Graph8">
                        <a:extLst>
                          <a:ext uri="{FF2B5EF4-FFF2-40B4-BE49-F238E27FC236}">
                            <a16:creationId xmlns:a16="http://schemas.microsoft.com/office/drawing/2014/main" id="{39EA3951-2A62-538E-58BA-EBDE70BA34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18650" y="26394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007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973E-2DA5-DD93-10E9-982B23E2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A37AE6-6949-5E46-D24C-73220EE8ACC3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666F96-9217-80A6-CD70-661D0B976B3B}"/>
                  </a:ext>
                </a:extLst>
              </p:cNvPr>
              <p:cNvSpPr txBox="1"/>
              <p:nvPr/>
            </p:nvSpPr>
            <p:spPr>
              <a:xfrm>
                <a:off x="102479" y="127100"/>
                <a:ext cx="988027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χ</m:t>
                      </m:r>
                      <m:r>
                        <a:rPr lang="en-US" sz="3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F666F96-9217-80A6-CD70-661D0B976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79" y="127100"/>
                <a:ext cx="988027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Object 16" descr="Project Path: C:\Users\lauri\OneDrive\Documents\Origin\Multicomponent\Ds, Dm Coefficient Calculations_chi0.opju&#10;PE Folder: /Ds, Dm Coefficient Calculations_chi0/Folder1/&#10;Short Name: Graph5">
            <a:extLst>
              <a:ext uri="{FF2B5EF4-FFF2-40B4-BE49-F238E27FC236}">
                <a16:creationId xmlns:a16="http://schemas.microsoft.com/office/drawing/2014/main" id="{81834F8B-EA73-DE57-906D-5F6564E723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933377"/>
              </p:ext>
            </p:extLst>
          </p:nvPr>
        </p:nvGraphicFramePr>
        <p:xfrm>
          <a:off x="4608492" y="3429000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9802368" imgH="7502511" progId="Origin95.Graph">
                  <p:embed/>
                </p:oleObj>
              </mc:Choice>
              <mc:Fallback>
                <p:oleObj name="Graph" r:id="rId4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_chi0.opju&#10;PE Folder: /Ds, Dm Coefficient Calculations_chi0/Folder1/&#10;Short Name: Graph5">
                        <a:extLst>
                          <a:ext uri="{FF2B5EF4-FFF2-40B4-BE49-F238E27FC236}">
                            <a16:creationId xmlns:a16="http://schemas.microsoft.com/office/drawing/2014/main" id="{81834F8B-EA73-DE57-906D-5F6564E723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08492" y="3429000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Project Path: C:\Users\lauri\OneDrive\Documents\Origin\Multicomponent\Ds, Dm Coefficient Calculations_chi0.opju&#10;PE Folder: /Ds, Dm Coefficient Calculations_chi0/Folder1/&#10;Short Name: Graph6">
            <a:extLst>
              <a:ext uri="{FF2B5EF4-FFF2-40B4-BE49-F238E27FC236}">
                <a16:creationId xmlns:a16="http://schemas.microsoft.com/office/drawing/2014/main" id="{955CF2C7-128E-D865-BFE8-AC94256B96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371876"/>
              </p:ext>
            </p:extLst>
          </p:nvPr>
        </p:nvGraphicFramePr>
        <p:xfrm>
          <a:off x="8001294" y="3429000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9802368" imgH="7502511" progId="Origin95.Graph">
                  <p:embed/>
                </p:oleObj>
              </mc:Choice>
              <mc:Fallback>
                <p:oleObj name="Graph" r:id="rId6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_chi0.opju&#10;PE Folder: /Ds, Dm Coefficient Calculations_chi0/Folder1/&#10;Short Name: Graph6">
                        <a:extLst>
                          <a:ext uri="{FF2B5EF4-FFF2-40B4-BE49-F238E27FC236}">
                            <a16:creationId xmlns:a16="http://schemas.microsoft.com/office/drawing/2014/main" id="{955CF2C7-128E-D865-BFE8-AC94256B96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001294" y="3429000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Project Path: C:\Users\lauri\OneDrive\Documents\Origin\Multicomponent\Ds, Dm Coefficient Calculations_chi0.opju&#10;PE Folder: /Ds, Dm Coefficient Calculations_chi0/Folder1/&#10;Short Name: Graph9">
            <a:extLst>
              <a:ext uri="{FF2B5EF4-FFF2-40B4-BE49-F238E27FC236}">
                <a16:creationId xmlns:a16="http://schemas.microsoft.com/office/drawing/2014/main" id="{186B4CA6-2704-C59A-E1DF-57A0B5D365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426073"/>
              </p:ext>
            </p:extLst>
          </p:nvPr>
        </p:nvGraphicFramePr>
        <p:xfrm>
          <a:off x="4608492" y="180005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9802368" imgH="7502511" progId="Origin95.Graph">
                  <p:embed/>
                </p:oleObj>
              </mc:Choice>
              <mc:Fallback>
                <p:oleObj name="Graph" r:id="rId8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_chi0.opju&#10;PE Folder: /Ds, Dm Coefficient Calculations_chi0/Folder1/&#10;Short Name: Graph9">
                        <a:extLst>
                          <a:ext uri="{FF2B5EF4-FFF2-40B4-BE49-F238E27FC236}">
                            <a16:creationId xmlns:a16="http://schemas.microsoft.com/office/drawing/2014/main" id="{186B4CA6-2704-C59A-E1DF-57A0B5D365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608492" y="180005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Project Path: C:\Users\lauri\OneDrive\Documents\Origin\Multicomponent\Ds, Dm Coefficient Calculations_chi0.opju&#10;PE Folder: /Ds, Dm Coefficient Calculations_chi0/Folder1/&#10;Short Name: Graph7">
            <a:extLst>
              <a:ext uri="{FF2B5EF4-FFF2-40B4-BE49-F238E27FC236}">
                <a16:creationId xmlns:a16="http://schemas.microsoft.com/office/drawing/2014/main" id="{99250F46-2B34-1776-C243-A2D1D2F45D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8124027"/>
              </p:ext>
            </p:extLst>
          </p:nvPr>
        </p:nvGraphicFramePr>
        <p:xfrm>
          <a:off x="8001293" y="180005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9802368" imgH="7502511" progId="Origin95.Graph">
                  <p:embed/>
                </p:oleObj>
              </mc:Choice>
              <mc:Fallback>
                <p:oleObj name="Graph" r:id="rId10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_chi0.opju&#10;PE Folder: /Ds, Dm Coefficient Calculations_chi0/Folder1/&#10;Short Name: Graph7">
                        <a:extLst>
                          <a:ext uri="{FF2B5EF4-FFF2-40B4-BE49-F238E27FC236}">
                            <a16:creationId xmlns:a16="http://schemas.microsoft.com/office/drawing/2014/main" id="{99250F46-2B34-1776-C243-A2D1D2F45D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001293" y="180005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 descr="Project Path: C:\Users\lauri\OneDrive\Documents\Origin\Multicomponent\Ds, Dm Coefficient Calculations_chi0.opju&#10;PE Folder: /Ds, Dm Coefficient Calculations_chi0/Folder1/&#10;Short Name: Graph4">
            <a:extLst>
              <a:ext uri="{FF2B5EF4-FFF2-40B4-BE49-F238E27FC236}">
                <a16:creationId xmlns:a16="http://schemas.microsoft.com/office/drawing/2014/main" id="{99E57AF5-9531-5A47-7879-998B05047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691116"/>
              </p:ext>
            </p:extLst>
          </p:nvPr>
        </p:nvGraphicFramePr>
        <p:xfrm>
          <a:off x="1153887" y="3436186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2" imgW="9802368" imgH="7502511" progId="Origin95.Graph">
                  <p:embed/>
                </p:oleObj>
              </mc:Choice>
              <mc:Fallback>
                <p:oleObj name="Graph" r:id="rId12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_chi0.opju&#10;PE Folder: /Ds, Dm Coefficient Calculations_chi0/Folder1/&#10;Short Name: Graph4">
                        <a:extLst>
                          <a:ext uri="{FF2B5EF4-FFF2-40B4-BE49-F238E27FC236}">
                            <a16:creationId xmlns:a16="http://schemas.microsoft.com/office/drawing/2014/main" id="{99E57AF5-9531-5A47-7879-998B05047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53887" y="3436186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 descr="Project Path: C:\Users\lauri\OneDrive\Documents\Origin\Multicomponent\Ds, Dm Coefficient Calculations_chi0.opju&#10;PE Folder: /Ds, Dm Coefficient Calculations_chi0/Folder1/&#10;Short Name: Graph8">
            <a:extLst>
              <a:ext uri="{FF2B5EF4-FFF2-40B4-BE49-F238E27FC236}">
                <a16:creationId xmlns:a16="http://schemas.microsoft.com/office/drawing/2014/main" id="{2DA4EB58-CD58-B25F-E5E5-A9412953A8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689490"/>
              </p:ext>
            </p:extLst>
          </p:nvPr>
        </p:nvGraphicFramePr>
        <p:xfrm>
          <a:off x="1153886" y="187191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4" imgW="9802368" imgH="7502511" progId="Origin95.Graph">
                  <p:embed/>
                </p:oleObj>
              </mc:Choice>
              <mc:Fallback>
                <p:oleObj name="Graph" r:id="rId14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_chi0.opju&#10;PE Folder: /Ds, Dm Coefficient Calculations_chi0/Folder1/&#10;Short Name: Graph8">
                        <a:extLst>
                          <a:ext uri="{FF2B5EF4-FFF2-40B4-BE49-F238E27FC236}">
                            <a16:creationId xmlns:a16="http://schemas.microsoft.com/office/drawing/2014/main" id="{2DA4EB58-CD58-B25F-E5E5-A9412953A8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53886" y="187191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61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50B4D-DBB1-ADF8-F108-875B8023B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DB936C-004F-A626-9679-344BF3B205E3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0579FE-9490-7E3B-6372-22303B163668}"/>
                  </a:ext>
                </a:extLst>
              </p:cNvPr>
              <p:cNvSpPr txBox="1"/>
              <p:nvPr/>
            </p:nvSpPr>
            <p:spPr>
              <a:xfrm>
                <a:off x="102479" y="127100"/>
                <a:ext cx="1542666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χ</m:t>
                      </m:r>
                      <m:r>
                        <a:rPr lang="en-US" sz="3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=−144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0579FE-9490-7E3B-6372-22303B163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79" y="127100"/>
                <a:ext cx="1542666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Object 16" descr="Project Path: C:\Users\lauri\OneDrive\Documents\Origin\Multicomponent\Ds, Dm Coefficient Calculations_chi-144.opju&#10;PE Folder: /Ds, Dm Coefficient Calculations_chi-144/Folder1/&#10;Short Name: Graph5">
            <a:extLst>
              <a:ext uri="{FF2B5EF4-FFF2-40B4-BE49-F238E27FC236}">
                <a16:creationId xmlns:a16="http://schemas.microsoft.com/office/drawing/2014/main" id="{453A5A7B-4CE3-5BF0-3C83-89DFFA0A40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845125"/>
              </p:ext>
            </p:extLst>
          </p:nvPr>
        </p:nvGraphicFramePr>
        <p:xfrm>
          <a:off x="4852547" y="3284944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9802368" imgH="7502511" progId="Origin95.Graph">
                  <p:embed/>
                </p:oleObj>
              </mc:Choice>
              <mc:Fallback>
                <p:oleObj name="Graph" r:id="rId4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_chi-144.opju&#10;PE Folder: /Ds, Dm Coefficient Calculations_chi-144/Folder1/&#10;Short Name: Graph5">
                        <a:extLst>
                          <a:ext uri="{FF2B5EF4-FFF2-40B4-BE49-F238E27FC236}">
                            <a16:creationId xmlns:a16="http://schemas.microsoft.com/office/drawing/2014/main" id="{453A5A7B-4CE3-5BF0-3C83-89DFFA0A40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52547" y="3284944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Project Path: C:\Users\lauri\OneDrive\Documents\Origin\Multicomponent\Ds, Dm Coefficient Calculations_chi-144.opju&#10;PE Folder: /Ds, Dm Coefficient Calculations_chi-144/Folder1/&#10;Short Name: Graph6">
            <a:extLst>
              <a:ext uri="{FF2B5EF4-FFF2-40B4-BE49-F238E27FC236}">
                <a16:creationId xmlns:a16="http://schemas.microsoft.com/office/drawing/2014/main" id="{6E338193-CF06-79FC-3986-1121BCE2FF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207247"/>
              </p:ext>
            </p:extLst>
          </p:nvPr>
        </p:nvGraphicFramePr>
        <p:xfrm>
          <a:off x="8401051" y="3284944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9802368" imgH="7502511" progId="Origin95.Graph">
                  <p:embed/>
                </p:oleObj>
              </mc:Choice>
              <mc:Fallback>
                <p:oleObj name="Graph" r:id="rId6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_chi-144.opju&#10;PE Folder: /Ds, Dm Coefficient Calculations_chi-144/Folder1/&#10;Short Name: Graph6">
                        <a:extLst>
                          <a:ext uri="{FF2B5EF4-FFF2-40B4-BE49-F238E27FC236}">
                            <a16:creationId xmlns:a16="http://schemas.microsoft.com/office/drawing/2014/main" id="{6E338193-CF06-79FC-3986-1121BCE2FF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01051" y="3284944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Project Path: C:\Users\lauri\OneDrive\Documents\Origin\Multicomponent\Ds, Dm Coefficient Calculations_chi-144.opju&#10;PE Folder: /Ds, Dm Coefficient Calculations_chi-144/Folder1/&#10;Short Name: Graph7">
            <a:extLst>
              <a:ext uri="{FF2B5EF4-FFF2-40B4-BE49-F238E27FC236}">
                <a16:creationId xmlns:a16="http://schemas.microsoft.com/office/drawing/2014/main" id="{60829349-89CF-0D6D-F58B-07AD0B5888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888726"/>
              </p:ext>
            </p:extLst>
          </p:nvPr>
        </p:nvGraphicFramePr>
        <p:xfrm>
          <a:off x="8401050" y="283940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9802368" imgH="7502511" progId="Origin95.Graph">
                  <p:embed/>
                </p:oleObj>
              </mc:Choice>
              <mc:Fallback>
                <p:oleObj name="Graph" r:id="rId8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_chi-144.opju&#10;PE Folder: /Ds, Dm Coefficient Calculations_chi-144/Folder1/&#10;Short Name: Graph7">
                        <a:extLst>
                          <a:ext uri="{FF2B5EF4-FFF2-40B4-BE49-F238E27FC236}">
                            <a16:creationId xmlns:a16="http://schemas.microsoft.com/office/drawing/2014/main" id="{60829349-89CF-0D6D-F58B-07AD0B5888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401050" y="283940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 descr="Project Path: C:\Users\lauri\OneDrive\Documents\Origin\Multicomponent\Ds, Dm Coefficient Calculations_chi-144.opju&#10;PE Folder: /Ds, Dm Coefficient Calculations_chi-144/Folder1/&#10;Short Name: Graph9">
            <a:extLst>
              <a:ext uri="{FF2B5EF4-FFF2-40B4-BE49-F238E27FC236}">
                <a16:creationId xmlns:a16="http://schemas.microsoft.com/office/drawing/2014/main" id="{FDB1C8A0-E8BE-212F-ADA9-24CBF9FCD9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642454"/>
              </p:ext>
            </p:extLst>
          </p:nvPr>
        </p:nvGraphicFramePr>
        <p:xfrm>
          <a:off x="4852547" y="283940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9802368" imgH="7502511" progId="Origin95.Graph">
                  <p:embed/>
                </p:oleObj>
              </mc:Choice>
              <mc:Fallback>
                <p:oleObj name="Graph" r:id="rId10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_chi-144.opju&#10;PE Folder: /Ds, Dm Coefficient Calculations_chi-144/Folder1/&#10;Short Name: Graph9">
                        <a:extLst>
                          <a:ext uri="{FF2B5EF4-FFF2-40B4-BE49-F238E27FC236}">
                            <a16:creationId xmlns:a16="http://schemas.microsoft.com/office/drawing/2014/main" id="{FDB1C8A0-E8BE-212F-ADA9-24CBF9FCD9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52547" y="283940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Project Path: C:\Users\lauri\OneDrive\Documents\Origin\Multicomponent\Ds, Dm Coefficient Calculations_chi-144.opju&#10;PE Folder: /Ds, Dm Coefficient Calculations_chi-144/Folder1/&#10;Short Name: Graph4">
            <a:extLst>
              <a:ext uri="{FF2B5EF4-FFF2-40B4-BE49-F238E27FC236}">
                <a16:creationId xmlns:a16="http://schemas.microsoft.com/office/drawing/2014/main" id="{0EAAF314-699B-5E51-F258-942AA32394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867531"/>
              </p:ext>
            </p:extLst>
          </p:nvPr>
        </p:nvGraphicFramePr>
        <p:xfrm>
          <a:off x="1645145" y="3284944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2" imgW="9802368" imgH="7502511" progId="Origin95.Graph">
                  <p:embed/>
                </p:oleObj>
              </mc:Choice>
              <mc:Fallback>
                <p:oleObj name="Graph" r:id="rId12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_chi-144.opju&#10;PE Folder: /Ds, Dm Coefficient Calculations_chi-144/Folder1/&#10;Short Name: Graph4">
                        <a:extLst>
                          <a:ext uri="{FF2B5EF4-FFF2-40B4-BE49-F238E27FC236}">
                            <a16:creationId xmlns:a16="http://schemas.microsoft.com/office/drawing/2014/main" id="{0EAAF314-699B-5E51-F258-942AA32394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45145" y="3284944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 descr="Project Path: C:\Users\lauri\OneDrive\Documents\Origin\Multicomponent\Ds, Dm Coefficient Calculations_chi-144.opju&#10;PE Folder: /Ds, Dm Coefficient Calculations_chi-144/Folder1/&#10;Short Name: Graph8">
            <a:extLst>
              <a:ext uri="{FF2B5EF4-FFF2-40B4-BE49-F238E27FC236}">
                <a16:creationId xmlns:a16="http://schemas.microsoft.com/office/drawing/2014/main" id="{9279F746-F02C-E1FB-BC87-DA2F4C1F56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598515"/>
              </p:ext>
            </p:extLst>
          </p:nvPr>
        </p:nvGraphicFramePr>
        <p:xfrm>
          <a:off x="1645145" y="283940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4" imgW="9802368" imgH="7502511" progId="Origin95.Graph">
                  <p:embed/>
                </p:oleObj>
              </mc:Choice>
              <mc:Fallback>
                <p:oleObj name="Graph" r:id="rId14" imgW="9802368" imgH="7502511" progId="Origin95.Graph">
                  <p:embed/>
                  <p:pic>
                    <p:nvPicPr>
                      <p:cNvPr id="2" name="Object 1" descr="Project Path: C:\Users\lauri\OneDrive\Documents\Origin\Multicomponent\Ds, Dm Coefficient Calculations_chi-144.opju&#10;PE Folder: /Ds, Dm Coefficient Calculations_chi-144/Folder1/&#10;Short Name: Graph8">
                        <a:extLst>
                          <a:ext uri="{FF2B5EF4-FFF2-40B4-BE49-F238E27FC236}">
                            <a16:creationId xmlns:a16="http://schemas.microsoft.com/office/drawing/2014/main" id="{9279F746-F02C-E1FB-BC87-DA2F4C1F56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45145" y="283940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0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5C1D-6BBB-FF73-B216-E32311FC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D337F2-05E6-2131-E69F-48CD22B394E5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9AF179-78A5-F9EF-8B21-734B0B0FA403}"/>
              </a:ext>
            </a:extLst>
          </p:cNvPr>
          <p:cNvSpPr txBox="1"/>
          <p:nvPr/>
        </p:nvSpPr>
        <p:spPr>
          <a:xfrm>
            <a:off x="474453" y="715993"/>
            <a:ext cx="80311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Fixed membrane charge = -44 mM: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 this value is set to 0 mM, the Dm values collapse (as they do with Ds).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However, when this value is set one order of magnitude larger (-144mM), Dm becomes more scattered and chaotic.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Furthermore, a few of the main Dm terms become negative.</a:t>
            </a:r>
          </a:p>
        </p:txBody>
      </p:sp>
    </p:spTree>
    <p:extLst>
      <p:ext uri="{BB962C8B-B14F-4D97-AF65-F5344CB8AC3E}">
        <p14:creationId xmlns:p14="http://schemas.microsoft.com/office/powerpoint/2010/main" val="1964400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E3B3C-655E-2D43-9A0C-1A41FD6AD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B0DEA7-F990-5BB2-5CC1-97E8AEE2DD0A}"/>
              </a:ext>
            </a:extLst>
          </p:cNvPr>
          <p:cNvSpPr/>
          <p:nvPr/>
        </p:nvSpPr>
        <p:spPr>
          <a:xfrm>
            <a:off x="0" y="6685181"/>
            <a:ext cx="121920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CA5BD-5F5C-A844-9A60-0B15EE007919}"/>
              </a:ext>
            </a:extLst>
          </p:cNvPr>
          <p:cNvSpPr txBox="1"/>
          <p:nvPr/>
        </p:nvSpPr>
        <p:spPr>
          <a:xfrm>
            <a:off x="-1" y="7302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Nomenclature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9EE41-B9B7-9425-90B6-9F395B3786AB}"/>
                  </a:ext>
                </a:extLst>
              </p:cNvPr>
              <p:cNvSpPr txBox="1"/>
              <p:nvPr/>
            </p:nvSpPr>
            <p:spPr>
              <a:xfrm>
                <a:off x="137160" y="640080"/>
                <a:ext cx="6099867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Main-term solute permeability coefficient for salt 1.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: Main-term solute permeability coefficient for salt 2.</a:t>
                </a: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: Cross-term solute permeability coefficient.</a:t>
                </a:r>
              </a:p>
              <a:p>
                <a:r>
                  <a:rPr lang="en-US" dirty="0"/>
                  <a:t>	Influence of the transport of ion 2 on ion 1.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en-US" dirty="0"/>
                  <a:t>: Cross-term solute permeability coefficient.</a:t>
                </a:r>
              </a:p>
              <a:p>
                <a:r>
                  <a:rPr lang="en-US" dirty="0"/>
                  <a:t>	Influence of the transport of ion 1 on ion 2.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9EE41-B9B7-9425-90B6-9F395B378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640080"/>
                <a:ext cx="6099867" cy="2031325"/>
              </a:xfrm>
              <a:prstGeom prst="rect">
                <a:avLst/>
              </a:prstGeom>
              <a:blipFill>
                <a:blip r:embed="rId3"/>
                <a:stretch>
                  <a:fillRect t="-15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033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99CB-6DAC-712E-5A8A-FD38BA2F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9A01DC-27F7-B7FE-38F2-753C3AC8EC8F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Solute Permeability Coefficients</a:t>
            </a:r>
          </a:p>
        </p:txBody>
      </p:sp>
      <p:graphicFrame>
        <p:nvGraphicFramePr>
          <p:cNvPr id="9" name="Object 8" descr="Project Path: C:\Users\lauri\OneDrive\Documents\Origin\Multicomponent\B vs IS, SA, DF Coefficient Calculations.opju&#10;PE Folder: /B vs IS, SA, DF Coefficient Calculations/Folder1/&#10;Short Name: Graph18">
            <a:extLst>
              <a:ext uri="{FF2B5EF4-FFF2-40B4-BE49-F238E27FC236}">
                <a16:creationId xmlns:a16="http://schemas.microsoft.com/office/drawing/2014/main" id="{6FBFBDD9-4599-FC62-2C58-DB166149B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830280"/>
              </p:ext>
            </p:extLst>
          </p:nvPr>
        </p:nvGraphicFramePr>
        <p:xfrm>
          <a:off x="3903258" y="1665028"/>
          <a:ext cx="5217995" cy="3993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18">
                        <a:extLst>
                          <a:ext uri="{FF2B5EF4-FFF2-40B4-BE49-F238E27FC236}">
                            <a16:creationId xmlns:a16="http://schemas.microsoft.com/office/drawing/2014/main" id="{6FBFBDD9-4599-FC62-2C58-DB166149B3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03258" y="1665028"/>
                        <a:ext cx="5217995" cy="39937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7524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3D47-A649-C788-3EF1-616F05C20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474B0B-C466-0E27-68D7-130A64C3957A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Solute Permeability Coefficients</a:t>
            </a:r>
          </a:p>
        </p:txBody>
      </p:sp>
      <p:graphicFrame>
        <p:nvGraphicFramePr>
          <p:cNvPr id="8" name="Object 7" descr="Project Path: C:\Users\lauri\OneDrive\Documents\Origin\Multicomponent\B vs IS, SA, DF Coefficient Calculations.opju&#10;PE Folder: /B vs IS, SA, DF Coefficient Calculations/Folder1/&#10;Short Name: Graph3">
            <a:extLst>
              <a:ext uri="{FF2B5EF4-FFF2-40B4-BE49-F238E27FC236}">
                <a16:creationId xmlns:a16="http://schemas.microsoft.com/office/drawing/2014/main" id="{CDFFD7BD-6B5D-8CB0-CD05-B75A9AC164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539208"/>
              </p:ext>
            </p:extLst>
          </p:nvPr>
        </p:nvGraphicFramePr>
        <p:xfrm>
          <a:off x="4380587" y="997446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3">
                        <a:extLst>
                          <a:ext uri="{FF2B5EF4-FFF2-40B4-BE49-F238E27FC236}">
                            <a16:creationId xmlns:a16="http://schemas.microsoft.com/office/drawing/2014/main" id="{CDFFD7BD-6B5D-8CB0-CD05-B75A9AC16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80587" y="997446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 descr="Project Path: C:\Users\lauri\OneDrive\Documents\Origin\Multicomponent\B vs IS, SA, DF Coefficient Calculations.opju&#10;PE Folder: /B vs IS, SA, DF Coefficient Calculations/Folder1/&#10;Short Name: Graph12">
            <a:extLst>
              <a:ext uri="{FF2B5EF4-FFF2-40B4-BE49-F238E27FC236}">
                <a16:creationId xmlns:a16="http://schemas.microsoft.com/office/drawing/2014/main" id="{A2957D87-3B1A-4A12-15ED-D2F090810C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819093"/>
              </p:ext>
            </p:extLst>
          </p:nvPr>
        </p:nvGraphicFramePr>
        <p:xfrm>
          <a:off x="4380584" y="3905093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12">
                        <a:extLst>
                          <a:ext uri="{FF2B5EF4-FFF2-40B4-BE49-F238E27FC236}">
                            <a16:creationId xmlns:a16="http://schemas.microsoft.com/office/drawing/2014/main" id="{A2957D87-3B1A-4A12-15ED-D2F090810C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80584" y="3905093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 descr="Project Path: C:\Users\lauri\OneDrive\Documents\Origin\Multicomponent\B vs IS, SA, DF Coefficient Calculations.opju&#10;PE Folder: /B vs IS, SA, DF Coefficient Calculations/Folder1/&#10;Short Name: Graph2">
            <a:extLst>
              <a:ext uri="{FF2B5EF4-FFF2-40B4-BE49-F238E27FC236}">
                <a16:creationId xmlns:a16="http://schemas.microsoft.com/office/drawing/2014/main" id="{EED92F64-C893-58FB-80B9-50B7CADDC5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944388"/>
              </p:ext>
            </p:extLst>
          </p:nvPr>
        </p:nvGraphicFramePr>
        <p:xfrm>
          <a:off x="7887613" y="997446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9802368" imgH="7502511" progId="Origin95.Graph">
                  <p:embed/>
                </p:oleObj>
              </mc:Choice>
              <mc:Fallback>
                <p:oleObj name="Graph" r:id="rId7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2">
                        <a:extLst>
                          <a:ext uri="{FF2B5EF4-FFF2-40B4-BE49-F238E27FC236}">
                            <a16:creationId xmlns:a16="http://schemas.microsoft.com/office/drawing/2014/main" id="{0AEC4D20-B9B5-BC92-B378-C51CD90474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87613" y="997446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 descr="Project Path: C:\Users\lauri\OneDrive\Documents\Origin\Multicomponent\B vs IS, SA, DF Coefficient Calculations.opju&#10;PE Folder: /B vs IS, SA, DF Coefficient Calculations/Folder1/&#10;Short Name: Graph13">
            <a:extLst>
              <a:ext uri="{FF2B5EF4-FFF2-40B4-BE49-F238E27FC236}">
                <a16:creationId xmlns:a16="http://schemas.microsoft.com/office/drawing/2014/main" id="{0349FCC9-A309-2E51-7D0B-D3BAB85085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03238"/>
              </p:ext>
            </p:extLst>
          </p:nvPr>
        </p:nvGraphicFramePr>
        <p:xfrm>
          <a:off x="7887613" y="3905093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9802368" imgH="7502511" progId="Origin95.Graph">
                  <p:embed/>
                </p:oleObj>
              </mc:Choice>
              <mc:Fallback>
                <p:oleObj name="Graph" r:id="rId9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13">
                        <a:extLst>
                          <a:ext uri="{FF2B5EF4-FFF2-40B4-BE49-F238E27FC236}">
                            <a16:creationId xmlns:a16="http://schemas.microsoft.com/office/drawing/2014/main" id="{0349FCC9-A309-2E51-7D0B-D3BAB85085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87613" y="3905093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B vs IS, SA, DF Coefficient Calculations.opju&#10;PE Folder: /B vs IS, SA, DF Coefficient Calculations/Folder1/&#10;Short Name: Graph1">
            <a:extLst>
              <a:ext uri="{FF2B5EF4-FFF2-40B4-BE49-F238E27FC236}">
                <a16:creationId xmlns:a16="http://schemas.microsoft.com/office/drawing/2014/main" id="{4D4BCDCD-171A-06F5-6E30-81549B0E9F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01523"/>
              </p:ext>
            </p:extLst>
          </p:nvPr>
        </p:nvGraphicFramePr>
        <p:xfrm>
          <a:off x="800101" y="997446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1" imgW="9802368" imgH="7502511" progId="Origin95.Graph">
                  <p:embed/>
                </p:oleObj>
              </mc:Choice>
              <mc:Fallback>
                <p:oleObj name="Graph" r:id="rId11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1">
                        <a:extLst>
                          <a:ext uri="{FF2B5EF4-FFF2-40B4-BE49-F238E27FC236}">
                            <a16:creationId xmlns:a16="http://schemas.microsoft.com/office/drawing/2014/main" id="{4D4BCDCD-171A-06F5-6E30-81549B0E9F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0101" y="997446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Project Path: C:\Users\lauri\OneDrive\Documents\Origin\Multicomponent\B vs IS, SA, DF Coefficient Calculations.opju&#10;PE Folder: /B vs IS, SA, DF Coefficient Calculations/Folder1/&#10;Short Name: Graph4">
            <a:extLst>
              <a:ext uri="{FF2B5EF4-FFF2-40B4-BE49-F238E27FC236}">
                <a16:creationId xmlns:a16="http://schemas.microsoft.com/office/drawing/2014/main" id="{D9F798EE-A074-FD16-27E8-85E93D475C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1183259"/>
              </p:ext>
            </p:extLst>
          </p:nvPr>
        </p:nvGraphicFramePr>
        <p:xfrm>
          <a:off x="800101" y="3905093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3" imgW="9802368" imgH="7502511" progId="Origin95.Graph">
                  <p:embed/>
                </p:oleObj>
              </mc:Choice>
              <mc:Fallback>
                <p:oleObj name="Graph" r:id="rId13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4">
                        <a:extLst>
                          <a:ext uri="{FF2B5EF4-FFF2-40B4-BE49-F238E27FC236}">
                            <a16:creationId xmlns:a16="http://schemas.microsoft.com/office/drawing/2014/main" id="{D9F798EE-A074-FD16-27E8-85E93D475C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0101" y="3905093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0783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EEAAB-DE67-0F61-18FE-AD444B57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B065A7-B760-13C9-77D3-6501A077BE89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Solute Permeability Coefficients/Driving Force</a:t>
            </a:r>
          </a:p>
        </p:txBody>
      </p:sp>
      <p:graphicFrame>
        <p:nvGraphicFramePr>
          <p:cNvPr id="2" name="Object 1" descr="Project Path: C:\Users\lauri\OneDrive\Documents\Origin\Multicomponent\B vs IS, SA, DF Coefficient Calculations.opju&#10;PE Folder: /B vs IS, SA, DF Coefficient Calculations/Folder1/&#10;Short Name: Graph14">
            <a:extLst>
              <a:ext uri="{FF2B5EF4-FFF2-40B4-BE49-F238E27FC236}">
                <a16:creationId xmlns:a16="http://schemas.microsoft.com/office/drawing/2014/main" id="{6DE5B6BB-9D4A-DE55-A71A-776BD2CB1A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0323386"/>
              </p:ext>
            </p:extLst>
          </p:nvPr>
        </p:nvGraphicFramePr>
        <p:xfrm>
          <a:off x="6493037" y="2116059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14">
                        <a:extLst>
                          <a:ext uri="{FF2B5EF4-FFF2-40B4-BE49-F238E27FC236}">
                            <a16:creationId xmlns:a16="http://schemas.microsoft.com/office/drawing/2014/main" id="{6DE5B6BB-9D4A-DE55-A71A-776BD2CB1A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93037" y="2116059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B vs IS, SA, DF Coefficient Calculations.opju&#10;PE Folder: /B vs IS, SA, DF Coefficient Calculations/Folder1/&#10;Short Name: Graph15">
            <a:extLst>
              <a:ext uri="{FF2B5EF4-FFF2-40B4-BE49-F238E27FC236}">
                <a16:creationId xmlns:a16="http://schemas.microsoft.com/office/drawing/2014/main" id="{FA4FC40B-D4B3-0766-20CD-B1807064B5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114968"/>
              </p:ext>
            </p:extLst>
          </p:nvPr>
        </p:nvGraphicFramePr>
        <p:xfrm>
          <a:off x="2268135" y="211605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15">
                        <a:extLst>
                          <a:ext uri="{FF2B5EF4-FFF2-40B4-BE49-F238E27FC236}">
                            <a16:creationId xmlns:a16="http://schemas.microsoft.com/office/drawing/2014/main" id="{FA4FC40B-D4B3-0766-20CD-B1807064B5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68135" y="211605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2650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FFCC0-7FE5-2F66-32F7-E0CE0356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BA140D-24AB-8118-5F8D-5F3923E1F343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Solute Permeability Coefficients/Driving Force</a:t>
            </a:r>
          </a:p>
        </p:txBody>
      </p:sp>
      <p:graphicFrame>
        <p:nvGraphicFramePr>
          <p:cNvPr id="5" name="Object 4" descr="Project Path: C:\Users\lauri\OneDrive\Documents\Origin\Multicomponent\B vs IS, SA, DF Coefficient Calculations.opju&#10;PE Folder: /B vs IS, SA, DF Coefficient Calculations/Folder1/&#10;Short Name: Graph16">
            <a:extLst>
              <a:ext uri="{FF2B5EF4-FFF2-40B4-BE49-F238E27FC236}">
                <a16:creationId xmlns:a16="http://schemas.microsoft.com/office/drawing/2014/main" id="{09231265-7B5D-20D5-1AA6-055AF287B1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239248"/>
              </p:ext>
            </p:extLst>
          </p:nvPr>
        </p:nvGraphicFramePr>
        <p:xfrm>
          <a:off x="2717321" y="192849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16">
                        <a:extLst>
                          <a:ext uri="{FF2B5EF4-FFF2-40B4-BE49-F238E27FC236}">
                            <a16:creationId xmlns:a16="http://schemas.microsoft.com/office/drawing/2014/main" id="{09231265-7B5D-20D5-1AA6-055AF287B1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7321" y="192849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Project Path: C:\Users\lauri\OneDrive\Documents\Origin\Multicomponent\B vs IS, SA, DF Coefficient Calculations.opju&#10;PE Folder: /B vs IS, SA, DF Coefficient Calculations/Folder1/&#10;Short Name: Graph17">
            <a:extLst>
              <a:ext uri="{FF2B5EF4-FFF2-40B4-BE49-F238E27FC236}">
                <a16:creationId xmlns:a16="http://schemas.microsoft.com/office/drawing/2014/main" id="{8B4FD124-0E68-F6F4-2F4D-33D8473535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231766"/>
              </p:ext>
            </p:extLst>
          </p:nvPr>
        </p:nvGraphicFramePr>
        <p:xfrm>
          <a:off x="6095999" y="192849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17">
                        <a:extLst>
                          <a:ext uri="{FF2B5EF4-FFF2-40B4-BE49-F238E27FC236}">
                            <a16:creationId xmlns:a16="http://schemas.microsoft.com/office/drawing/2014/main" id="{8B4FD124-0E68-F6F4-2F4D-33D8473535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5999" y="192849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351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E63E6-A32C-7B3F-EA84-5277B2D0D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BAA7E4-8529-D7CD-B282-2263D971A7F0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Solute Permeability Coefficients/Driving Force</a:t>
            </a:r>
          </a:p>
        </p:txBody>
      </p:sp>
      <p:graphicFrame>
        <p:nvGraphicFramePr>
          <p:cNvPr id="2" name="Object 1" descr="Project Path: C:\Users\lauri\OneDrive\Documents\Origin\Multicomponent\B vs IS, SA, DF Coefficient Calculations.opju&#10;PE Folder: /B vs IS, SA, DF Coefficient Calculations/Folder1/&#10;Short Name: Graph19">
            <a:extLst>
              <a:ext uri="{FF2B5EF4-FFF2-40B4-BE49-F238E27FC236}">
                <a16:creationId xmlns:a16="http://schemas.microsoft.com/office/drawing/2014/main" id="{E62266AA-115B-89AD-890D-E913BE0D4D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05702"/>
              </p:ext>
            </p:extLst>
          </p:nvPr>
        </p:nvGraphicFramePr>
        <p:xfrm>
          <a:off x="6204127" y="2146944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19">
                        <a:extLst>
                          <a:ext uri="{FF2B5EF4-FFF2-40B4-BE49-F238E27FC236}">
                            <a16:creationId xmlns:a16="http://schemas.microsoft.com/office/drawing/2014/main" id="{E62266AA-115B-89AD-890D-E913BE0D4D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04127" y="2146944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B vs IS, SA, DF Coefficient Calculations.opju&#10;PE Folder: /B vs IS, SA, DF Coefficient Calculations/Folder1/&#10;Short Name: Graph20">
            <a:extLst>
              <a:ext uri="{FF2B5EF4-FFF2-40B4-BE49-F238E27FC236}">
                <a16:creationId xmlns:a16="http://schemas.microsoft.com/office/drawing/2014/main" id="{31C08F0F-63B2-68F6-FA36-AD75214E3F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313994"/>
              </p:ext>
            </p:extLst>
          </p:nvPr>
        </p:nvGraphicFramePr>
        <p:xfrm>
          <a:off x="2606498" y="2146944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B vs IS, SA, DF Coefficient Calculations.opju&#10;PE Folder: /B vs IS, SA, DF Coefficient Calculations/Folder1/&#10;Short Name: Graph20">
                        <a:extLst>
                          <a:ext uri="{FF2B5EF4-FFF2-40B4-BE49-F238E27FC236}">
                            <a16:creationId xmlns:a16="http://schemas.microsoft.com/office/drawing/2014/main" id="{31C08F0F-63B2-68F6-FA36-AD75214E3F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06498" y="2146944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6976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2945-7809-9A56-8A4F-EE7D5EC15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CF3585-7633-82FF-424B-F4C36A03135D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Solute Permeability Coefficients/Solute Flux</a:t>
            </a:r>
          </a:p>
        </p:txBody>
      </p:sp>
      <p:graphicFrame>
        <p:nvGraphicFramePr>
          <p:cNvPr id="2" name="Object 1" descr="Project Path: C:\Users\lauri\OneDrive\Documents\Origin\Multicomponent\B&amp;Js vs IS, SA Coefficient Calculations.opju&#10;PE Folder: /B&amp;Js vs IS, SA Coefficient Calculations/Folder1/&#10;Short Name: Graph1">
            <a:extLst>
              <a:ext uri="{FF2B5EF4-FFF2-40B4-BE49-F238E27FC236}">
                <a16:creationId xmlns:a16="http://schemas.microsoft.com/office/drawing/2014/main" id="{9A30490F-2367-AE8E-B3F5-65F47721B5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94260"/>
              </p:ext>
            </p:extLst>
          </p:nvPr>
        </p:nvGraphicFramePr>
        <p:xfrm>
          <a:off x="6478740" y="929494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1">
                        <a:extLst>
                          <a:ext uri="{FF2B5EF4-FFF2-40B4-BE49-F238E27FC236}">
                            <a16:creationId xmlns:a16="http://schemas.microsoft.com/office/drawing/2014/main" id="{9A30490F-2367-AE8E-B3F5-65F47721B5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78740" y="929494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B&amp;Js vs IS, SA Coefficient Calculations.opju&#10;PE Folder: /B&amp;Js vs IS, SA Coefficient Calculations/Folder1/&#10;Short Name: Graph11">
            <a:extLst>
              <a:ext uri="{FF2B5EF4-FFF2-40B4-BE49-F238E27FC236}">
                <a16:creationId xmlns:a16="http://schemas.microsoft.com/office/drawing/2014/main" id="{7EC58F42-48FD-0A4E-20E9-3C79061C59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927736"/>
              </p:ext>
            </p:extLst>
          </p:nvPr>
        </p:nvGraphicFramePr>
        <p:xfrm>
          <a:off x="6478740" y="3794517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11">
                        <a:extLst>
                          <a:ext uri="{FF2B5EF4-FFF2-40B4-BE49-F238E27FC236}">
                            <a16:creationId xmlns:a16="http://schemas.microsoft.com/office/drawing/2014/main" id="{7EC58F42-48FD-0A4E-20E9-3C79061C59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78740" y="3794517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Project Path: C:\Users\lauri\OneDrive\Documents\Origin\Multicomponent\B&amp;Js vs IS, SA Coefficient Calculations.opju&#10;PE Folder: /B&amp;Js vs IS, SA Coefficient Calculations/Folder1/&#10;Short Name: Graph4">
            <a:extLst>
              <a:ext uri="{FF2B5EF4-FFF2-40B4-BE49-F238E27FC236}">
                <a16:creationId xmlns:a16="http://schemas.microsoft.com/office/drawing/2014/main" id="{5DBD2746-0A7D-8C15-3ED0-A4809F0FD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009093"/>
              </p:ext>
            </p:extLst>
          </p:nvPr>
        </p:nvGraphicFramePr>
        <p:xfrm>
          <a:off x="2665170" y="929494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9802368" imgH="7502511" progId="Origin95.Graph">
                  <p:embed/>
                </p:oleObj>
              </mc:Choice>
              <mc:Fallback>
                <p:oleObj name="Graph" r:id="rId7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4">
                        <a:extLst>
                          <a:ext uri="{FF2B5EF4-FFF2-40B4-BE49-F238E27FC236}">
                            <a16:creationId xmlns:a16="http://schemas.microsoft.com/office/drawing/2014/main" id="{5DBD2746-0A7D-8C15-3ED0-A4809F0FD9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5170" y="929494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Project Path: C:\Users\lauri\OneDrive\Documents\Origin\Multicomponent\B&amp;Js vs IS, SA Coefficient Calculations.opju&#10;PE Folder: /B&amp;Js vs IS, SA Coefficient Calculations/Folder1/&#10;Short Name: Graph5">
            <a:extLst>
              <a:ext uri="{FF2B5EF4-FFF2-40B4-BE49-F238E27FC236}">
                <a16:creationId xmlns:a16="http://schemas.microsoft.com/office/drawing/2014/main" id="{6CFF3A11-85EB-EA2D-75EF-B7F804BE0D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000506"/>
              </p:ext>
            </p:extLst>
          </p:nvPr>
        </p:nvGraphicFramePr>
        <p:xfrm>
          <a:off x="2665169" y="3794517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9802368" imgH="7502511" progId="Origin95.Graph">
                  <p:embed/>
                </p:oleObj>
              </mc:Choice>
              <mc:Fallback>
                <p:oleObj name="Graph" r:id="rId9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5">
                        <a:extLst>
                          <a:ext uri="{FF2B5EF4-FFF2-40B4-BE49-F238E27FC236}">
                            <a16:creationId xmlns:a16="http://schemas.microsoft.com/office/drawing/2014/main" id="{6CFF3A11-85EB-EA2D-75EF-B7F804BE0D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65169" y="3794517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0654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19D4-4696-25A6-E37F-13DE9763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A12A9D-6646-FCEB-0B2C-B814143C5A21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Solute Permeability Coefficients/Solute Flux</a:t>
            </a:r>
          </a:p>
        </p:txBody>
      </p:sp>
      <p:graphicFrame>
        <p:nvGraphicFramePr>
          <p:cNvPr id="2" name="Object 1" descr="Project Path: C:\Users\lauri\OneDrive\Documents\Origin\Multicomponent\B&amp;Js vs IS, SA Coefficient Calculations.opju&#10;PE Folder: /B&amp;Js vs IS, SA Coefficient Calculations/Folder1/&#10;Short Name: Graph3">
            <a:extLst>
              <a:ext uri="{FF2B5EF4-FFF2-40B4-BE49-F238E27FC236}">
                <a16:creationId xmlns:a16="http://schemas.microsoft.com/office/drawing/2014/main" id="{CDD73526-96F7-F68D-DACE-D8B77C8EDB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548469"/>
              </p:ext>
            </p:extLst>
          </p:nvPr>
        </p:nvGraphicFramePr>
        <p:xfrm>
          <a:off x="6389299" y="1212875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3">
                        <a:extLst>
                          <a:ext uri="{FF2B5EF4-FFF2-40B4-BE49-F238E27FC236}">
                            <a16:creationId xmlns:a16="http://schemas.microsoft.com/office/drawing/2014/main" id="{CDD73526-96F7-F68D-DACE-D8B77C8EDB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89299" y="1212875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Project Path: C:\Users\lauri\OneDrive\Documents\Origin\Multicomponent\B&amp;Js vs IS, SA Coefficient Calculations.opju&#10;PE Folder: /B&amp;Js vs IS, SA Coefficient Calculations/Folder1/&#10;Short Name: Graph8">
            <a:extLst>
              <a:ext uri="{FF2B5EF4-FFF2-40B4-BE49-F238E27FC236}">
                <a16:creationId xmlns:a16="http://schemas.microsoft.com/office/drawing/2014/main" id="{BC23553A-A8D3-9BB8-DBB3-947B69AA0A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064200"/>
              </p:ext>
            </p:extLst>
          </p:nvPr>
        </p:nvGraphicFramePr>
        <p:xfrm>
          <a:off x="2564922" y="1212876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8">
                        <a:extLst>
                          <a:ext uri="{FF2B5EF4-FFF2-40B4-BE49-F238E27FC236}">
                            <a16:creationId xmlns:a16="http://schemas.microsoft.com/office/drawing/2014/main" id="{BC23553A-A8D3-9BB8-DBB3-947B69AA0A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4922" y="1212876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B&amp;Js vs IS, SA Coefficient Calculations.opju&#10;PE Folder: /B&amp;Js vs IS, SA Coefficient Calculations/Folder1/&#10;Short Name: Graph12">
            <a:extLst>
              <a:ext uri="{FF2B5EF4-FFF2-40B4-BE49-F238E27FC236}">
                <a16:creationId xmlns:a16="http://schemas.microsoft.com/office/drawing/2014/main" id="{6DE98CD2-6864-5FE7-8B9A-4604B60B61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321657"/>
              </p:ext>
            </p:extLst>
          </p:nvPr>
        </p:nvGraphicFramePr>
        <p:xfrm>
          <a:off x="6389299" y="3946798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9802368" imgH="7502511" progId="Origin95.Graph">
                  <p:embed/>
                </p:oleObj>
              </mc:Choice>
              <mc:Fallback>
                <p:oleObj name="Graph" r:id="rId7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12">
                        <a:extLst>
                          <a:ext uri="{FF2B5EF4-FFF2-40B4-BE49-F238E27FC236}">
                            <a16:creationId xmlns:a16="http://schemas.microsoft.com/office/drawing/2014/main" id="{6DE98CD2-6864-5FE7-8B9A-4604B60B61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89299" y="3946798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Project Path: C:\Users\lauri\OneDrive\Documents\Origin\Multicomponent\B&amp;Js vs IS, SA Coefficient Calculations.opju&#10;PE Folder: /B&amp;Js vs IS, SA Coefficient Calculations/Folder1/&#10;Short Name: Graph9">
            <a:extLst>
              <a:ext uri="{FF2B5EF4-FFF2-40B4-BE49-F238E27FC236}">
                <a16:creationId xmlns:a16="http://schemas.microsoft.com/office/drawing/2014/main" id="{52D568C3-BDBC-C40D-FB9D-7BD60C75ED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103702"/>
              </p:ext>
            </p:extLst>
          </p:nvPr>
        </p:nvGraphicFramePr>
        <p:xfrm>
          <a:off x="2564922" y="3946797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9802368" imgH="7502511" progId="Origin95.Graph">
                  <p:embed/>
                </p:oleObj>
              </mc:Choice>
              <mc:Fallback>
                <p:oleObj name="Graph" r:id="rId9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9">
                        <a:extLst>
                          <a:ext uri="{FF2B5EF4-FFF2-40B4-BE49-F238E27FC236}">
                            <a16:creationId xmlns:a16="http://schemas.microsoft.com/office/drawing/2014/main" id="{52D568C3-BDBC-C40D-FB9D-7BD60C75ED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64922" y="3946797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94377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E850F-C93D-50F0-458E-F4C362392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923F4A-803C-2B79-F779-C6582C3C80A9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Solute Permeability Coefficients/Solute Flux</a:t>
            </a:r>
          </a:p>
        </p:txBody>
      </p:sp>
      <p:graphicFrame>
        <p:nvGraphicFramePr>
          <p:cNvPr id="6" name="Object 5" descr="Project Path: C:\Users\lauri\OneDrive\Documents\Origin\Multicomponent\B&amp;Js vs IS, SA Coefficient Calculations.opju&#10;PE Folder: /B&amp;Js vs IS, SA Coefficient Calculations/Folder1/&#10;Short Name: Graph2">
            <a:extLst>
              <a:ext uri="{FF2B5EF4-FFF2-40B4-BE49-F238E27FC236}">
                <a16:creationId xmlns:a16="http://schemas.microsoft.com/office/drawing/2014/main" id="{834F8639-DC88-FF70-F1D0-CC8847C265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042483"/>
              </p:ext>
            </p:extLst>
          </p:nvPr>
        </p:nvGraphicFramePr>
        <p:xfrm>
          <a:off x="6381753" y="851823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2">
                        <a:extLst>
                          <a:ext uri="{FF2B5EF4-FFF2-40B4-BE49-F238E27FC236}">
                            <a16:creationId xmlns:a16="http://schemas.microsoft.com/office/drawing/2014/main" id="{834F8639-DC88-FF70-F1D0-CC8847C265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81753" y="851823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 descr="Project Path: C:\Users\lauri\OneDrive\Documents\Origin\Multicomponent\B&amp;Js vs IS, SA Coefficient Calculations.opju&#10;PE Folder: /B&amp;Js vs IS, SA Coefficient Calculations/Folder1/&#10;Short Name: Graph6">
            <a:extLst>
              <a:ext uri="{FF2B5EF4-FFF2-40B4-BE49-F238E27FC236}">
                <a16:creationId xmlns:a16="http://schemas.microsoft.com/office/drawing/2014/main" id="{DDE6C074-257A-FA0E-D140-FE95A4C056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465921"/>
              </p:ext>
            </p:extLst>
          </p:nvPr>
        </p:nvGraphicFramePr>
        <p:xfrm>
          <a:off x="2162176" y="851823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6">
                        <a:extLst>
                          <a:ext uri="{FF2B5EF4-FFF2-40B4-BE49-F238E27FC236}">
                            <a16:creationId xmlns:a16="http://schemas.microsoft.com/office/drawing/2014/main" id="{DDE6C074-257A-FA0E-D140-FE95A4C056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2176" y="851823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 descr="Project Path: C:\Users\lauri\OneDrive\Documents\Origin\Multicomponent\B&amp;Js vs IS, SA Coefficient Calculations.opju&#10;PE Folder: /B&amp;Js vs IS, SA Coefficient Calculations/Folder1/&#10;Short Name: Graph13">
            <a:extLst>
              <a:ext uri="{FF2B5EF4-FFF2-40B4-BE49-F238E27FC236}">
                <a16:creationId xmlns:a16="http://schemas.microsoft.com/office/drawing/2014/main" id="{DB2EF1E4-8DD5-3EF7-E7DB-55CFBDFC39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325169"/>
              </p:ext>
            </p:extLst>
          </p:nvPr>
        </p:nvGraphicFramePr>
        <p:xfrm>
          <a:off x="6381753" y="3762375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9802368" imgH="7502511" progId="Origin95.Graph">
                  <p:embed/>
                </p:oleObj>
              </mc:Choice>
              <mc:Fallback>
                <p:oleObj name="Graph" r:id="rId7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13">
                        <a:extLst>
                          <a:ext uri="{FF2B5EF4-FFF2-40B4-BE49-F238E27FC236}">
                            <a16:creationId xmlns:a16="http://schemas.microsoft.com/office/drawing/2014/main" id="{DB2EF1E4-8DD5-3EF7-E7DB-55CFBDFC39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81753" y="3762375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 descr="Project Path: C:\Users\lauri\OneDrive\Documents\Origin\Multicomponent\B&amp;Js vs IS, SA Coefficient Calculations.opju&#10;PE Folder: /B&amp;Js vs IS, SA Coefficient Calculations/Folder1/&#10;Short Name: Graph7">
            <a:extLst>
              <a:ext uri="{FF2B5EF4-FFF2-40B4-BE49-F238E27FC236}">
                <a16:creationId xmlns:a16="http://schemas.microsoft.com/office/drawing/2014/main" id="{946F52DB-0E88-61AF-4DB3-CFD9C8542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234724"/>
              </p:ext>
            </p:extLst>
          </p:nvPr>
        </p:nvGraphicFramePr>
        <p:xfrm>
          <a:off x="2162175" y="3762376"/>
          <a:ext cx="3430829" cy="2625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9802368" imgH="7502511" progId="Origin95.Graph">
                  <p:embed/>
                </p:oleObj>
              </mc:Choice>
              <mc:Fallback>
                <p:oleObj name="Graph" r:id="rId9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7">
                        <a:extLst>
                          <a:ext uri="{FF2B5EF4-FFF2-40B4-BE49-F238E27FC236}">
                            <a16:creationId xmlns:a16="http://schemas.microsoft.com/office/drawing/2014/main" id="{946F52DB-0E88-61AF-4DB3-CFD9C85425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62175" y="3762376"/>
                        <a:ext cx="3430829" cy="2625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8419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4B080-D081-EFA6-D5A3-FDACF5E38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9ADDFF-6FB7-873B-9906-A7C9EC6862C7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Solute Flux</a:t>
            </a:r>
          </a:p>
        </p:txBody>
      </p:sp>
      <p:graphicFrame>
        <p:nvGraphicFramePr>
          <p:cNvPr id="2" name="Object 1" descr="Project Path: C:\Users\lauri\OneDrive\Documents\Origin\Multicomponent\B&amp;Js vs IS, SA Coefficient Calculations.opju&#10;PE Folder: /B&amp;Js vs IS, SA Coefficient Calculations/Folder1/&#10;Short Name: Graph10">
            <a:extLst>
              <a:ext uri="{FF2B5EF4-FFF2-40B4-BE49-F238E27FC236}">
                <a16:creationId xmlns:a16="http://schemas.microsoft.com/office/drawing/2014/main" id="{7E7EB7DE-F5DB-EA84-B0FA-221E12B2D2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260585"/>
              </p:ext>
            </p:extLst>
          </p:nvPr>
        </p:nvGraphicFramePr>
        <p:xfrm>
          <a:off x="4481016" y="2015320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10">
                        <a:extLst>
                          <a:ext uri="{FF2B5EF4-FFF2-40B4-BE49-F238E27FC236}">
                            <a16:creationId xmlns:a16="http://schemas.microsoft.com/office/drawing/2014/main" id="{7E7EB7DE-F5DB-EA84-B0FA-221E12B2D2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81016" y="2015320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2614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D1A4A-8C78-D8DE-27D1-C5B60EFF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451D20-5EA7-94EF-66D4-1B694AED8377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Solute Flux</a:t>
            </a:r>
          </a:p>
        </p:txBody>
      </p:sp>
      <p:graphicFrame>
        <p:nvGraphicFramePr>
          <p:cNvPr id="4" name="Object 3" descr="Project Path: C:\Users\lauri\OneDrive\Documents\Origin\Multicomponent\B&amp;Js vs IS, SA Coefficient Calculations.opju&#10;PE Folder: /B&amp;Js vs IS, SA Coefficient Calculations/Folder1/&#10;Short Name: Graph15">
            <a:extLst>
              <a:ext uri="{FF2B5EF4-FFF2-40B4-BE49-F238E27FC236}">
                <a16:creationId xmlns:a16="http://schemas.microsoft.com/office/drawing/2014/main" id="{9501067C-BE77-2A97-12D7-4B2FC132E4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170411"/>
              </p:ext>
            </p:extLst>
          </p:nvPr>
        </p:nvGraphicFramePr>
        <p:xfrm>
          <a:off x="4278703" y="192849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15">
                        <a:extLst>
                          <a:ext uri="{FF2B5EF4-FFF2-40B4-BE49-F238E27FC236}">
                            <a16:creationId xmlns:a16="http://schemas.microsoft.com/office/drawing/2014/main" id="{9501067C-BE77-2A97-12D7-4B2FC132E4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78703" y="192849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8021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72EC2-F1AB-60C9-6188-7AB492885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5CAD33-34E1-0E4D-F299-41813D6DBC32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Solute Flux</a:t>
            </a:r>
          </a:p>
        </p:txBody>
      </p:sp>
      <p:graphicFrame>
        <p:nvGraphicFramePr>
          <p:cNvPr id="2" name="Object 1" descr="Project Path: C:\Users\lauri\OneDrive\Documents\Origin\Multicomponent\B&amp;Js vs IS, SA Coefficient Calculations.opju&#10;PE Folder: /B&amp;Js vs IS, SA Coefficient Calculations/Folder1/&#10;Short Name: Graph14">
            <a:extLst>
              <a:ext uri="{FF2B5EF4-FFF2-40B4-BE49-F238E27FC236}">
                <a16:creationId xmlns:a16="http://schemas.microsoft.com/office/drawing/2014/main" id="{ACDDE75D-14B5-82B6-4D29-A2789D55BE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115355"/>
              </p:ext>
            </p:extLst>
          </p:nvPr>
        </p:nvGraphicFramePr>
        <p:xfrm>
          <a:off x="4486276" y="2066925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B&amp;Js vs IS, SA Coefficient Calculations.opju&#10;PE Folder: /B&amp;Js vs IS, SA Coefficient Calculations/Folder1/&#10;Short Name: Graph14">
                        <a:extLst>
                          <a:ext uri="{FF2B5EF4-FFF2-40B4-BE49-F238E27FC236}">
                            <a16:creationId xmlns:a16="http://schemas.microsoft.com/office/drawing/2014/main" id="{ACDDE75D-14B5-82B6-4D29-A2789D55BE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86276" y="2066925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155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0B2A9-ADA4-644C-3B92-28892666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FBCAA8-F2E5-1420-7EB9-CB4BDFD3E507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Driving Force</a:t>
            </a:r>
          </a:p>
        </p:txBody>
      </p:sp>
      <p:graphicFrame>
        <p:nvGraphicFramePr>
          <p:cNvPr id="2" name="Object 1" descr="Project Path: C:\Users\lauri\OneDrive\Documents\Origin\Multicomponent\DF vs IS, SA Coefficient Calculations.opju&#10;PE Folder: /DF vs IS, SA Coefficient Calculations/Folder1/&#10;Short Name: Graph1">
            <a:extLst>
              <a:ext uri="{FF2B5EF4-FFF2-40B4-BE49-F238E27FC236}">
                <a16:creationId xmlns:a16="http://schemas.microsoft.com/office/drawing/2014/main" id="{6C4F32FF-2788-5D4E-9059-066D125D42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987734"/>
              </p:ext>
            </p:extLst>
          </p:nvPr>
        </p:nvGraphicFramePr>
        <p:xfrm>
          <a:off x="2667000" y="2041072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DF vs IS, SA Coefficient Calculations.opju&#10;PE Folder: /DF vs IS, SA Coefficient Calculations/Folder1/&#10;Short Name: Graph1">
                        <a:extLst>
                          <a:ext uri="{FF2B5EF4-FFF2-40B4-BE49-F238E27FC236}">
                            <a16:creationId xmlns:a16="http://schemas.microsoft.com/office/drawing/2014/main" id="{6C4F32FF-2788-5D4E-9059-066D125D42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7000" y="2041072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DF vs IS, SA Coefficient Calculations.opju&#10;PE Folder: /DF vs IS, SA Coefficient Calculations/Folder1/&#10;Short Name: Graph11">
            <a:extLst>
              <a:ext uri="{FF2B5EF4-FFF2-40B4-BE49-F238E27FC236}">
                <a16:creationId xmlns:a16="http://schemas.microsoft.com/office/drawing/2014/main" id="{D2939178-20FA-4AF0-64BF-5C64E2471F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283906"/>
              </p:ext>
            </p:extLst>
          </p:nvPr>
        </p:nvGraphicFramePr>
        <p:xfrm>
          <a:off x="6096000" y="2041072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DF vs IS, SA Coefficient Calculations.opju&#10;PE Folder: /DF vs IS, SA Coefficient Calculations/Folder1/&#10;Short Name: Graph11">
                        <a:extLst>
                          <a:ext uri="{FF2B5EF4-FFF2-40B4-BE49-F238E27FC236}">
                            <a16:creationId xmlns:a16="http://schemas.microsoft.com/office/drawing/2014/main" id="{D2939178-20FA-4AF0-64BF-5C64E2471F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0" y="2041072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328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39EBB-30E1-9E7B-0956-A129D8FD6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DB247A-856B-5AF4-5915-DA9081CE7148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Driving Force</a:t>
            </a:r>
          </a:p>
        </p:txBody>
      </p:sp>
      <p:graphicFrame>
        <p:nvGraphicFramePr>
          <p:cNvPr id="2" name="Object 1" descr="Project Path: C:\Users\lauri\OneDrive\Documents\Origin\Multicomponent\DF vs IS, SA Coefficient Calculations.opju&#10;PE Folder: /DF vs IS, SA Coefficient Calculations/Folder1/&#10;Short Name: Graph3">
            <a:extLst>
              <a:ext uri="{FF2B5EF4-FFF2-40B4-BE49-F238E27FC236}">
                <a16:creationId xmlns:a16="http://schemas.microsoft.com/office/drawing/2014/main" id="{18482F52-FB10-DA08-EE2F-17EE360DD6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069" y="1998452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DF vs IS, SA Coefficient Calculations.opju&#10;PE Folder: /DF vs IS, SA Coefficient Calculations/Folder1/&#10;Short Name: Graph3">
                        <a:extLst>
                          <a:ext uri="{FF2B5EF4-FFF2-40B4-BE49-F238E27FC236}">
                            <a16:creationId xmlns:a16="http://schemas.microsoft.com/office/drawing/2014/main" id="{90775E2C-2DAC-FB49-49BE-B06E542603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00069" y="1998452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DF vs IS, SA Coefficient Calculations.opju&#10;PE Folder: /DF vs IS, SA Coefficient Calculations/Folder1/&#10;Short Name: Graph12">
            <a:extLst>
              <a:ext uri="{FF2B5EF4-FFF2-40B4-BE49-F238E27FC236}">
                <a16:creationId xmlns:a16="http://schemas.microsoft.com/office/drawing/2014/main" id="{CB489F16-8D7B-6285-8EC1-C135CACAEB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565673"/>
              </p:ext>
            </p:extLst>
          </p:nvPr>
        </p:nvGraphicFramePr>
        <p:xfrm>
          <a:off x="6288657" y="1998452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DF vs IS, SA Coefficient Calculations.opju&#10;PE Folder: /DF vs IS, SA Coefficient Calculations/Folder1/&#10;Short Name: Graph12">
                        <a:extLst>
                          <a:ext uri="{FF2B5EF4-FFF2-40B4-BE49-F238E27FC236}">
                            <a16:creationId xmlns:a16="http://schemas.microsoft.com/office/drawing/2014/main" id="{CB489F16-8D7B-6285-8EC1-C135CACAEB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88657" y="1998452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2524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D1D1D-5325-DB3E-9DD4-6ADBBC289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E0D265-8ABC-C863-D2AB-77503B458E21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Driving Force</a:t>
            </a:r>
          </a:p>
        </p:txBody>
      </p:sp>
      <p:graphicFrame>
        <p:nvGraphicFramePr>
          <p:cNvPr id="5" name="Object 4" descr="Project Path: C:\Users\lauri\OneDrive\Documents\Origin\Multicomponent\DF vs IS, SA Coefficient Calculations.opju&#10;PE Folder: /DF vs IS, SA Coefficient Calculations/Folder1/&#10;Short Name: Graph2">
            <a:extLst>
              <a:ext uri="{FF2B5EF4-FFF2-40B4-BE49-F238E27FC236}">
                <a16:creationId xmlns:a16="http://schemas.microsoft.com/office/drawing/2014/main" id="{3C931197-5B77-74E0-5649-F5963EE171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531968"/>
              </p:ext>
            </p:extLst>
          </p:nvPr>
        </p:nvGraphicFramePr>
        <p:xfrm>
          <a:off x="2514601" y="192849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DF vs IS, SA Coefficient Calculations.opju&#10;PE Folder: /DF vs IS, SA Coefficient Calculations/Folder1/&#10;Short Name: Graph2">
                        <a:extLst>
                          <a:ext uri="{FF2B5EF4-FFF2-40B4-BE49-F238E27FC236}">
                            <a16:creationId xmlns:a16="http://schemas.microsoft.com/office/drawing/2014/main" id="{3C931197-5B77-74E0-5649-F5963EE171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4601" y="192849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Project Path: C:\Users\lauri\OneDrive\Documents\Origin\Multicomponent\DF vs IS, SA Coefficient Calculations.opju&#10;PE Folder: /DF vs IS, SA Coefficient Calculations/Folder1/&#10;Short Name: Graph13">
            <a:extLst>
              <a:ext uri="{FF2B5EF4-FFF2-40B4-BE49-F238E27FC236}">
                <a16:creationId xmlns:a16="http://schemas.microsoft.com/office/drawing/2014/main" id="{1EC13B14-40E4-1AA5-7528-84BD51A0AB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190842"/>
              </p:ext>
            </p:extLst>
          </p:nvPr>
        </p:nvGraphicFramePr>
        <p:xfrm>
          <a:off x="6435548" y="192849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DF vs IS, SA Coefficient Calculations.opju&#10;PE Folder: /DF vs IS, SA Coefficient Calculations/Folder1/&#10;Short Name: Graph13">
                        <a:extLst>
                          <a:ext uri="{FF2B5EF4-FFF2-40B4-BE49-F238E27FC236}">
                            <a16:creationId xmlns:a16="http://schemas.microsoft.com/office/drawing/2014/main" id="{1EC13B14-40E4-1AA5-7528-84BD51A0AB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35548" y="192849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5186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B9FBF-0F8C-57E1-524C-32F086A9F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A34AFC-56E8-25D5-48A6-B58D4EC08F9A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Solute Flux/Driving Force</a:t>
            </a:r>
          </a:p>
        </p:txBody>
      </p:sp>
      <p:graphicFrame>
        <p:nvGraphicFramePr>
          <p:cNvPr id="2" name="Object 1" descr="Project Path: C:\Users\lauri\OneDrive\Documents\Origin\Multicomponent\Js vs driving force Calculations.opju&#10;PE Folder: /Js vs driving force Calculations/Folder1/&#10;Short Name: Graph14">
            <a:extLst>
              <a:ext uri="{FF2B5EF4-FFF2-40B4-BE49-F238E27FC236}">
                <a16:creationId xmlns:a16="http://schemas.microsoft.com/office/drawing/2014/main" id="{FC9202D6-7800-A8A6-E5CC-9EACCB8AD6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229715"/>
              </p:ext>
            </p:extLst>
          </p:nvPr>
        </p:nvGraphicFramePr>
        <p:xfrm>
          <a:off x="5943601" y="2166256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Js vs driving force Calculations.opju&#10;PE Folder: /Js vs driving force Calculations/Folder1/&#10;Short Name: Graph14">
                        <a:extLst>
                          <a:ext uri="{FF2B5EF4-FFF2-40B4-BE49-F238E27FC236}">
                            <a16:creationId xmlns:a16="http://schemas.microsoft.com/office/drawing/2014/main" id="{FC9202D6-7800-A8A6-E5CC-9EACCB8AD6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3601" y="2166256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Js vs driving force Calculations.opju&#10;PE Folder: /Js vs driving force Calculations/Folder1/&#10;Short Name: Graph15">
            <a:extLst>
              <a:ext uri="{FF2B5EF4-FFF2-40B4-BE49-F238E27FC236}">
                <a16:creationId xmlns:a16="http://schemas.microsoft.com/office/drawing/2014/main" id="{35E9F698-C017-54CE-FD40-4C49BAFC14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134845"/>
              </p:ext>
            </p:extLst>
          </p:nvPr>
        </p:nvGraphicFramePr>
        <p:xfrm>
          <a:off x="2389415" y="2166256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Js vs driving force Calculations.opju&#10;PE Folder: /Js vs driving force Calculations/Folder1/&#10;Short Name: Graph15">
                        <a:extLst>
                          <a:ext uri="{FF2B5EF4-FFF2-40B4-BE49-F238E27FC236}">
                            <a16:creationId xmlns:a16="http://schemas.microsoft.com/office/drawing/2014/main" id="{35E9F698-C017-54CE-FD40-4C49BAFC14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89415" y="2166256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7873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DACEB-CA3F-6ED9-F91D-FD8C1F7D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C0169-614F-2036-559A-29381A39C801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Solute Flux/Driving Force</a:t>
            </a:r>
          </a:p>
        </p:txBody>
      </p:sp>
      <p:graphicFrame>
        <p:nvGraphicFramePr>
          <p:cNvPr id="2" name="Object 1" descr="Project Path: C:\Users\lauri\OneDrive\Documents\Origin\Multicomponent\Js vs driving force Calculations.opju&#10;PE Folder: /Js vs driving force Calculations/Folder1/&#10;Short Name: Graph16">
            <a:extLst>
              <a:ext uri="{FF2B5EF4-FFF2-40B4-BE49-F238E27FC236}">
                <a16:creationId xmlns:a16="http://schemas.microsoft.com/office/drawing/2014/main" id="{0EC3E3D2-D735-7512-1AEB-61F1C6701E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391688"/>
              </p:ext>
            </p:extLst>
          </p:nvPr>
        </p:nvGraphicFramePr>
        <p:xfrm>
          <a:off x="2258787" y="211182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Js vs driving force Calculations.opju&#10;PE Folder: /Js vs driving force Calculations/Folder1/&#10;Short Name: Graph16">
                        <a:extLst>
                          <a:ext uri="{FF2B5EF4-FFF2-40B4-BE49-F238E27FC236}">
                            <a16:creationId xmlns:a16="http://schemas.microsoft.com/office/drawing/2014/main" id="{0EC3E3D2-D735-7512-1AEB-61F1C6701E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58787" y="211182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Js vs driving force Calculations.opju&#10;PE Folder: /Js vs driving force Calculations/Folder1/&#10;Short Name: Graph17">
            <a:extLst>
              <a:ext uri="{FF2B5EF4-FFF2-40B4-BE49-F238E27FC236}">
                <a16:creationId xmlns:a16="http://schemas.microsoft.com/office/drawing/2014/main" id="{63420E7B-8C00-3458-BA43-61ED6D474C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6074616"/>
              </p:ext>
            </p:extLst>
          </p:nvPr>
        </p:nvGraphicFramePr>
        <p:xfrm>
          <a:off x="5823858" y="211182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Js vs driving force Calculations.opju&#10;PE Folder: /Js vs driving force Calculations/Folder1/&#10;Short Name: Graph17">
                        <a:extLst>
                          <a:ext uri="{FF2B5EF4-FFF2-40B4-BE49-F238E27FC236}">
                            <a16:creationId xmlns:a16="http://schemas.microsoft.com/office/drawing/2014/main" id="{63420E7B-8C00-3458-BA43-61ED6D474C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23858" y="211182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0620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54175-3AB2-7400-73FC-1DDBE94D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EC4338-522F-AF17-53CC-D54E5FA22597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Solute Flux/Driving Force</a:t>
            </a:r>
          </a:p>
        </p:txBody>
      </p:sp>
      <p:graphicFrame>
        <p:nvGraphicFramePr>
          <p:cNvPr id="2" name="Object 1" descr="Project Path: C:\Users\lauri\OneDrive\Documents\Origin\Multicomponent\Js vs driving force Calculations.opju&#10;PE Folder: /Js vs driving force Calculations/Folder1/&#10;Short Name: Graph19">
            <a:extLst>
              <a:ext uri="{FF2B5EF4-FFF2-40B4-BE49-F238E27FC236}">
                <a16:creationId xmlns:a16="http://schemas.microsoft.com/office/drawing/2014/main" id="{C987D85D-FFE7-793D-95D7-374417227F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944541"/>
              </p:ext>
            </p:extLst>
          </p:nvPr>
        </p:nvGraphicFramePr>
        <p:xfrm>
          <a:off x="6444344" y="192849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Js vs driving force Calculations.opju&#10;PE Folder: /Js vs driving force Calculations/Folder1/&#10;Short Name: Graph19">
                        <a:extLst>
                          <a:ext uri="{FF2B5EF4-FFF2-40B4-BE49-F238E27FC236}">
                            <a16:creationId xmlns:a16="http://schemas.microsoft.com/office/drawing/2014/main" id="{C987D85D-FFE7-793D-95D7-374417227F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44344" y="192849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Js vs driving force Calculations.opju&#10;PE Folder: /Js vs driving force Calculations/Folder1/&#10;Short Name: Graph20">
            <a:extLst>
              <a:ext uri="{FF2B5EF4-FFF2-40B4-BE49-F238E27FC236}">
                <a16:creationId xmlns:a16="http://schemas.microsoft.com/office/drawing/2014/main" id="{A9830A8C-6999-D033-1231-E6C35C06BE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9148934"/>
              </p:ext>
            </p:extLst>
          </p:nvPr>
        </p:nvGraphicFramePr>
        <p:xfrm>
          <a:off x="2588711" y="1928498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Js vs driving force Calculations.opju&#10;PE Folder: /Js vs driving force Calculations/Folder1/&#10;Short Name: Graph20">
                        <a:extLst>
                          <a:ext uri="{FF2B5EF4-FFF2-40B4-BE49-F238E27FC236}">
                            <a16:creationId xmlns:a16="http://schemas.microsoft.com/office/drawing/2014/main" id="{A9830A8C-6999-D033-1231-E6C35C06BE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88711" y="1928498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81778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10258-2D63-8470-1504-AE0414443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B5886D-EF1B-1ADE-AD32-E5CC6682CFED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Partition Coefficients</a:t>
            </a:r>
          </a:p>
        </p:txBody>
      </p:sp>
      <p:graphicFrame>
        <p:nvGraphicFramePr>
          <p:cNvPr id="2" name="Object 1" descr="Project Path: C:\Users\lauri\OneDrive\Documents\Origin\Multicomponent\H vs IS, SA Coefficient Calculations.opju&#10;PE Folder: /H vs IS, SA Coefficient Calculations/Folder1/&#10;Short Name: Graph1">
            <a:extLst>
              <a:ext uri="{FF2B5EF4-FFF2-40B4-BE49-F238E27FC236}">
                <a16:creationId xmlns:a16="http://schemas.microsoft.com/office/drawing/2014/main" id="{615ECBB2-C9AC-D585-CCE1-42D568902C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436745"/>
              </p:ext>
            </p:extLst>
          </p:nvPr>
        </p:nvGraphicFramePr>
        <p:xfrm>
          <a:off x="2175052" y="2177143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H vs IS, SA Coefficient Calculations.opju&#10;PE Folder: /H vs IS, SA Coefficient Calculations/Folder1/&#10;Short Name: Graph1">
                        <a:extLst>
                          <a:ext uri="{FF2B5EF4-FFF2-40B4-BE49-F238E27FC236}">
                            <a16:creationId xmlns:a16="http://schemas.microsoft.com/office/drawing/2014/main" id="{615ECBB2-C9AC-D585-CCE1-42D568902C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5052" y="2177143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H vs IS, SA Coefficient Calculations.opju&#10;PE Folder: /H vs IS, SA Coefficient Calculations/Folder1/&#10;Short Name: Graph11">
            <a:extLst>
              <a:ext uri="{FF2B5EF4-FFF2-40B4-BE49-F238E27FC236}">
                <a16:creationId xmlns:a16="http://schemas.microsoft.com/office/drawing/2014/main" id="{96ADC6CC-367C-8B7D-4388-26BAB02D2C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219082"/>
              </p:ext>
            </p:extLst>
          </p:nvPr>
        </p:nvGraphicFramePr>
        <p:xfrm>
          <a:off x="6324602" y="2177143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H vs IS, SA Coefficient Calculations.opju&#10;PE Folder: /H vs IS, SA Coefficient Calculations/Folder1/&#10;Short Name: Graph11">
                        <a:extLst>
                          <a:ext uri="{FF2B5EF4-FFF2-40B4-BE49-F238E27FC236}">
                            <a16:creationId xmlns:a16="http://schemas.microsoft.com/office/drawing/2014/main" id="{96ADC6CC-367C-8B7D-4388-26BAB02D2C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24602" y="2177143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9984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764B3-410E-C9C4-43A2-7F441CDBA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D38D0-8466-2106-8125-5D4F52A2BE94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Partition Coefficients</a:t>
            </a:r>
          </a:p>
        </p:txBody>
      </p:sp>
      <p:graphicFrame>
        <p:nvGraphicFramePr>
          <p:cNvPr id="2" name="Object 1" descr="Project Path: C:\Users\lauri\OneDrive\Documents\Origin\Multicomponent\H vs IS, SA Coefficient Calculations.opju&#10;PE Folder: /H vs IS, SA Coefficient Calculations/Folder1/&#10;Short Name: Graph3">
            <a:extLst>
              <a:ext uri="{FF2B5EF4-FFF2-40B4-BE49-F238E27FC236}">
                <a16:creationId xmlns:a16="http://schemas.microsoft.com/office/drawing/2014/main" id="{F3CBF7DE-8BDF-E042-274E-B8A011128D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8657114"/>
              </p:ext>
            </p:extLst>
          </p:nvPr>
        </p:nvGraphicFramePr>
        <p:xfrm>
          <a:off x="2563587" y="2057400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H vs IS, SA Coefficient Calculations.opju&#10;PE Folder: /H vs IS, SA Coefficient Calculations/Folder1/&#10;Short Name: Graph3">
                        <a:extLst>
                          <a:ext uri="{FF2B5EF4-FFF2-40B4-BE49-F238E27FC236}">
                            <a16:creationId xmlns:a16="http://schemas.microsoft.com/office/drawing/2014/main" id="{F3CBF7DE-8BDF-E042-274E-B8A011128D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3587" y="2057400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H vs IS, SA Coefficient Calculations.opju&#10;PE Folder: /H vs IS, SA Coefficient Calculations/Folder1/&#10;Short Name: Graph12">
            <a:extLst>
              <a:ext uri="{FF2B5EF4-FFF2-40B4-BE49-F238E27FC236}">
                <a16:creationId xmlns:a16="http://schemas.microsoft.com/office/drawing/2014/main" id="{20A07FDE-ED8B-D0B7-B6AA-215DED542D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334672"/>
              </p:ext>
            </p:extLst>
          </p:nvPr>
        </p:nvGraphicFramePr>
        <p:xfrm>
          <a:off x="6310580" y="2057400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H vs IS, SA Coefficient Calculations.opju&#10;PE Folder: /H vs IS, SA Coefficient Calculations/Folder1/&#10;Short Name: Graph12">
                        <a:extLst>
                          <a:ext uri="{FF2B5EF4-FFF2-40B4-BE49-F238E27FC236}">
                            <a16:creationId xmlns:a16="http://schemas.microsoft.com/office/drawing/2014/main" id="{20A07FDE-ED8B-D0B7-B6AA-215DED542D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10580" y="2057400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9111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42C29-09EB-C543-372F-B7D14B28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192FDB-4BB0-DB40-1026-E255CBD7070F}"/>
              </a:ext>
            </a:extLst>
          </p:cNvPr>
          <p:cNvSpPr txBox="1"/>
          <p:nvPr/>
        </p:nvSpPr>
        <p:spPr>
          <a:xfrm>
            <a:off x="-1" y="13152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Partition Coefficients</a:t>
            </a:r>
          </a:p>
        </p:txBody>
      </p:sp>
      <p:graphicFrame>
        <p:nvGraphicFramePr>
          <p:cNvPr id="2" name="Object 1" descr="Project Path: C:\Users\lauri\OneDrive\Documents\Origin\Multicomponent\H vs IS, SA Coefficient Calculations.opju&#10;PE Folder: /H vs IS, SA Coefficient Calculations/Folder1/&#10;Short Name: Graph2">
            <a:extLst>
              <a:ext uri="{FF2B5EF4-FFF2-40B4-BE49-F238E27FC236}">
                <a16:creationId xmlns:a16="http://schemas.microsoft.com/office/drawing/2014/main" id="{FFF15C8B-B39C-7FCF-555E-693632000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855001"/>
              </p:ext>
            </p:extLst>
          </p:nvPr>
        </p:nvGraphicFramePr>
        <p:xfrm>
          <a:off x="2242458" y="2051957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9802368" imgH="7502511" progId="Origin95.Graph">
                  <p:embed/>
                </p:oleObj>
              </mc:Choice>
              <mc:Fallback>
                <p:oleObj name="Graph" r:id="rId3" imgW="9802368" imgH="7502511" progId="Origin95.Graph">
                  <p:embed/>
                  <p:pic>
                    <p:nvPicPr>
                      <p:cNvPr id="2" name="Object 1" descr="Project Path: C:\Users\lauri\OneDrive\Documents\Origin\Multicomponent\H vs IS, SA Coefficient Calculations.opju&#10;PE Folder: /H vs IS, SA Coefficient Calculations/Folder1/&#10;Short Name: Graph2">
                        <a:extLst>
                          <a:ext uri="{FF2B5EF4-FFF2-40B4-BE49-F238E27FC236}">
                            <a16:creationId xmlns:a16="http://schemas.microsoft.com/office/drawing/2014/main" id="{FFF15C8B-B39C-7FCF-555E-6936320005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42458" y="2051957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Project Path: C:\Users\lauri\OneDrive\Documents\Origin\Multicomponent\H vs IS, SA Coefficient Calculations.opju&#10;PE Folder: /H vs IS, SA Coefficient Calculations/Folder1/&#10;Short Name: Graph13">
            <a:extLst>
              <a:ext uri="{FF2B5EF4-FFF2-40B4-BE49-F238E27FC236}">
                <a16:creationId xmlns:a16="http://schemas.microsoft.com/office/drawing/2014/main" id="{0AB35956-7B07-759F-1378-B0ECD70B93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773154"/>
              </p:ext>
            </p:extLst>
          </p:nvPr>
        </p:nvGraphicFramePr>
        <p:xfrm>
          <a:off x="6095999" y="2051957"/>
          <a:ext cx="3920947" cy="3001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9802368" imgH="7502511" progId="Origin95.Graph">
                  <p:embed/>
                </p:oleObj>
              </mc:Choice>
              <mc:Fallback>
                <p:oleObj name="Graph" r:id="rId5" imgW="9802368" imgH="7502511" progId="Origin95.Graph">
                  <p:embed/>
                  <p:pic>
                    <p:nvPicPr>
                      <p:cNvPr id="2" name="Object 1" descr="Project Path: C:\Users\lauri\OneDrive\Documents\Origin\Multicomponent\H vs IS, SA Coefficient Calculations.opju&#10;PE Folder: /H vs IS, SA Coefficient Calculations/Folder1/&#10;Short Name: Graph13">
                        <a:extLst>
                          <a:ext uri="{FF2B5EF4-FFF2-40B4-BE49-F238E27FC236}">
                            <a16:creationId xmlns:a16="http://schemas.microsoft.com/office/drawing/2014/main" id="{0AB35956-7B07-759F-1378-B0ECD70B93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5999" y="2051957"/>
                        <a:ext cx="3920947" cy="3001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1198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199209</TotalTime>
  <Words>262</Words>
  <Application>Microsoft Office PowerPoint</Application>
  <PresentationFormat>Widescreen</PresentationFormat>
  <Paragraphs>66</Paragraphs>
  <Slides>28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Office Theme</vt:lpstr>
      <vt:lpstr>Graph</vt:lpstr>
      <vt:lpstr>Unicode Origin 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On one 05/07/2020</dc:title>
  <dc:creator>Jonathan Ouimet</dc:creator>
  <cp:lastModifiedBy>Laurianne Estrada</cp:lastModifiedBy>
  <cp:revision>1496</cp:revision>
  <dcterms:created xsi:type="dcterms:W3CDTF">2020-05-07T13:25:50Z</dcterms:created>
  <dcterms:modified xsi:type="dcterms:W3CDTF">2026-06-06T21:47:15Z</dcterms:modified>
</cp:coreProperties>
</file>