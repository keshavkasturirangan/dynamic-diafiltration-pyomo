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1" r:id="rId1"/>
  </p:sldMasterIdLst>
  <p:notesMasterIdLst>
    <p:notesMasterId r:id="rId8"/>
  </p:notesMasterIdLst>
  <p:sldIdLst>
    <p:sldId id="858" r:id="rId2"/>
    <p:sldId id="860" r:id="rId3"/>
    <p:sldId id="859" r:id="rId4"/>
    <p:sldId id="861" r:id="rId5"/>
    <p:sldId id="862" r:id="rId6"/>
    <p:sldId id="8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A5D657-E257-4F38-986A-5E41EE0188E0}" v="1986" dt="2026-04-15T20:58:12.879"/>
    <p1510:client id="{FF15EAAC-C0A2-4C64-B966-C7FDC2F34A74}" v="61" dt="2026-04-16T16:24:38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36" autoAdjust="0"/>
    <p:restoredTop sz="94980" autoAdjust="0"/>
  </p:normalViewPr>
  <p:slideViewPr>
    <p:cSldViewPr>
      <p:cViewPr varScale="1">
        <p:scale>
          <a:sx n="75" d="100"/>
          <a:sy n="75" d="100"/>
        </p:scale>
        <p:origin x="965" y="2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42"/>
    </p:cViewPr>
  </p:sorterViewPr>
  <p:notesViewPr>
    <p:cSldViewPr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anne Estrada" userId="877d0e272dd2d022" providerId="LiveId" clId="{040CF046-855B-40D4-AA10-B18205945E28}"/>
    <pc:docChg chg="undo custSel addSld delSld modSld sldOrd delMainMaster">
      <pc:chgData name="Laurianne Estrada" userId="877d0e272dd2d022" providerId="LiveId" clId="{040CF046-855B-40D4-AA10-B18205945E28}" dt="2026-04-16T16:24:38.827" v="14999" actId="20577"/>
      <pc:docMkLst>
        <pc:docMk/>
      </pc:docMkLst>
      <pc:sldChg chg="modSp del mod">
        <pc:chgData name="Laurianne Estrada" userId="877d0e272dd2d022" providerId="LiveId" clId="{040CF046-855B-40D4-AA10-B18205945E28}" dt="2026-04-16T15:38:59.906" v="14849" actId="2696"/>
        <pc:sldMkLst>
          <pc:docMk/>
          <pc:sldMk cId="0" sldId="257"/>
        </pc:sldMkLst>
        <pc:spChg chg="mod">
          <ac:chgData name="Laurianne Estrada" userId="877d0e272dd2d022" providerId="LiveId" clId="{040CF046-855B-40D4-AA10-B18205945E28}" dt="2026-04-15T14:43:39.604" v="14688" actId="20577"/>
          <ac:spMkLst>
            <pc:docMk/>
            <pc:sldMk cId="0" sldId="257"/>
            <ac:spMk id="4" creationId="{754F6CB3-5DA4-4553-9D8F-F3380A68D676}"/>
          </ac:spMkLst>
        </pc:spChg>
      </pc:sldChg>
      <pc:sldChg chg="addSp delSp modSp del mod ord delAnim modAnim">
        <pc:chgData name="Laurianne Estrada" userId="877d0e272dd2d022" providerId="LiveId" clId="{040CF046-855B-40D4-AA10-B18205945E28}" dt="2026-04-16T15:38:56.899" v="14848" actId="2696"/>
        <pc:sldMkLst>
          <pc:docMk/>
          <pc:sldMk cId="858915133" sldId="762"/>
        </pc:sldMkLst>
        <pc:spChg chg="mod">
          <ac:chgData name="Laurianne Estrada" userId="877d0e272dd2d022" providerId="LiveId" clId="{040CF046-855B-40D4-AA10-B18205945E28}" dt="2026-04-15T13:34:00.439" v="14195" actId="14100"/>
          <ac:spMkLst>
            <pc:docMk/>
            <pc:sldMk cId="858915133" sldId="762"/>
            <ac:spMk id="3" creationId="{7EA95C1F-701D-3D2E-F2D5-96EB48B9AEA1}"/>
          </ac:spMkLst>
        </pc:spChg>
        <pc:spChg chg="add mod">
          <ac:chgData name="Laurianne Estrada" userId="877d0e272dd2d022" providerId="LiveId" clId="{040CF046-855B-40D4-AA10-B18205945E28}" dt="2026-04-15T13:21:26.089" v="14084" actId="20577"/>
          <ac:spMkLst>
            <pc:docMk/>
            <pc:sldMk cId="858915133" sldId="762"/>
            <ac:spMk id="5" creationId="{5CF1A3E0-727C-12FD-2A4D-E2DCF11DCF80}"/>
          </ac:spMkLst>
        </pc:spChg>
        <pc:spChg chg="add del mod">
          <ac:chgData name="Laurianne Estrada" userId="877d0e272dd2d022" providerId="LiveId" clId="{040CF046-855B-40D4-AA10-B18205945E28}" dt="2026-04-15T01:21:19.156" v="13958" actId="478"/>
          <ac:spMkLst>
            <pc:docMk/>
            <pc:sldMk cId="858915133" sldId="762"/>
            <ac:spMk id="11" creationId="{BD5ABA23-6521-8F59-5D90-7D6F2CA10D20}"/>
          </ac:spMkLst>
        </pc:spChg>
        <pc:spChg chg="add mod">
          <ac:chgData name="Laurianne Estrada" userId="877d0e272dd2d022" providerId="LiveId" clId="{040CF046-855B-40D4-AA10-B18205945E28}" dt="2026-04-15T14:20:05.796" v="14683" actId="14100"/>
          <ac:spMkLst>
            <pc:docMk/>
            <pc:sldMk cId="858915133" sldId="762"/>
            <ac:spMk id="13" creationId="{E7637184-717D-9E88-47A5-DAE7CF2342C7}"/>
          </ac:spMkLst>
        </pc:spChg>
      </pc:sldChg>
      <pc:sldChg chg="addSp delSp modSp mod ord delAnim modAnim modShow modNotesTx">
        <pc:chgData name="Laurianne Estrada" userId="877d0e272dd2d022" providerId="LiveId" clId="{040CF046-855B-40D4-AA10-B18205945E28}" dt="2026-04-16T16:24:38.827" v="14999" actId="20577"/>
        <pc:sldMkLst>
          <pc:docMk/>
          <pc:sldMk cId="815042016" sldId="858"/>
        </pc:sldMkLst>
        <pc:spChg chg="mod">
          <ac:chgData name="Laurianne Estrada" userId="877d0e272dd2d022" providerId="LiveId" clId="{040CF046-855B-40D4-AA10-B18205945E28}" dt="2026-04-07T17:54:25.768" v="10209" actId="114"/>
          <ac:spMkLst>
            <pc:docMk/>
            <pc:sldMk cId="815042016" sldId="858"/>
            <ac:spMk id="2" creationId="{7CB896A4-6785-EFA9-601A-33ADAEA9A712}"/>
          </ac:spMkLst>
        </pc:spChg>
        <pc:spChg chg="add mod">
          <ac:chgData name="Laurianne Estrada" userId="877d0e272dd2d022" providerId="LiveId" clId="{040CF046-855B-40D4-AA10-B18205945E28}" dt="2026-04-16T15:39:40.435" v="14865" actId="1076"/>
          <ac:spMkLst>
            <pc:docMk/>
            <pc:sldMk cId="815042016" sldId="858"/>
            <ac:spMk id="5" creationId="{762C0F1A-3742-0F1E-DCDF-442335825747}"/>
          </ac:spMkLst>
        </pc:spChg>
        <pc:spChg chg="add del mod">
          <ac:chgData name="Laurianne Estrada" userId="877d0e272dd2d022" providerId="LiveId" clId="{040CF046-855B-40D4-AA10-B18205945E28}" dt="2026-04-16T15:39:08.973" v="14851" actId="478"/>
          <ac:spMkLst>
            <pc:docMk/>
            <pc:sldMk cId="815042016" sldId="858"/>
            <ac:spMk id="7" creationId="{3A80C05C-4B6B-9E19-98D9-B64A085DFCE3}"/>
          </ac:spMkLst>
        </pc:spChg>
        <pc:spChg chg="add del mod">
          <ac:chgData name="Laurianne Estrada" userId="877d0e272dd2d022" providerId="LiveId" clId="{040CF046-855B-40D4-AA10-B18205945E28}" dt="2026-04-16T15:39:08.973" v="14851" actId="478"/>
          <ac:spMkLst>
            <pc:docMk/>
            <pc:sldMk cId="815042016" sldId="858"/>
            <ac:spMk id="10" creationId="{E075F7C7-0F73-EC3E-C20D-5F66EDF3D8DB}"/>
          </ac:spMkLst>
        </pc:spChg>
        <pc:spChg chg="add mod">
          <ac:chgData name="Laurianne Estrada" userId="877d0e272dd2d022" providerId="LiveId" clId="{040CF046-855B-40D4-AA10-B18205945E28}" dt="2026-04-16T16:24:38.827" v="14999" actId="20577"/>
          <ac:spMkLst>
            <pc:docMk/>
            <pc:sldMk cId="815042016" sldId="858"/>
            <ac:spMk id="11" creationId="{09609AB4-DBC9-2FE0-6AF9-9DE9B92BF8C6}"/>
          </ac:spMkLst>
        </pc:spChg>
        <pc:spChg chg="add del mod">
          <ac:chgData name="Laurianne Estrada" userId="877d0e272dd2d022" providerId="LiveId" clId="{040CF046-855B-40D4-AA10-B18205945E28}" dt="2026-04-16T15:39:08.973" v="14851" actId="478"/>
          <ac:spMkLst>
            <pc:docMk/>
            <pc:sldMk cId="815042016" sldId="858"/>
            <ac:spMk id="13" creationId="{BA3965C7-9CD7-A899-7661-97E40A7188BE}"/>
          </ac:spMkLst>
        </pc:spChg>
        <pc:spChg chg="add del mod">
          <ac:chgData name="Laurianne Estrada" userId="877d0e272dd2d022" providerId="LiveId" clId="{040CF046-855B-40D4-AA10-B18205945E28}" dt="2026-04-16T15:39:08.973" v="14851" actId="478"/>
          <ac:spMkLst>
            <pc:docMk/>
            <pc:sldMk cId="815042016" sldId="858"/>
            <ac:spMk id="15" creationId="{31FD6605-C42D-63DB-2806-D510919F5BAD}"/>
          </ac:spMkLst>
        </pc:spChg>
        <pc:spChg chg="add del mod">
          <ac:chgData name="Laurianne Estrada" userId="877d0e272dd2d022" providerId="LiveId" clId="{040CF046-855B-40D4-AA10-B18205945E28}" dt="2026-04-16T15:39:10.528" v="14852" actId="478"/>
          <ac:spMkLst>
            <pc:docMk/>
            <pc:sldMk cId="815042016" sldId="858"/>
            <ac:spMk id="16" creationId="{8FE8F822-49FC-EEBD-61CF-3C1AE949B19B}"/>
          </ac:spMkLst>
        </pc:spChg>
        <pc:spChg chg="add del mod">
          <ac:chgData name="Laurianne Estrada" userId="877d0e272dd2d022" providerId="LiveId" clId="{040CF046-855B-40D4-AA10-B18205945E28}" dt="2026-04-15T16:10:35.779" v="14699" actId="478"/>
          <ac:spMkLst>
            <pc:docMk/>
            <pc:sldMk cId="815042016" sldId="858"/>
            <ac:spMk id="17" creationId="{AEF15D2C-D170-37FC-B99D-425CEE74DFA1}"/>
          </ac:spMkLst>
        </pc:spChg>
        <pc:spChg chg="add mod">
          <ac:chgData name="Laurianne Estrada" userId="877d0e272dd2d022" providerId="LiveId" clId="{040CF046-855B-40D4-AA10-B18205945E28}" dt="2026-04-16T15:39:42.589" v="14866" actId="1076"/>
          <ac:spMkLst>
            <pc:docMk/>
            <pc:sldMk cId="815042016" sldId="858"/>
            <ac:spMk id="18" creationId="{AF398609-37C3-C418-5481-FBB7471DDC45}"/>
          </ac:spMkLst>
        </pc:spChg>
        <pc:spChg chg="add mod">
          <ac:chgData name="Laurianne Estrada" userId="877d0e272dd2d022" providerId="LiveId" clId="{040CF046-855B-40D4-AA10-B18205945E28}" dt="2026-04-16T15:40:45.230" v="14875" actId="1076"/>
          <ac:spMkLst>
            <pc:docMk/>
            <pc:sldMk cId="815042016" sldId="858"/>
            <ac:spMk id="19" creationId="{1BCFAF28-14B9-4F26-83A6-F0DC53399E9D}"/>
          </ac:spMkLst>
        </pc:spChg>
        <pc:spChg chg="add del mod">
          <ac:chgData name="Laurianne Estrada" userId="877d0e272dd2d022" providerId="LiveId" clId="{040CF046-855B-40D4-AA10-B18205945E28}" dt="2026-04-16T15:40:40.123" v="14874" actId="478"/>
          <ac:spMkLst>
            <pc:docMk/>
            <pc:sldMk cId="815042016" sldId="858"/>
            <ac:spMk id="20" creationId="{BDF07988-0871-7AB8-2B8C-CBF0622F81AE}"/>
          </ac:spMkLst>
        </pc:spChg>
        <pc:spChg chg="add del mod">
          <ac:chgData name="Laurianne Estrada" userId="877d0e272dd2d022" providerId="LiveId" clId="{040CF046-855B-40D4-AA10-B18205945E28}" dt="2026-04-15T13:38:50.605" v="14441"/>
          <ac:spMkLst>
            <pc:docMk/>
            <pc:sldMk cId="815042016" sldId="858"/>
            <ac:spMk id="21" creationId="{3FDE6D85-B7A0-7773-3AB4-8A34901E9B4B}"/>
          </ac:spMkLst>
        </pc:spChg>
      </pc:sldChg>
      <pc:sldChg chg="addSp delSp modSp add mod ord">
        <pc:chgData name="Laurianne Estrada" userId="877d0e272dd2d022" providerId="LiveId" clId="{040CF046-855B-40D4-AA10-B18205945E28}" dt="2026-04-16T16:08:52.192" v="14976" actId="1076"/>
        <pc:sldMkLst>
          <pc:docMk/>
          <pc:sldMk cId="77662602" sldId="859"/>
        </pc:sldMkLst>
        <pc:spChg chg="add mod">
          <ac:chgData name="Laurianne Estrada" userId="877d0e272dd2d022" providerId="LiveId" clId="{040CF046-855B-40D4-AA10-B18205945E28}" dt="2026-04-16T16:08:52.192" v="14976" actId="1076"/>
          <ac:spMkLst>
            <pc:docMk/>
            <pc:sldMk cId="77662602" sldId="859"/>
            <ac:spMk id="19" creationId="{06C0C639-E789-47C2-8AA9-F674A04BEB9E}"/>
          </ac:spMkLst>
        </pc:spChg>
        <pc:spChg chg="add del mod">
          <ac:chgData name="Laurianne Estrada" userId="877d0e272dd2d022" providerId="LiveId" clId="{040CF046-855B-40D4-AA10-B18205945E28}" dt="2026-04-15T21:02:56.892" v="14806" actId="478"/>
          <ac:spMkLst>
            <pc:docMk/>
            <pc:sldMk cId="77662602" sldId="859"/>
            <ac:spMk id="26" creationId="{C03CC174-2786-4C60-229C-F7B3895B2B77}"/>
          </ac:spMkLst>
        </pc:spChg>
        <pc:picChg chg="add del mod">
          <ac:chgData name="Laurianne Estrada" userId="877d0e272dd2d022" providerId="LiveId" clId="{040CF046-855B-40D4-AA10-B18205945E28}" dt="2026-04-16T15:51:07.694" v="14881" actId="478"/>
          <ac:picMkLst>
            <pc:docMk/>
            <pc:sldMk cId="77662602" sldId="859"/>
            <ac:picMk id="5" creationId="{B141C263-42DC-D1F9-41B5-851989BEDA69}"/>
          </ac:picMkLst>
        </pc:picChg>
        <pc:picChg chg="add mod">
          <ac:chgData name="Laurianne Estrada" userId="877d0e272dd2d022" providerId="LiveId" clId="{040CF046-855B-40D4-AA10-B18205945E28}" dt="2026-04-16T16:06:45.716" v="14926" actId="1076"/>
          <ac:picMkLst>
            <pc:docMk/>
            <pc:sldMk cId="77662602" sldId="859"/>
            <ac:picMk id="6" creationId="{CDC998C4-DCD7-2E29-0B54-E400C127408D}"/>
          </ac:picMkLst>
        </pc:picChg>
        <pc:picChg chg="add del mod">
          <ac:chgData name="Laurianne Estrada" userId="877d0e272dd2d022" providerId="LiveId" clId="{040CF046-855B-40D4-AA10-B18205945E28}" dt="2026-04-16T15:51:08.042" v="14882" actId="478"/>
          <ac:picMkLst>
            <pc:docMk/>
            <pc:sldMk cId="77662602" sldId="859"/>
            <ac:picMk id="7" creationId="{EFC4F858-113C-F4FC-12D7-CE9255CE09D3}"/>
          </ac:picMkLst>
        </pc:picChg>
        <pc:picChg chg="add del mod">
          <ac:chgData name="Laurianne Estrada" userId="877d0e272dd2d022" providerId="LiveId" clId="{040CF046-855B-40D4-AA10-B18205945E28}" dt="2026-04-15T00:57:12.722" v="13158" actId="478"/>
          <ac:picMkLst>
            <pc:docMk/>
            <pc:sldMk cId="77662602" sldId="859"/>
            <ac:picMk id="8" creationId="{B0DFEFB2-6B29-BEEF-343A-BA5E77F9C51C}"/>
          </ac:picMkLst>
        </pc:picChg>
        <pc:picChg chg="add del mod">
          <ac:chgData name="Laurianne Estrada" userId="877d0e272dd2d022" providerId="LiveId" clId="{040CF046-855B-40D4-AA10-B18205945E28}" dt="2026-04-16T15:51:08.877" v="14884" actId="478"/>
          <ac:picMkLst>
            <pc:docMk/>
            <pc:sldMk cId="77662602" sldId="859"/>
            <ac:picMk id="9" creationId="{66576287-F7C9-0BF6-3EF0-1A149E3A8635}"/>
          </ac:picMkLst>
        </pc:picChg>
        <pc:picChg chg="add mod">
          <ac:chgData name="Laurianne Estrada" userId="877d0e272dd2d022" providerId="LiveId" clId="{040CF046-855B-40D4-AA10-B18205945E28}" dt="2026-04-16T16:06:41.985" v="14923" actId="1076"/>
          <ac:picMkLst>
            <pc:docMk/>
            <pc:sldMk cId="77662602" sldId="859"/>
            <ac:picMk id="10" creationId="{D681CC12-A18D-33E5-88CA-63666827F5A4}"/>
          </ac:picMkLst>
        </pc:picChg>
        <pc:picChg chg="add del mod">
          <ac:chgData name="Laurianne Estrada" userId="877d0e272dd2d022" providerId="LiveId" clId="{040CF046-855B-40D4-AA10-B18205945E28}" dt="2026-04-16T15:51:08.420" v="14883" actId="478"/>
          <ac:picMkLst>
            <pc:docMk/>
            <pc:sldMk cId="77662602" sldId="859"/>
            <ac:picMk id="11" creationId="{D3AD296E-364F-6276-CCF6-6D4772A131E3}"/>
          </ac:picMkLst>
        </pc:picChg>
        <pc:picChg chg="add del mod">
          <ac:chgData name="Laurianne Estrada" userId="877d0e272dd2d022" providerId="LiveId" clId="{040CF046-855B-40D4-AA10-B18205945E28}" dt="2026-04-15T00:57:10.779" v="13156" actId="478"/>
          <ac:picMkLst>
            <pc:docMk/>
            <pc:sldMk cId="77662602" sldId="859"/>
            <ac:picMk id="12" creationId="{4749910E-2017-EF63-6356-1017CBBD27CD}"/>
          </ac:picMkLst>
        </pc:picChg>
        <pc:picChg chg="add del mod">
          <ac:chgData name="Laurianne Estrada" userId="877d0e272dd2d022" providerId="LiveId" clId="{040CF046-855B-40D4-AA10-B18205945E28}" dt="2026-04-16T15:51:07.269" v="14880" actId="478"/>
          <ac:picMkLst>
            <pc:docMk/>
            <pc:sldMk cId="77662602" sldId="859"/>
            <ac:picMk id="13" creationId="{6CBFBB8C-F2A3-E3B6-9154-F9BA04AB9474}"/>
          </ac:picMkLst>
        </pc:picChg>
        <pc:picChg chg="add mod">
          <ac:chgData name="Laurianne Estrada" userId="877d0e272dd2d022" providerId="LiveId" clId="{040CF046-855B-40D4-AA10-B18205945E28}" dt="2026-04-16T16:06:46.676" v="14927" actId="1076"/>
          <ac:picMkLst>
            <pc:docMk/>
            <pc:sldMk cId="77662602" sldId="859"/>
            <ac:picMk id="14" creationId="{4C97ED1C-8E99-7743-7921-DCFD4D082A3B}"/>
          </ac:picMkLst>
        </pc:picChg>
        <pc:picChg chg="add del mod">
          <ac:chgData name="Laurianne Estrada" userId="877d0e272dd2d022" providerId="LiveId" clId="{040CF046-855B-40D4-AA10-B18205945E28}" dt="2026-04-16T15:51:06.852" v="14879" actId="478"/>
          <ac:picMkLst>
            <pc:docMk/>
            <pc:sldMk cId="77662602" sldId="859"/>
            <ac:picMk id="15" creationId="{3D6CE467-091D-FA9B-2DC6-36F4A142C047}"/>
          </ac:picMkLst>
        </pc:picChg>
        <pc:picChg chg="add del mod">
          <ac:chgData name="Laurianne Estrada" userId="877d0e272dd2d022" providerId="LiveId" clId="{040CF046-855B-40D4-AA10-B18205945E28}" dt="2026-04-16T15:51:09.355" v="14885" actId="478"/>
          <ac:picMkLst>
            <pc:docMk/>
            <pc:sldMk cId="77662602" sldId="859"/>
            <ac:picMk id="17" creationId="{2A37B7B6-D7C9-C194-9984-235EF93E145E}"/>
          </ac:picMkLst>
        </pc:picChg>
        <pc:picChg chg="add mod">
          <ac:chgData name="Laurianne Estrada" userId="877d0e272dd2d022" providerId="LiveId" clId="{040CF046-855B-40D4-AA10-B18205945E28}" dt="2026-04-16T16:06:44.696" v="14925" actId="1076"/>
          <ac:picMkLst>
            <pc:docMk/>
            <pc:sldMk cId="77662602" sldId="859"/>
            <ac:picMk id="18" creationId="{3D124702-FA82-48E7-2FD7-2D2C24604A8A}"/>
          </ac:picMkLst>
        </pc:picChg>
        <pc:picChg chg="add del mod">
          <ac:chgData name="Laurianne Estrada" userId="877d0e272dd2d022" providerId="LiveId" clId="{040CF046-855B-40D4-AA10-B18205945E28}" dt="2026-04-15T00:57:13.302" v="13159" actId="478"/>
          <ac:picMkLst>
            <pc:docMk/>
            <pc:sldMk cId="77662602" sldId="859"/>
            <ac:picMk id="23" creationId="{DB1FBE2F-C369-240C-2AB6-900955400194}"/>
          </ac:picMkLst>
        </pc:picChg>
        <pc:picChg chg="add del mod">
          <ac:chgData name="Laurianne Estrada" userId="877d0e272dd2d022" providerId="LiveId" clId="{040CF046-855B-40D4-AA10-B18205945E28}" dt="2026-04-15T00:57:11.509" v="13157" actId="478"/>
          <ac:picMkLst>
            <pc:docMk/>
            <pc:sldMk cId="77662602" sldId="859"/>
            <ac:picMk id="25" creationId="{E7253774-3982-72CF-E411-01FF34179FEB}"/>
          </ac:picMkLst>
        </pc:picChg>
        <pc:picChg chg="add del mod">
          <ac:chgData name="Laurianne Estrada" userId="877d0e272dd2d022" providerId="LiveId" clId="{040CF046-855B-40D4-AA10-B18205945E28}" dt="2026-04-15T01:16:29.710" v="13612" actId="478"/>
          <ac:picMkLst>
            <pc:docMk/>
            <pc:sldMk cId="77662602" sldId="859"/>
            <ac:picMk id="28" creationId="{470DBFF5-759A-65A5-ADF3-E6BA34CF5623}"/>
          </ac:picMkLst>
        </pc:picChg>
        <pc:picChg chg="add del mod">
          <ac:chgData name="Laurianne Estrada" userId="877d0e272dd2d022" providerId="LiveId" clId="{040CF046-855B-40D4-AA10-B18205945E28}" dt="2026-04-15T01:16:30.266" v="13613" actId="478"/>
          <ac:picMkLst>
            <pc:docMk/>
            <pc:sldMk cId="77662602" sldId="859"/>
            <ac:picMk id="30" creationId="{AE406690-7478-E25A-19C3-9E5E4565A761}"/>
          </ac:picMkLst>
        </pc:picChg>
        <pc:picChg chg="add del mod">
          <ac:chgData name="Laurianne Estrada" userId="877d0e272dd2d022" providerId="LiveId" clId="{040CF046-855B-40D4-AA10-B18205945E28}" dt="2026-04-15T01:16:31.885" v="13615" actId="478"/>
          <ac:picMkLst>
            <pc:docMk/>
            <pc:sldMk cId="77662602" sldId="859"/>
            <ac:picMk id="32" creationId="{83EDE989-B5AB-104F-C8BD-738A39118856}"/>
          </ac:picMkLst>
        </pc:picChg>
        <pc:picChg chg="add del mod">
          <ac:chgData name="Laurianne Estrada" userId="877d0e272dd2d022" providerId="LiveId" clId="{040CF046-855B-40D4-AA10-B18205945E28}" dt="2026-04-15T01:16:30.971" v="13614" actId="478"/>
          <ac:picMkLst>
            <pc:docMk/>
            <pc:sldMk cId="77662602" sldId="859"/>
            <ac:picMk id="34" creationId="{D755A3C2-4D0F-A54D-E177-93C300C5CCA1}"/>
          </ac:picMkLst>
        </pc:picChg>
        <pc:picChg chg="add del mod">
          <ac:chgData name="Laurianne Estrada" userId="877d0e272dd2d022" providerId="LiveId" clId="{040CF046-855B-40D4-AA10-B18205945E28}" dt="2026-04-15T21:02:56.140" v="14805" actId="478"/>
          <ac:picMkLst>
            <pc:docMk/>
            <pc:sldMk cId="77662602" sldId="859"/>
            <ac:picMk id="36" creationId="{A45363D3-FE4F-E8CF-C2B3-C69AA79B4FD2}"/>
          </ac:picMkLst>
        </pc:picChg>
        <pc:picChg chg="add del mod">
          <ac:chgData name="Laurianne Estrada" userId="877d0e272dd2d022" providerId="LiveId" clId="{040CF046-855B-40D4-AA10-B18205945E28}" dt="2026-04-15T21:02:55.578" v="14804" actId="478"/>
          <ac:picMkLst>
            <pc:docMk/>
            <pc:sldMk cId="77662602" sldId="859"/>
            <ac:picMk id="38" creationId="{BF1D2843-6A5C-90C0-CCC0-D2A8E30175AC}"/>
          </ac:picMkLst>
        </pc:picChg>
        <pc:picChg chg="add del mod">
          <ac:chgData name="Laurianne Estrada" userId="877d0e272dd2d022" providerId="LiveId" clId="{040CF046-855B-40D4-AA10-B18205945E28}" dt="2026-04-15T21:02:54.721" v="14802" actId="478"/>
          <ac:picMkLst>
            <pc:docMk/>
            <pc:sldMk cId="77662602" sldId="859"/>
            <ac:picMk id="40" creationId="{EF67BB7A-7B5A-832E-C580-198F1238DDF3}"/>
          </ac:picMkLst>
        </pc:picChg>
        <pc:picChg chg="add del mod">
          <ac:chgData name="Laurianne Estrada" userId="877d0e272dd2d022" providerId="LiveId" clId="{040CF046-855B-40D4-AA10-B18205945E28}" dt="2026-04-15T21:02:55.170" v="14803" actId="478"/>
          <ac:picMkLst>
            <pc:docMk/>
            <pc:sldMk cId="77662602" sldId="859"/>
            <ac:picMk id="42" creationId="{D1321F2A-7C4C-63A1-8F74-D08FAF7A4963}"/>
          </ac:picMkLst>
        </pc:picChg>
      </pc:sldChg>
      <pc:sldChg chg="addSp modSp add mod">
        <pc:chgData name="Laurianne Estrada" userId="877d0e272dd2d022" providerId="LiveId" clId="{040CF046-855B-40D4-AA10-B18205945E28}" dt="2026-04-16T16:08:43.772" v="14972" actId="1076"/>
        <pc:sldMkLst>
          <pc:docMk/>
          <pc:sldMk cId="867096665" sldId="860"/>
        </pc:sldMkLst>
        <pc:spChg chg="add mod">
          <ac:chgData name="Laurianne Estrada" userId="877d0e272dd2d022" providerId="LiveId" clId="{040CF046-855B-40D4-AA10-B18205945E28}" dt="2026-04-16T16:08:43.772" v="14972" actId="1076"/>
          <ac:spMkLst>
            <pc:docMk/>
            <pc:sldMk cId="867096665" sldId="860"/>
            <ac:spMk id="3" creationId="{5FDF87B5-BACD-2879-8E49-1C3E2F39CD3C}"/>
          </ac:spMkLst>
        </pc:spChg>
      </pc:sldChg>
      <pc:sldChg chg="addSp delSp modSp add del mod modAnim">
        <pc:chgData name="Laurianne Estrada" userId="877d0e272dd2d022" providerId="LiveId" clId="{040CF046-855B-40D4-AA10-B18205945E28}" dt="2026-04-16T15:39:02.308" v="14850" actId="2696"/>
        <pc:sldMkLst>
          <pc:docMk/>
          <pc:sldMk cId="956914262" sldId="860"/>
        </pc:sldMkLst>
        <pc:spChg chg="add mod">
          <ac:chgData name="Laurianne Estrada" userId="877d0e272dd2d022" providerId="LiveId" clId="{040CF046-855B-40D4-AA10-B18205945E28}" dt="2026-04-15T01:08:16.615" v="13541" actId="554"/>
          <ac:spMkLst>
            <pc:docMk/>
            <pc:sldMk cId="956914262" sldId="860"/>
            <ac:spMk id="3" creationId="{D68E8ECC-733B-2CB1-4400-879111D1BCBB}"/>
          </ac:spMkLst>
        </pc:spChg>
        <pc:spChg chg="add mod">
          <ac:chgData name="Laurianne Estrada" userId="877d0e272dd2d022" providerId="LiveId" clId="{040CF046-855B-40D4-AA10-B18205945E28}" dt="2026-04-15T01:08:16.615" v="13541" actId="554"/>
          <ac:spMkLst>
            <pc:docMk/>
            <pc:sldMk cId="956914262" sldId="860"/>
            <ac:spMk id="5" creationId="{94F24FC1-452D-40D5-84EB-E6048CA1B476}"/>
          </ac:spMkLst>
        </pc:spChg>
        <pc:spChg chg="add del mod">
          <ac:chgData name="Laurianne Estrada" userId="877d0e272dd2d022" providerId="LiveId" clId="{040CF046-855B-40D4-AA10-B18205945E28}" dt="2026-04-15T01:16:21.929" v="13609" actId="478"/>
          <ac:spMkLst>
            <pc:docMk/>
            <pc:sldMk cId="956914262" sldId="860"/>
            <ac:spMk id="10" creationId="{B00BDB7F-E6D3-44B8-CD43-975A75367899}"/>
          </ac:spMkLst>
        </pc:spChg>
        <pc:spChg chg="add mod">
          <ac:chgData name="Laurianne Estrada" userId="877d0e272dd2d022" providerId="LiveId" clId="{040CF046-855B-40D4-AA10-B18205945E28}" dt="2026-04-15T13:43:28.369" v="14465" actId="20577"/>
          <ac:spMkLst>
            <pc:docMk/>
            <pc:sldMk cId="956914262" sldId="860"/>
            <ac:spMk id="15" creationId="{FD225FCE-4947-6E4C-B6CE-98AA8ABE71DC}"/>
          </ac:spMkLst>
        </pc:spChg>
        <pc:spChg chg="del">
          <ac:chgData name="Laurianne Estrada" userId="877d0e272dd2d022" providerId="LiveId" clId="{040CF046-855B-40D4-AA10-B18205945E28}" dt="2026-04-15T01:03:49.228" v="13375" actId="478"/>
          <ac:spMkLst>
            <pc:docMk/>
            <pc:sldMk cId="956914262" sldId="860"/>
            <ac:spMk id="26" creationId="{D0CF8B12-492C-8971-F77E-970B7A6A7CC7}"/>
          </ac:spMkLst>
        </pc:spChg>
        <pc:picChg chg="add del mod">
          <ac:chgData name="Laurianne Estrada" userId="877d0e272dd2d022" providerId="LiveId" clId="{040CF046-855B-40D4-AA10-B18205945E28}" dt="2026-04-15T01:16:25.008" v="13610" actId="478"/>
          <ac:picMkLst>
            <pc:docMk/>
            <pc:sldMk cId="956914262" sldId="860"/>
            <ac:picMk id="7" creationId="{40239B05-A6A2-8ED0-4765-8A50D9FE1746}"/>
          </ac:picMkLst>
        </pc:picChg>
        <pc:picChg chg="add del mod">
          <ac:chgData name="Laurianne Estrada" userId="877d0e272dd2d022" providerId="LiveId" clId="{040CF046-855B-40D4-AA10-B18205945E28}" dt="2026-04-15T01:16:27.484" v="13611" actId="478"/>
          <ac:picMkLst>
            <pc:docMk/>
            <pc:sldMk cId="956914262" sldId="860"/>
            <ac:picMk id="9" creationId="{44C8FBFF-606E-0588-511E-18A23F253D19}"/>
          </ac:picMkLst>
        </pc:picChg>
        <pc:picChg chg="add mod">
          <ac:chgData name="Laurianne Estrada" userId="877d0e272dd2d022" providerId="LiveId" clId="{040CF046-855B-40D4-AA10-B18205945E28}" dt="2026-04-15T01:20:40.827" v="13820" actId="1076"/>
          <ac:picMkLst>
            <pc:docMk/>
            <pc:sldMk cId="956914262" sldId="860"/>
            <ac:picMk id="12" creationId="{25B1E172-5879-12E1-E51C-946A7EC09482}"/>
          </ac:picMkLst>
        </pc:picChg>
        <pc:picChg chg="add mod">
          <ac:chgData name="Laurianne Estrada" userId="877d0e272dd2d022" providerId="LiveId" clId="{040CF046-855B-40D4-AA10-B18205945E28}" dt="2026-04-15T01:18:24.359" v="13725" actId="1076"/>
          <ac:picMkLst>
            <pc:docMk/>
            <pc:sldMk cId="956914262" sldId="860"/>
            <ac:picMk id="14" creationId="{C4767EE7-E6F5-56F8-4553-1BD558E3EC39}"/>
          </ac:picMkLst>
        </pc:picChg>
        <pc:picChg chg="del">
          <ac:chgData name="Laurianne Estrada" userId="877d0e272dd2d022" providerId="LiveId" clId="{040CF046-855B-40D4-AA10-B18205945E28}" dt="2026-04-15T01:03:51.043" v="13378" actId="478"/>
          <ac:picMkLst>
            <pc:docMk/>
            <pc:sldMk cId="956914262" sldId="860"/>
            <ac:picMk id="28" creationId="{78C84EC2-3E1F-E7BC-80CA-D3586BBF936F}"/>
          </ac:picMkLst>
        </pc:picChg>
        <pc:picChg chg="del">
          <ac:chgData name="Laurianne Estrada" userId="877d0e272dd2d022" providerId="LiveId" clId="{040CF046-855B-40D4-AA10-B18205945E28}" dt="2026-04-15T01:03:49.228" v="13375" actId="478"/>
          <ac:picMkLst>
            <pc:docMk/>
            <pc:sldMk cId="956914262" sldId="860"/>
            <ac:picMk id="30" creationId="{EB71FD57-D0A9-4D1B-8EB8-5E6BFD5D3A6A}"/>
          </ac:picMkLst>
        </pc:picChg>
        <pc:picChg chg="del">
          <ac:chgData name="Laurianne Estrada" userId="877d0e272dd2d022" providerId="LiveId" clId="{040CF046-855B-40D4-AA10-B18205945E28}" dt="2026-04-15T01:03:50.395" v="13377" actId="478"/>
          <ac:picMkLst>
            <pc:docMk/>
            <pc:sldMk cId="956914262" sldId="860"/>
            <ac:picMk id="32" creationId="{94ECE45A-A115-FB82-31AD-F04FD10A94B8}"/>
          </ac:picMkLst>
        </pc:picChg>
        <pc:picChg chg="del">
          <ac:chgData name="Laurianne Estrada" userId="877d0e272dd2d022" providerId="LiveId" clId="{040CF046-855B-40D4-AA10-B18205945E28}" dt="2026-04-15T01:03:49.851" v="13376" actId="478"/>
          <ac:picMkLst>
            <pc:docMk/>
            <pc:sldMk cId="956914262" sldId="860"/>
            <ac:picMk id="34" creationId="{36A4DC10-9258-E667-B88E-9A25659AB4BF}"/>
          </ac:picMkLst>
        </pc:picChg>
      </pc:sldChg>
      <pc:sldChg chg="addSp delSp modSp add mod">
        <pc:chgData name="Laurianne Estrada" userId="877d0e272dd2d022" providerId="LiveId" clId="{040CF046-855B-40D4-AA10-B18205945E28}" dt="2026-04-16T16:09:05.618" v="14987" actId="20577"/>
        <pc:sldMkLst>
          <pc:docMk/>
          <pc:sldMk cId="2275055033" sldId="861"/>
        </pc:sldMkLst>
        <pc:spChg chg="add mod">
          <ac:chgData name="Laurianne Estrada" userId="877d0e272dd2d022" providerId="LiveId" clId="{040CF046-855B-40D4-AA10-B18205945E28}" dt="2026-04-16T16:09:05.618" v="14987" actId="20577"/>
          <ac:spMkLst>
            <pc:docMk/>
            <pc:sldMk cId="2275055033" sldId="861"/>
            <ac:spMk id="14" creationId="{7280F8B6-0422-7B06-3381-3034ED434CB0}"/>
          </ac:spMkLst>
        </pc:spChg>
        <pc:picChg chg="add mod">
          <ac:chgData name="Laurianne Estrada" userId="877d0e272dd2d022" providerId="LiveId" clId="{040CF046-855B-40D4-AA10-B18205945E28}" dt="2026-04-16T16:07:00.470" v="14932" actId="1076"/>
          <ac:picMkLst>
            <pc:docMk/>
            <pc:sldMk cId="2275055033" sldId="861"/>
            <ac:picMk id="5" creationId="{1C691492-CE58-D1B6-A0CC-CE029320128E}"/>
          </ac:picMkLst>
        </pc:picChg>
        <pc:picChg chg="del">
          <ac:chgData name="Laurianne Estrada" userId="877d0e272dd2d022" providerId="LiveId" clId="{040CF046-855B-40D4-AA10-B18205945E28}" dt="2026-04-16T15:51:30.931" v="14895" actId="478"/>
          <ac:picMkLst>
            <pc:docMk/>
            <pc:sldMk cId="2275055033" sldId="861"/>
            <ac:picMk id="6" creationId="{28DF245E-0C09-1790-CD0E-35F492C2FBF8}"/>
          </ac:picMkLst>
        </pc:picChg>
        <pc:picChg chg="add mod">
          <ac:chgData name="Laurianne Estrada" userId="877d0e272dd2d022" providerId="LiveId" clId="{040CF046-855B-40D4-AA10-B18205945E28}" dt="2026-04-16T16:06:59.157" v="14931" actId="1076"/>
          <ac:picMkLst>
            <pc:docMk/>
            <pc:sldMk cId="2275055033" sldId="861"/>
            <ac:picMk id="8" creationId="{CA4FC29F-07C5-8870-2548-11F44BFEABE2}"/>
          </ac:picMkLst>
        </pc:picChg>
        <pc:picChg chg="del">
          <ac:chgData name="Laurianne Estrada" userId="877d0e272dd2d022" providerId="LiveId" clId="{040CF046-855B-40D4-AA10-B18205945E28}" dt="2026-04-16T15:51:30.534" v="14894" actId="478"/>
          <ac:picMkLst>
            <pc:docMk/>
            <pc:sldMk cId="2275055033" sldId="861"/>
            <ac:picMk id="10" creationId="{B87B3BBF-2D79-EAED-5657-A2FBBF95F6EE}"/>
          </ac:picMkLst>
        </pc:picChg>
        <pc:picChg chg="add mod">
          <ac:chgData name="Laurianne Estrada" userId="877d0e272dd2d022" providerId="LiveId" clId="{040CF046-855B-40D4-AA10-B18205945E28}" dt="2026-04-16T16:06:58.175" v="14930" actId="1076"/>
          <ac:picMkLst>
            <pc:docMk/>
            <pc:sldMk cId="2275055033" sldId="861"/>
            <ac:picMk id="11" creationId="{43FB069C-3FFC-8850-EDBC-B074A8B36BAE}"/>
          </ac:picMkLst>
        </pc:picChg>
        <pc:picChg chg="add mod">
          <ac:chgData name="Laurianne Estrada" userId="877d0e272dd2d022" providerId="LiveId" clId="{040CF046-855B-40D4-AA10-B18205945E28}" dt="2026-04-16T16:06:56.634" v="14929" actId="1076"/>
          <ac:picMkLst>
            <pc:docMk/>
            <pc:sldMk cId="2275055033" sldId="861"/>
            <ac:picMk id="13" creationId="{26C9EDA4-71A6-6156-52B7-3273BC5BD460}"/>
          </ac:picMkLst>
        </pc:picChg>
      </pc:sldChg>
      <pc:sldChg chg="addSp modSp add mod">
        <pc:chgData name="Laurianne Estrada" userId="877d0e272dd2d022" providerId="LiveId" clId="{040CF046-855B-40D4-AA10-B18205945E28}" dt="2026-04-16T16:09:03.137" v="14985" actId="20577"/>
        <pc:sldMkLst>
          <pc:docMk/>
          <pc:sldMk cId="786199423" sldId="862"/>
        </pc:sldMkLst>
        <pc:spChg chg="add mod">
          <ac:chgData name="Laurianne Estrada" userId="877d0e272dd2d022" providerId="LiveId" clId="{040CF046-855B-40D4-AA10-B18205945E28}" dt="2026-04-16T16:09:03.137" v="14985" actId="20577"/>
          <ac:spMkLst>
            <pc:docMk/>
            <pc:sldMk cId="786199423" sldId="862"/>
            <ac:spMk id="12" creationId="{BA6D162F-9291-3820-DFBC-F93B428A4341}"/>
          </ac:spMkLst>
        </pc:spChg>
        <pc:picChg chg="add mod">
          <ac:chgData name="Laurianne Estrada" userId="877d0e272dd2d022" providerId="LiveId" clId="{040CF046-855B-40D4-AA10-B18205945E28}" dt="2026-04-16T16:07:27.315" v="14942" actId="1076"/>
          <ac:picMkLst>
            <pc:docMk/>
            <pc:sldMk cId="786199423" sldId="862"/>
            <ac:picMk id="5" creationId="{061C943F-08E8-CD97-5FBE-6161A0D5F11E}"/>
          </ac:picMkLst>
        </pc:picChg>
        <pc:picChg chg="add mod">
          <ac:chgData name="Laurianne Estrada" userId="877d0e272dd2d022" providerId="LiveId" clId="{040CF046-855B-40D4-AA10-B18205945E28}" dt="2026-04-16T16:07:26.276" v="14941" actId="1076"/>
          <ac:picMkLst>
            <pc:docMk/>
            <pc:sldMk cId="786199423" sldId="862"/>
            <ac:picMk id="7" creationId="{B109A95B-4780-8204-82F8-3F72A0692476}"/>
          </ac:picMkLst>
        </pc:picChg>
        <pc:picChg chg="add mod">
          <ac:chgData name="Laurianne Estrada" userId="877d0e272dd2d022" providerId="LiveId" clId="{040CF046-855B-40D4-AA10-B18205945E28}" dt="2026-04-16T16:07:25.600" v="14940" actId="1076"/>
          <ac:picMkLst>
            <pc:docMk/>
            <pc:sldMk cId="786199423" sldId="862"/>
            <ac:picMk id="9" creationId="{DCB6173B-4865-BB82-7E7E-48C084C47555}"/>
          </ac:picMkLst>
        </pc:picChg>
        <pc:picChg chg="add mod">
          <ac:chgData name="Laurianne Estrada" userId="877d0e272dd2d022" providerId="LiveId" clId="{040CF046-855B-40D4-AA10-B18205945E28}" dt="2026-04-16T16:07:31.129" v="14943" actId="1076"/>
          <ac:picMkLst>
            <pc:docMk/>
            <pc:sldMk cId="786199423" sldId="862"/>
            <ac:picMk id="11" creationId="{90820062-BA38-9242-8D41-A31CC5EF20CF}"/>
          </ac:picMkLst>
        </pc:picChg>
      </pc:sldChg>
      <pc:sldChg chg="addSp modSp add mod">
        <pc:chgData name="Laurianne Estrada" userId="877d0e272dd2d022" providerId="LiveId" clId="{040CF046-855B-40D4-AA10-B18205945E28}" dt="2026-04-16T16:09:00.367" v="14983" actId="20577"/>
        <pc:sldMkLst>
          <pc:docMk/>
          <pc:sldMk cId="673389929" sldId="863"/>
        </pc:sldMkLst>
        <pc:spChg chg="add mod">
          <ac:chgData name="Laurianne Estrada" userId="877d0e272dd2d022" providerId="LiveId" clId="{040CF046-855B-40D4-AA10-B18205945E28}" dt="2026-04-16T16:09:00.367" v="14983" actId="20577"/>
          <ac:spMkLst>
            <pc:docMk/>
            <pc:sldMk cId="673389929" sldId="863"/>
            <ac:spMk id="12" creationId="{146C7EFB-FF6E-F042-0BB6-D5F37DE28480}"/>
          </ac:spMkLst>
        </pc:spChg>
        <pc:picChg chg="add mod">
          <ac:chgData name="Laurianne Estrada" userId="877d0e272dd2d022" providerId="LiveId" clId="{040CF046-855B-40D4-AA10-B18205945E28}" dt="2026-04-16T16:07:22.406" v="14938" actId="1076"/>
          <ac:picMkLst>
            <pc:docMk/>
            <pc:sldMk cId="673389929" sldId="863"/>
            <ac:picMk id="5" creationId="{85AF29E9-3D08-38A9-7D1A-F64527FD3A91}"/>
          </ac:picMkLst>
        </pc:picChg>
        <pc:picChg chg="add mod">
          <ac:chgData name="Laurianne Estrada" userId="877d0e272dd2d022" providerId="LiveId" clId="{040CF046-855B-40D4-AA10-B18205945E28}" dt="2026-04-16T16:07:21.199" v="14937" actId="1076"/>
          <ac:picMkLst>
            <pc:docMk/>
            <pc:sldMk cId="673389929" sldId="863"/>
            <ac:picMk id="7" creationId="{7561E773-1850-6AC0-AD3E-65309D03F212}"/>
          </ac:picMkLst>
        </pc:picChg>
        <pc:picChg chg="add mod">
          <ac:chgData name="Laurianne Estrada" userId="877d0e272dd2d022" providerId="LiveId" clId="{040CF046-855B-40D4-AA10-B18205945E28}" dt="2026-04-16T16:07:19.651" v="14936" actId="1076"/>
          <ac:picMkLst>
            <pc:docMk/>
            <pc:sldMk cId="673389929" sldId="863"/>
            <ac:picMk id="9" creationId="{B5594110-A241-6DCD-E41C-CDD1012784F9}"/>
          </ac:picMkLst>
        </pc:picChg>
        <pc:picChg chg="add mod">
          <ac:chgData name="Laurianne Estrada" userId="877d0e272dd2d022" providerId="LiveId" clId="{040CF046-855B-40D4-AA10-B18205945E28}" dt="2026-04-16T16:07:17.990" v="14935" actId="1076"/>
          <ac:picMkLst>
            <pc:docMk/>
            <pc:sldMk cId="673389929" sldId="863"/>
            <ac:picMk id="11" creationId="{23D34242-4CFE-D822-F005-32E90562E044}"/>
          </ac:picMkLst>
        </pc:picChg>
      </pc:sldChg>
      <pc:sldMasterChg chg="del delSldLayout">
        <pc:chgData name="Laurianne Estrada" userId="877d0e272dd2d022" providerId="LiveId" clId="{040CF046-855B-40D4-AA10-B18205945E28}" dt="2026-04-16T15:38:59.906" v="14849" actId="2696"/>
        <pc:sldMasterMkLst>
          <pc:docMk/>
          <pc:sldMasterMk cId="366357746" sldId="2147483828"/>
        </pc:sldMasterMkLst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2531553155" sldId="2147483829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1864639848" sldId="2147483830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3996697814" sldId="2147483831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1205232554" sldId="2147483832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1989175238" sldId="2147483833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173257423" sldId="2147483834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615340508" sldId="2147483835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911983818" sldId="2147483836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3191262606" sldId="2147483837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4003489785" sldId="2147483838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1444275274" sldId="2147483839"/>
          </pc:sldLayoutMkLst>
        </pc:sldLayoutChg>
        <pc:sldLayoutChg chg="del">
          <pc:chgData name="Laurianne Estrada" userId="877d0e272dd2d022" providerId="LiveId" clId="{040CF046-855B-40D4-AA10-B18205945E28}" dt="2026-04-16T15:38:59.906" v="14849" actId="2696"/>
          <pc:sldLayoutMkLst>
            <pc:docMk/>
            <pc:sldMasterMk cId="366357746" sldId="2147483828"/>
            <pc:sldLayoutMk cId="950192507" sldId="2147483840"/>
          </pc:sldLayoutMkLst>
        </pc:sldLayoutChg>
      </pc:sldMasterChg>
    </pc:docChg>
  </pc:docChgLst>
  <pc:docChgLst>
    <pc:chgData name="Laurianne Estrada" userId="877d0e272dd2d022" providerId="LiveId" clId="{483E5226-797A-4F5C-8DD1-0182E2847075}"/>
    <pc:docChg chg="undo custSel addSld modSld sldOrd">
      <pc:chgData name="Laurianne Estrada" userId="877d0e272dd2d022" providerId="LiveId" clId="{483E5226-797A-4F5C-8DD1-0182E2847075}" dt="2026-03-18T18:51:01.496" v="2198" actId="20577"/>
      <pc:docMkLst>
        <pc:docMk/>
      </pc:docMkLst>
      <pc:sldChg chg="addSp delSp modSp add mod modShow">
        <pc:chgData name="Laurianne Estrada" userId="877d0e272dd2d022" providerId="LiveId" clId="{483E5226-797A-4F5C-8DD1-0182E2847075}" dt="2026-03-18T00:43:57.401" v="671" actId="1035"/>
        <pc:sldMkLst>
          <pc:docMk/>
          <pc:sldMk cId="815042016" sldId="8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B104-6E87-20CB-1B55-269EA1DE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03E99-188A-AD4D-C661-03629BE39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B9E87-5A7A-776D-F8E9-F3E003EF8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Bill: raised the H1H3 equation by exponent z2/z1 to simplify. Defined an H* stemming from ratio of H1/H3 and H2/H3 equations.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C0847-6E8C-194E-F0B6-8D673DA03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6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502AC-F627-F459-3DCD-E8CB8DB21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9275C-BC78-19F4-AA52-AF0000F0E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5F73C-283E-FCAA-A929-AF697CF0A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Bill: raised the H1H3 equation by exponent z2/z1 to simplify. Defined an H* stemming from ratio of H1/H3 and H2/H3 equations.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F6367-3E97-601A-26A1-0BBBE39CB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11AC4-8570-B97C-12DD-FB8456DD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1C624-30AA-70F6-82BA-C6EE8A160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3B6F4-8FBD-27D0-2EC1-130BA1454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Bill: raised the H1H3 equation by exponent z2/z1 to simplify. Defined an H* stemming from ratio of H1/H3 and H2/H3 equations.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ECA86-6AAB-B2AA-F66E-1935D5E63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77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F2DE9-B2BD-A3FA-57EE-E9937165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392BA-D7B9-D799-3AB5-683DB9190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DC4EB-7A37-4DE8-5401-0A701FA4E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Bill: raised the H1H3 equation by exponent z2/z1 to simplify. Defined an H* stemming from ratio of H1/H3 and H2/H3 equations.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F4601-871D-BADD-2863-6F03E9E53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5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5910-48C9-FD64-8F75-A7657DFE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D50AC-689C-B31A-B785-168A47815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84833-F112-BBD6-43C9-3BF608CD8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Bill: raised the H1H3 equation by exponent z2/z1 to simplify. Defined an H* stemming from ratio of H1/H3 and H2/H3 equations.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88544-6ACA-C659-CEA3-903967BD9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25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80268-37C2-A6EC-FA82-4FB4D158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F22F8-7CC6-2DAC-69DF-0B4D735FF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2C795-E770-8CB5-40B9-21002611F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Bill: raised the H1H3 equation by exponent z2/z1 to simplify. Defined an H* stemming from ratio of H1/H3 and H2/H3 equations.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56D57-198E-AFB2-34E7-748D2EF46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7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4/16/2026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73" y="1524005"/>
            <a:ext cx="10573529" cy="2362199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7A64CC-0652-4813-BB34-A14605E3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1" y="60049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EECD65FB-516F-4534-B5AA-B14311EDA5FF}" type="datetime1">
              <a:rPr lang="en-US" altLang="en-US" smtClean="0"/>
              <a:t>4/16/2026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F392B6-7960-4C3C-A3FB-1EA8BD2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199" y="60049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9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D92F42-FEDD-4527-83C4-4E69C75B6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E52E1-BDEA-45DB-925F-16EF4B41C5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00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B34F52-A9D6-4040-BA6D-985F4A0FA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AC9E3-B7EF-4AC4-8542-026EC0ECC5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9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0E77C3-B175-47FE-BF04-D097FDD2F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AA7E68-5ABA-4F57-9266-DFC54A3AC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45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6B761F-0B41-47F2-9E62-BA442153F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FD960-5881-4281-B805-D52EEF5A00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1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18D62D-BA3E-43E4-B55C-C609514C8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57E71-D9D1-4528-A6A8-5D810531B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959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162" y="1484438"/>
            <a:ext cx="4011084" cy="80014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1484440"/>
            <a:ext cx="6815668" cy="464172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282425"/>
            <a:ext cx="4011084" cy="384373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7C54A2-0EA6-46CF-9D0F-526F0A760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77C170-F33C-4050-9D76-47E6A8556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938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337105"/>
            <a:ext cx="7315200" cy="45068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159" y="1213416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800451"/>
            <a:ext cx="7315200" cy="586267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BAB3B2-47B7-498B-A11F-6D1308C7D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46C3CB-F8F3-4EBE-A2B1-192F30807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07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E218DF3-9F6E-49E2-8ABC-92CF8ADCE5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4800" y="275172"/>
            <a:ext cx="8940800" cy="63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Header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1F256-E55A-4090-9644-4AA59AD99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447800"/>
            <a:ext cx="10972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99C5-2E8A-C948-9A39-713EF9B5C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0800" y="6462184"/>
            <a:ext cx="2844800" cy="24341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898989"/>
                </a:solidFill>
                <a:latin typeface="GalaxiePolaris-Book" charset="0"/>
              </a:defRPr>
            </a:lvl1pPr>
          </a:lstStyle>
          <a:p>
            <a:fld id="{2BB953A5-3129-40E0-AD8C-389CFFADF0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85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</p:sldLayoutIdLst>
  <p:hf hdr="0" ftr="0" dt="0"/>
  <p:txStyles>
    <p:titleStyle>
      <a:lvl1pPr algn="l" defTabSz="609570" rtl="0" eaLnBrk="0" fontAlgn="base" hangingPunct="0">
        <a:spcBef>
          <a:spcPct val="0"/>
        </a:spcBef>
        <a:spcAft>
          <a:spcPct val="0"/>
        </a:spcAft>
        <a:defRPr sz="4267" kern="1200">
          <a:solidFill>
            <a:schemeClr val="tx1"/>
          </a:solidFill>
          <a:latin typeface="GalaxiePolaris-Bold"/>
          <a:ea typeface="MS PGothic" panose="020B0600070205080204" pitchFamily="34" charset="-128"/>
          <a:cs typeface="GalaxiePolaris-Bold"/>
        </a:defRPr>
      </a:lvl1pPr>
      <a:lvl2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2pPr>
      <a:lvl3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3pPr>
      <a:lvl4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4pPr>
      <a:lvl5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5pPr>
      <a:lvl6pPr marL="609570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6pPr>
      <a:lvl7pPr marL="121913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7pPr>
      <a:lvl8pPr marL="182870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8pPr>
      <a:lvl9pPr marL="2438278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9pPr>
    </p:titleStyle>
    <p:bodyStyle>
      <a:lvl1pPr marL="457177" indent="-457177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1pPr>
      <a:lvl2pPr marL="990551" indent="-380982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2pPr>
      <a:lvl3pPr marL="152392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3pPr>
      <a:lvl4pPr marL="213349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4pPr>
      <a:lvl5pPr marL="274306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9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11" Type="http://schemas.openxmlformats.org/officeDocument/2006/relationships/image" Target="../media/image17.png"/><Relationship Id="rId5" Type="http://schemas.openxmlformats.org/officeDocument/2006/relationships/image" Target="../media/image6.jp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9.pn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9.pn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9B19E-84CC-1E9D-C24C-3C965B4AD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CB896A4-6785-EFA9-601A-33ADAEA9A71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</p:spPr>
            <p:txBody>
              <a:bodyPr/>
              <a:lstStyle/>
              <a:p>
                <a:r>
                  <a:rPr lang="en-US" sz="3500" b="1" dirty="0"/>
                  <a:t>Calculating &amp; Plotting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𝐭𝐡𝐞𝐨𝐫𝐞𝐭𝐢𝐜𝐚𝐥</m:t>
                        </m:r>
                      </m:sub>
                    </m:sSub>
                  </m:oMath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CB896A4-6785-EFA9-601A-33ADAEA9A7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  <a:blipFill>
                <a:blip r:embed="rId3"/>
                <a:stretch>
                  <a:fillRect l="-1775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18803-B08D-ED78-09F9-F091DE8146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1</a:t>
            </a:fld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609AB4-DBC9-2FE0-6AF9-9DE9B92BF8C6}"/>
                  </a:ext>
                </a:extLst>
              </p:cNvPr>
              <p:cNvSpPr txBox="1"/>
              <p:nvPr/>
            </p:nvSpPr>
            <p:spPr>
              <a:xfrm>
                <a:off x="457200" y="1384175"/>
                <a:ext cx="4058996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609AB4-DBC9-2FE0-6AF9-9DE9B92BF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84175"/>
                <a:ext cx="4058996" cy="569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398609-37C3-C418-5481-FBB7471DDC45}"/>
                  </a:ext>
                </a:extLst>
              </p:cNvPr>
              <p:cNvSpPr txBox="1"/>
              <p:nvPr/>
            </p:nvSpPr>
            <p:spPr>
              <a:xfrm>
                <a:off x="6781800" y="1296084"/>
                <a:ext cx="2375508" cy="706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398609-37C3-C418-5481-FBB7471DD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1296084"/>
                <a:ext cx="2375508" cy="7062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CFAF28-14B9-4F26-83A6-F0DC53399E9D}"/>
                  </a:ext>
                </a:extLst>
              </p:cNvPr>
              <p:cNvSpPr txBox="1"/>
              <p:nvPr/>
            </p:nvSpPr>
            <p:spPr>
              <a:xfrm>
                <a:off x="579903" y="2549306"/>
                <a:ext cx="9783297" cy="11900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 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+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|+|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CFAF28-14B9-4F26-83A6-F0DC53399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903" y="2549306"/>
                <a:ext cx="9783297" cy="1190069"/>
              </a:xfrm>
              <a:prstGeom prst="rect">
                <a:avLst/>
              </a:prstGeom>
              <a:blipFill>
                <a:blip r:embed="rId6"/>
                <a:stretch>
                  <a:fillRect r="-13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2C0F1A-3742-0F1E-DCDF-442335825747}"/>
                  </a:ext>
                </a:extLst>
              </p:cNvPr>
              <p:cNvSpPr txBox="1"/>
              <p:nvPr/>
            </p:nvSpPr>
            <p:spPr>
              <a:xfrm>
                <a:off x="3733800" y="1274750"/>
                <a:ext cx="3429000" cy="688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  <m:r>
                        <a:rPr lang="en-US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2C0F1A-3742-0F1E-DCDF-442335825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1274750"/>
                <a:ext cx="3429000" cy="6883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5042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577C-6A9B-071A-97CA-A3951282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F1047B-C697-7F3C-4936-6DF18DC45E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</p:spPr>
            <p:txBody>
              <a:bodyPr/>
              <a:lstStyle/>
              <a:p>
                <a:r>
                  <a:rPr lang="en-US" sz="3500" b="1" dirty="0"/>
                  <a:t>Calculating &amp; Plotting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𝐭𝐡𝐞𝐨𝐫𝐞𝐭𝐢𝐜𝐚𝐥</m:t>
                        </m:r>
                      </m:sub>
                    </m:sSub>
                  </m:oMath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F1047B-C697-7F3C-4936-6DF18DC45E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  <a:blipFill>
                <a:blip r:embed="rId3"/>
                <a:stretch>
                  <a:fillRect l="-1775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9C8BF-7889-9999-A0B3-AE8C9B37B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6538A-3CD7-995B-9F30-21CF15D813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100" y="1066798"/>
            <a:ext cx="2933700" cy="2200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F42FC6-3BDD-30AB-0225-7E08FE1927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300" y="1066797"/>
            <a:ext cx="2933700" cy="2200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A24515-918C-C5C9-B9C5-AC7FE38674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620" y="3423920"/>
            <a:ext cx="2933700" cy="2200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B7B716-E84D-C74A-72B9-337E6A768B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300" y="3419469"/>
            <a:ext cx="2933700" cy="2200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A82100-F580-5BDC-F070-9C20927A4E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066800"/>
            <a:ext cx="2933700" cy="22002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BF4EB9-2DFA-FDF9-0319-0ACC246875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790" y="1066799"/>
            <a:ext cx="2933700" cy="22002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F909A0-20EB-66F9-10F8-E578C1280A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790" y="3429000"/>
            <a:ext cx="2933700" cy="2200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DF87B5-BACD-2879-8E49-1C3E2F39CD3C}"/>
                  </a:ext>
                </a:extLst>
              </p:cNvPr>
              <p:cNvSpPr txBox="1"/>
              <p:nvPr/>
            </p:nvSpPr>
            <p:spPr>
              <a:xfrm>
                <a:off x="609600" y="3810000"/>
                <a:ext cx="129709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  <m:r>
                        <a:rPr lang="en-US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DF87B5-BACD-2879-8E49-1C3E2F39C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810000"/>
                <a:ext cx="1297093" cy="12003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09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B0C7-5D61-DDCE-9B70-C5071EB79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2BD0D15-1030-A6D8-1933-9AD0BE2C12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</p:spPr>
            <p:txBody>
              <a:bodyPr/>
              <a:lstStyle/>
              <a:p>
                <a:r>
                  <a:rPr lang="en-US" sz="3500" b="1" dirty="0"/>
                  <a:t>Calculating &amp; Plotting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𝐭𝐡𝐞𝐨𝐫𝐞𝐭𝐢𝐜𝐚𝐥</m:t>
                        </m:r>
                      </m:sub>
                    </m:sSub>
                  </m:oMath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2BD0D15-1030-A6D8-1933-9AD0BE2C1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  <a:blipFill>
                <a:blip r:embed="rId3"/>
                <a:stretch>
                  <a:fillRect l="-1775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E7184-0D36-6B5C-C850-1E14904572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C998C4-DCD7-2E29-0B54-E400C1274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914400"/>
            <a:ext cx="4000500" cy="3000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81CC12-A18D-33E5-88CA-63666827F5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36" y="1066800"/>
            <a:ext cx="4000500" cy="3000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97ED1C-8E99-7743-7921-DCFD4D082A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120" y="3893185"/>
            <a:ext cx="4000500" cy="30003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124702-FA82-48E7-2FD7-2D2C24604A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" y="3657600"/>
            <a:ext cx="4000500" cy="3000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C0C639-E789-47C2-8AA9-F674A04BEB9E}"/>
                  </a:ext>
                </a:extLst>
              </p:cNvPr>
              <p:cNvSpPr txBox="1"/>
              <p:nvPr/>
            </p:nvSpPr>
            <p:spPr>
              <a:xfrm>
                <a:off x="125943" y="1219200"/>
                <a:ext cx="129709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C0C639-E789-47C2-8AA9-F674A04BE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3" y="1219200"/>
                <a:ext cx="129709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66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FC6B4-AD71-CB1D-9592-5EEEF2D2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BB9709-EFE4-4D44-139C-A1E262134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</p:spPr>
            <p:txBody>
              <a:bodyPr/>
              <a:lstStyle/>
              <a:p>
                <a:r>
                  <a:rPr lang="en-US" sz="3500" b="1" dirty="0"/>
                  <a:t>Calculating &amp; Plotting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𝐭𝐡𝐞𝐨𝐫𝐞𝐭𝐢𝐜𝐚𝐥</m:t>
                        </m:r>
                      </m:sub>
                    </m:sSub>
                  </m:oMath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BB9709-EFE4-4D44-139C-A1E262134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  <a:blipFill>
                <a:blip r:embed="rId3"/>
                <a:stretch>
                  <a:fillRect l="-1775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6E652-8CBF-646C-B45C-B2ED4FEF1F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91492-CE58-D1B6-A0CC-CE02932012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100" y="1066800"/>
            <a:ext cx="4000500" cy="3000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4FC29F-07C5-8870-2548-11F44BFEAB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938212"/>
            <a:ext cx="4000500" cy="3000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FB069C-3FFC-8850-EDBC-B074A8B36B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62400"/>
            <a:ext cx="4000500" cy="3000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C9EDA4-71A6-6156-52B7-3273BC5BD4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822064"/>
            <a:ext cx="4000500" cy="3000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80F8B6-0422-7B06-3381-3034ED434CB0}"/>
                  </a:ext>
                </a:extLst>
              </p:cNvPr>
              <p:cNvSpPr txBox="1"/>
              <p:nvPr/>
            </p:nvSpPr>
            <p:spPr>
              <a:xfrm>
                <a:off x="125943" y="1219200"/>
                <a:ext cx="129709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80F8B6-0422-7B06-3381-3034ED434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3" y="1219200"/>
                <a:ext cx="129709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05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4C57F-E3BA-B7CC-99A8-C973EC5F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4355E1-06E6-4D0B-0AA5-A1D7E4A9311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</p:spPr>
            <p:txBody>
              <a:bodyPr/>
              <a:lstStyle/>
              <a:p>
                <a:r>
                  <a:rPr lang="en-US" sz="3500" b="1" dirty="0"/>
                  <a:t>Calculating &amp; Plotting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𝐭𝐡𝐞𝐨𝐫𝐞𝐭𝐢𝐜𝐚𝐥</m:t>
                        </m:r>
                      </m:sub>
                    </m:sSub>
                  </m:oMath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4355E1-06E6-4D0B-0AA5-A1D7E4A93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  <a:blipFill>
                <a:blip r:embed="rId3"/>
                <a:stretch>
                  <a:fillRect l="-1775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D725E-38FC-56E6-24DA-CBA6D0713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C943F-08E8-CD97-5FBE-6161A0D5F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965200"/>
            <a:ext cx="4000500" cy="3000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09A95B-4780-8204-82F8-3F72A06924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028065"/>
            <a:ext cx="4000500" cy="3000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B6173B-4865-BB82-7E7E-48C084C475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3657600"/>
            <a:ext cx="4000500" cy="3000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820062-BA38-9242-8D41-A31CC5EF20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578437"/>
            <a:ext cx="4000500" cy="3000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6D162F-9291-3820-DFBC-F93B428A4341}"/>
                  </a:ext>
                </a:extLst>
              </p:cNvPr>
              <p:cNvSpPr txBox="1"/>
              <p:nvPr/>
            </p:nvSpPr>
            <p:spPr>
              <a:xfrm>
                <a:off x="125943" y="1219200"/>
                <a:ext cx="129709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6D162F-9291-3820-DFBC-F93B428A4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3" y="1219200"/>
                <a:ext cx="129709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19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B0B0D-2C45-4355-2731-9506107F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C4B4AE9-6270-A5E9-820B-092A493DBA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</p:spPr>
            <p:txBody>
              <a:bodyPr/>
              <a:lstStyle/>
              <a:p>
                <a:r>
                  <a:rPr lang="en-US" sz="3500" b="1" dirty="0"/>
                  <a:t>Calculating &amp; Plotting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3500" b="1" i="0" smtClean="0">
                            <a:latin typeface="Cambria Math" panose="02040503050406030204" pitchFamily="18" charset="0"/>
                          </a:rPr>
                          <m:t>𝐭𝐡𝐞𝐨𝐫𝐞𝐭𝐢𝐜𝐚𝐥</m:t>
                        </m:r>
                      </m:sub>
                    </m:sSub>
                  </m:oMath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C4B4AE9-6270-A5E9-820B-092A493DB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400" y="76200"/>
                <a:ext cx="9956800" cy="838200"/>
              </a:xfrm>
              <a:blipFill>
                <a:blip r:embed="rId3"/>
                <a:stretch>
                  <a:fillRect l="-1775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5C287-9C4A-0038-288E-ACD69459E7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F29E9-3D08-38A9-7D1A-F64527FD3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860" y="919480"/>
            <a:ext cx="4000500" cy="3000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1E773-1850-6AC0-AD3E-65309D03F2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796290"/>
            <a:ext cx="4000500" cy="3000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594110-A241-6DCD-E41C-CDD1012784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038600"/>
            <a:ext cx="4000500" cy="3000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D34242-4CFE-D822-F005-32E90562E0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791585"/>
            <a:ext cx="4000500" cy="3000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6C7EFB-FF6E-F042-0BB6-D5F37DE28480}"/>
                  </a:ext>
                </a:extLst>
              </p:cNvPr>
              <p:cNvSpPr txBox="1"/>
              <p:nvPr/>
            </p:nvSpPr>
            <p:spPr>
              <a:xfrm>
                <a:off x="125943" y="1219200"/>
                <a:ext cx="129709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6C7EFB-FF6E-F042-0BB6-D5F37DE28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3" y="1219200"/>
                <a:ext cx="129709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389929"/>
      </p:ext>
    </p:extLst>
  </p:cSld>
  <p:clrMapOvr>
    <a:masterClrMapping/>
  </p:clrMapOvr>
</p:sld>
</file>

<file path=ppt/theme/theme1.xml><?xml version="1.0" encoding="utf-8"?>
<a:theme xmlns:a="http://schemas.openxmlformats.org/drawingml/2006/main" name="brand_standards_PPT_template_1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167047</TotalTime>
  <Words>306</Words>
  <Application>Microsoft Office PowerPoint</Application>
  <PresentationFormat>Widescreen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Cambria Math</vt:lpstr>
      <vt:lpstr>GalaxiePolaris-Bold</vt:lpstr>
      <vt:lpstr>GalaxiePolaris-Book</vt:lpstr>
      <vt:lpstr>GalaxiePolaris-Medium</vt:lpstr>
      <vt:lpstr>Garamond</vt:lpstr>
      <vt:lpstr>brand_standards_PPT_template_1W</vt:lpstr>
      <vt:lpstr>Calculating &amp; Plotting H_theoretical</vt:lpstr>
      <vt:lpstr>Calculating &amp; Plotting H_theoretical</vt:lpstr>
      <vt:lpstr>Calculating &amp; Plotting H_theoretical</vt:lpstr>
      <vt:lpstr>Calculating &amp; Plotting H_theoretical</vt:lpstr>
      <vt:lpstr>Calculating &amp; Plotting H_theoretical</vt:lpstr>
      <vt:lpstr>Calculating &amp; Plotting H_theoretical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 Update</dc:title>
  <dc:creator>Laurianne Lair</dc:creator>
  <cp:lastModifiedBy>Laurianne Estrada</cp:lastModifiedBy>
  <cp:revision>9</cp:revision>
  <cp:lastPrinted>2023-07-13T18:14:11Z</cp:lastPrinted>
  <dcterms:created xsi:type="dcterms:W3CDTF">2022-05-09T22:03:52Z</dcterms:created>
  <dcterms:modified xsi:type="dcterms:W3CDTF">2026-04-16T16:24:41Z</dcterms:modified>
</cp:coreProperties>
</file>