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804" r:id="rId1"/>
  </p:sldMasterIdLst>
  <p:notesMasterIdLst>
    <p:notesMasterId r:id="rId24"/>
  </p:notesMasterIdLst>
  <p:sldIdLst>
    <p:sldId id="476" r:id="rId2"/>
    <p:sldId id="776" r:id="rId3"/>
    <p:sldId id="770" r:id="rId4"/>
    <p:sldId id="824" r:id="rId5"/>
    <p:sldId id="823" r:id="rId6"/>
    <p:sldId id="825" r:id="rId7"/>
    <p:sldId id="771" r:id="rId8"/>
    <p:sldId id="772" r:id="rId9"/>
    <p:sldId id="773" r:id="rId10"/>
    <p:sldId id="781" r:id="rId11"/>
    <p:sldId id="777" r:id="rId12"/>
    <p:sldId id="778" r:id="rId13"/>
    <p:sldId id="779" r:id="rId14"/>
    <p:sldId id="805" r:id="rId15"/>
    <p:sldId id="802" r:id="rId16"/>
    <p:sldId id="797" r:id="rId17"/>
    <p:sldId id="782" r:id="rId18"/>
    <p:sldId id="780" r:id="rId19"/>
    <p:sldId id="785" r:id="rId20"/>
    <p:sldId id="803" r:id="rId21"/>
    <p:sldId id="784" r:id="rId22"/>
    <p:sldId id="787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Jonathan Ouimet" initials="JO" lastIdx="3" clrIdx="0">
    <p:extLst>
      <p:ext uri="{19B8F6BF-5375-455C-9EA6-DF929625EA0E}">
        <p15:presenceInfo xmlns:p15="http://schemas.microsoft.com/office/powerpoint/2012/main" userId="0df71b1541b2dabf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FF00"/>
    <a:srgbClr val="0000FF"/>
    <a:srgbClr val="E26FFF"/>
    <a:srgbClr val="FFFFFF"/>
    <a:srgbClr val="D95015"/>
    <a:srgbClr val="D95319"/>
    <a:srgbClr val="7676FF"/>
    <a:srgbClr val="82D0FF"/>
    <a:srgbClr val="FF9900"/>
    <a:srgbClr val="00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D28E992-BF60-4C51-A023-0CB740E3FC37}" v="5" dt="2025-09-10T21:47:29.01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8420" autoAdjust="0"/>
    <p:restoredTop sz="94961" autoAdjust="0"/>
  </p:normalViewPr>
  <p:slideViewPr>
    <p:cSldViewPr snapToGrid="0">
      <p:cViewPr>
        <p:scale>
          <a:sx n="70" d="100"/>
          <a:sy n="70" d="100"/>
        </p:scale>
        <p:origin x="1474" y="329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-6917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commentAuthors" Target="commentAuthor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Relationship Id="rId30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aurianne Estrada" userId="877d0e272dd2d022" providerId="LiveId" clId="{040CF046-855B-40D4-AA10-B18205945E28}"/>
    <pc:docChg chg="undo custSel delSld modSld sldOrd">
      <pc:chgData name="Laurianne Estrada" userId="877d0e272dd2d022" providerId="LiveId" clId="{040CF046-855B-40D4-AA10-B18205945E28}" dt="2025-09-10T21:47:47.008" v="263" actId="1076"/>
      <pc:docMkLst>
        <pc:docMk/>
      </pc:docMkLst>
      <pc:sldChg chg="del">
        <pc:chgData name="Laurianne Estrada" userId="877d0e272dd2d022" providerId="LiveId" clId="{040CF046-855B-40D4-AA10-B18205945E28}" dt="2025-09-10T20:23:40.996" v="0" actId="2696"/>
        <pc:sldMkLst>
          <pc:docMk/>
          <pc:sldMk cId="3801132273" sldId="596"/>
        </pc:sldMkLst>
      </pc:sldChg>
      <pc:sldChg chg="del">
        <pc:chgData name="Laurianne Estrada" userId="877d0e272dd2d022" providerId="LiveId" clId="{040CF046-855B-40D4-AA10-B18205945E28}" dt="2025-09-10T20:23:50.905" v="4" actId="2696"/>
        <pc:sldMkLst>
          <pc:docMk/>
          <pc:sldMk cId="1673213355" sldId="766"/>
        </pc:sldMkLst>
      </pc:sldChg>
      <pc:sldChg chg="del">
        <pc:chgData name="Laurianne Estrada" userId="877d0e272dd2d022" providerId="LiveId" clId="{040CF046-855B-40D4-AA10-B18205945E28}" dt="2025-09-10T20:24:23.232" v="8" actId="2696"/>
        <pc:sldMkLst>
          <pc:docMk/>
          <pc:sldMk cId="3689917089" sldId="768"/>
        </pc:sldMkLst>
      </pc:sldChg>
      <pc:sldChg chg="addSp modSp mod">
        <pc:chgData name="Laurianne Estrada" userId="877d0e272dd2d022" providerId="LiveId" clId="{040CF046-855B-40D4-AA10-B18205945E28}" dt="2025-09-10T20:30:05.752" v="68" actId="1076"/>
        <pc:sldMkLst>
          <pc:docMk/>
          <pc:sldMk cId="3567687912" sldId="769"/>
        </pc:sldMkLst>
        <pc:spChg chg="mod">
          <ac:chgData name="Laurianne Estrada" userId="877d0e272dd2d022" providerId="LiveId" clId="{040CF046-855B-40D4-AA10-B18205945E28}" dt="2025-09-10T20:26:44.507" v="47" actId="1076"/>
          <ac:spMkLst>
            <pc:docMk/>
            <pc:sldMk cId="3567687912" sldId="769"/>
            <ac:spMk id="12" creationId="{C14B4C95-C0C9-CF6E-B097-3DB09F367425}"/>
          </ac:spMkLst>
        </pc:spChg>
        <pc:picChg chg="mod">
          <ac:chgData name="Laurianne Estrada" userId="877d0e272dd2d022" providerId="LiveId" clId="{040CF046-855B-40D4-AA10-B18205945E28}" dt="2025-09-10T20:26:46.115" v="48" actId="1076"/>
          <ac:picMkLst>
            <pc:docMk/>
            <pc:sldMk cId="3567687912" sldId="769"/>
            <ac:picMk id="6" creationId="{A373BF54-752F-9762-2FD4-4CCEAE4C5869}"/>
          </ac:picMkLst>
        </pc:picChg>
        <pc:picChg chg="add mod">
          <ac:chgData name="Laurianne Estrada" userId="877d0e272dd2d022" providerId="LiveId" clId="{040CF046-855B-40D4-AA10-B18205945E28}" dt="2025-09-10T20:30:05.752" v="68" actId="1076"/>
          <ac:picMkLst>
            <pc:docMk/>
            <pc:sldMk cId="3567687912" sldId="769"/>
            <ac:picMk id="8" creationId="{B4D69ECF-23E3-CF6F-1A36-4C7D7E2A4941}"/>
          </ac:picMkLst>
        </pc:picChg>
        <pc:picChg chg="mod">
          <ac:chgData name="Laurianne Estrada" userId="877d0e272dd2d022" providerId="LiveId" clId="{040CF046-855B-40D4-AA10-B18205945E28}" dt="2025-09-10T20:26:28.409" v="41" actId="1076"/>
          <ac:picMkLst>
            <pc:docMk/>
            <pc:sldMk cId="3567687912" sldId="769"/>
            <ac:picMk id="10" creationId="{8C0E90E6-8899-6B45-39A1-2EE68F3D1EE0}"/>
          </ac:picMkLst>
        </pc:picChg>
        <pc:picChg chg="mod">
          <ac:chgData name="Laurianne Estrada" userId="877d0e272dd2d022" providerId="LiveId" clId="{040CF046-855B-40D4-AA10-B18205945E28}" dt="2025-09-10T20:26:25.597" v="40" actId="1076"/>
          <ac:picMkLst>
            <pc:docMk/>
            <pc:sldMk cId="3567687912" sldId="769"/>
            <ac:picMk id="13" creationId="{B6C43C6E-CE27-DE8F-A94E-8502926A78C3}"/>
          </ac:picMkLst>
        </pc:picChg>
      </pc:sldChg>
      <pc:sldChg chg="addSp modSp mod">
        <pc:chgData name="Laurianne Estrada" userId="877d0e272dd2d022" providerId="LiveId" clId="{040CF046-855B-40D4-AA10-B18205945E28}" dt="2025-09-10T21:47:47.008" v="263" actId="1076"/>
        <pc:sldMkLst>
          <pc:docMk/>
          <pc:sldMk cId="1745088668" sldId="770"/>
        </pc:sldMkLst>
        <pc:spChg chg="mod">
          <ac:chgData name="Laurianne Estrada" userId="877d0e272dd2d022" providerId="LiveId" clId="{040CF046-855B-40D4-AA10-B18205945E28}" dt="2025-09-10T20:30:47.296" v="76" actId="1076"/>
          <ac:spMkLst>
            <pc:docMk/>
            <pc:sldMk cId="1745088668" sldId="770"/>
            <ac:spMk id="11" creationId="{546C3A51-08D5-4306-7F15-3F5DA621B2D7}"/>
          </ac:spMkLst>
        </pc:spChg>
        <pc:picChg chg="mod">
          <ac:chgData name="Laurianne Estrada" userId="877d0e272dd2d022" providerId="LiveId" clId="{040CF046-855B-40D4-AA10-B18205945E28}" dt="2025-09-10T20:30:54.328" v="77" actId="1076"/>
          <ac:picMkLst>
            <pc:docMk/>
            <pc:sldMk cId="1745088668" sldId="770"/>
            <ac:picMk id="6" creationId="{999CF672-02A7-8B88-7F48-7579C756C205}"/>
          </ac:picMkLst>
        </pc:picChg>
        <pc:picChg chg="mod">
          <ac:chgData name="Laurianne Estrada" userId="877d0e272dd2d022" providerId="LiveId" clId="{040CF046-855B-40D4-AA10-B18205945E28}" dt="2025-09-10T20:30:31.527" v="70" actId="1076"/>
          <ac:picMkLst>
            <pc:docMk/>
            <pc:sldMk cId="1745088668" sldId="770"/>
            <ac:picMk id="8" creationId="{AC318DC7-CC7F-A5C3-B04E-B38214E47B71}"/>
          </ac:picMkLst>
        </pc:picChg>
        <pc:picChg chg="add mod">
          <ac:chgData name="Laurianne Estrada" userId="877d0e272dd2d022" providerId="LiveId" clId="{040CF046-855B-40D4-AA10-B18205945E28}" dt="2025-09-10T21:47:47.008" v="263" actId="1076"/>
          <ac:picMkLst>
            <pc:docMk/>
            <pc:sldMk cId="1745088668" sldId="770"/>
            <ac:picMk id="9" creationId="{352E308A-7D98-8C54-CE8F-8513CC449E54}"/>
          </ac:picMkLst>
        </pc:picChg>
        <pc:picChg chg="mod">
          <ac:chgData name="Laurianne Estrada" userId="877d0e272dd2d022" providerId="LiveId" clId="{040CF046-855B-40D4-AA10-B18205945E28}" dt="2025-09-10T20:30:34.845" v="71" actId="1076"/>
          <ac:picMkLst>
            <pc:docMk/>
            <pc:sldMk cId="1745088668" sldId="770"/>
            <ac:picMk id="12" creationId="{79A863CA-8736-9021-109F-45D84617EB8A}"/>
          </ac:picMkLst>
        </pc:picChg>
      </pc:sldChg>
      <pc:sldChg chg="modSp mod">
        <pc:chgData name="Laurianne Estrada" userId="877d0e272dd2d022" providerId="LiveId" clId="{040CF046-855B-40D4-AA10-B18205945E28}" dt="2025-09-10T20:31:35.369" v="93" actId="1076"/>
        <pc:sldMkLst>
          <pc:docMk/>
          <pc:sldMk cId="1027300638" sldId="771"/>
        </pc:sldMkLst>
        <pc:spChg chg="mod">
          <ac:chgData name="Laurianne Estrada" userId="877d0e272dd2d022" providerId="LiveId" clId="{040CF046-855B-40D4-AA10-B18205945E28}" dt="2025-09-10T20:31:28.945" v="90" actId="1076"/>
          <ac:spMkLst>
            <pc:docMk/>
            <pc:sldMk cId="1027300638" sldId="771"/>
            <ac:spMk id="3" creationId="{50B1DD1D-B2AA-7DB1-5B49-5AE7F4A1C257}"/>
          </ac:spMkLst>
        </pc:spChg>
        <pc:spChg chg="mod">
          <ac:chgData name="Laurianne Estrada" userId="877d0e272dd2d022" providerId="LiveId" clId="{040CF046-855B-40D4-AA10-B18205945E28}" dt="2025-09-10T20:31:31.700" v="92" actId="1076"/>
          <ac:spMkLst>
            <pc:docMk/>
            <pc:sldMk cId="1027300638" sldId="771"/>
            <ac:spMk id="11" creationId="{8843B661-C04F-7A2D-C49A-B69065839EDF}"/>
          </ac:spMkLst>
        </pc:spChg>
        <pc:picChg chg="mod">
          <ac:chgData name="Laurianne Estrada" userId="877d0e272dd2d022" providerId="LiveId" clId="{040CF046-855B-40D4-AA10-B18205945E28}" dt="2025-09-10T20:31:35.369" v="93" actId="1076"/>
          <ac:picMkLst>
            <pc:docMk/>
            <pc:sldMk cId="1027300638" sldId="771"/>
            <ac:picMk id="6" creationId="{AB86B5E1-6684-F98C-2DA1-6ACE4C25353C}"/>
          </ac:picMkLst>
        </pc:picChg>
        <pc:picChg chg="mod">
          <ac:chgData name="Laurianne Estrada" userId="877d0e272dd2d022" providerId="LiveId" clId="{040CF046-855B-40D4-AA10-B18205945E28}" dt="2025-09-10T20:31:13.695" v="83" actId="1076"/>
          <ac:picMkLst>
            <pc:docMk/>
            <pc:sldMk cId="1027300638" sldId="771"/>
            <ac:picMk id="8" creationId="{BDC2AE0B-4627-57AC-4D30-A444AA6A37C3}"/>
          </ac:picMkLst>
        </pc:picChg>
        <pc:picChg chg="mod">
          <ac:chgData name="Laurianne Estrada" userId="877d0e272dd2d022" providerId="LiveId" clId="{040CF046-855B-40D4-AA10-B18205945E28}" dt="2025-09-10T20:31:11.813" v="82" actId="1076"/>
          <ac:picMkLst>
            <pc:docMk/>
            <pc:sldMk cId="1027300638" sldId="771"/>
            <ac:picMk id="12" creationId="{515F7796-E732-51E8-119F-9A4200DFD1F9}"/>
          </ac:picMkLst>
        </pc:picChg>
      </pc:sldChg>
      <pc:sldChg chg="modSp mod">
        <pc:chgData name="Laurianne Estrada" userId="877d0e272dd2d022" providerId="LiveId" clId="{040CF046-855B-40D4-AA10-B18205945E28}" dt="2025-09-10T20:32:10.697" v="105" actId="1076"/>
        <pc:sldMkLst>
          <pc:docMk/>
          <pc:sldMk cId="1648001500" sldId="772"/>
        </pc:sldMkLst>
        <pc:spChg chg="mod">
          <ac:chgData name="Laurianne Estrada" userId="877d0e272dd2d022" providerId="LiveId" clId="{040CF046-855B-40D4-AA10-B18205945E28}" dt="2025-09-10T20:32:00.155" v="102" actId="1076"/>
          <ac:spMkLst>
            <pc:docMk/>
            <pc:sldMk cId="1648001500" sldId="772"/>
            <ac:spMk id="12" creationId="{8DAA5E5E-56A4-8527-B429-01C54E81BFCD}"/>
          </ac:spMkLst>
        </pc:spChg>
        <pc:picChg chg="mod">
          <ac:chgData name="Laurianne Estrada" userId="877d0e272dd2d022" providerId="LiveId" clId="{040CF046-855B-40D4-AA10-B18205945E28}" dt="2025-09-10T20:32:03.370" v="103" actId="1076"/>
          <ac:picMkLst>
            <pc:docMk/>
            <pc:sldMk cId="1648001500" sldId="772"/>
            <ac:picMk id="6" creationId="{9807862F-DD12-18DA-C35E-E3CD0C195BEF}"/>
          </ac:picMkLst>
        </pc:picChg>
        <pc:picChg chg="mod">
          <ac:chgData name="Laurianne Estrada" userId="877d0e272dd2d022" providerId="LiveId" clId="{040CF046-855B-40D4-AA10-B18205945E28}" dt="2025-09-10T20:32:06.777" v="104" actId="1076"/>
          <ac:picMkLst>
            <pc:docMk/>
            <pc:sldMk cId="1648001500" sldId="772"/>
            <ac:picMk id="10" creationId="{7E48260A-3EDA-4706-12B7-157BEE3587CB}"/>
          </ac:picMkLst>
        </pc:picChg>
        <pc:picChg chg="mod">
          <ac:chgData name="Laurianne Estrada" userId="877d0e272dd2d022" providerId="LiveId" clId="{040CF046-855B-40D4-AA10-B18205945E28}" dt="2025-09-10T20:32:10.697" v="105" actId="1076"/>
          <ac:picMkLst>
            <pc:docMk/>
            <pc:sldMk cId="1648001500" sldId="772"/>
            <ac:picMk id="13" creationId="{AFCB4CF9-642E-6150-AA74-DFD29C1B61CB}"/>
          </ac:picMkLst>
        </pc:picChg>
      </pc:sldChg>
      <pc:sldChg chg="modSp mod">
        <pc:chgData name="Laurianne Estrada" userId="877d0e272dd2d022" providerId="LiveId" clId="{040CF046-855B-40D4-AA10-B18205945E28}" dt="2025-09-10T20:32:40.547" v="115" actId="1076"/>
        <pc:sldMkLst>
          <pc:docMk/>
          <pc:sldMk cId="1423840362" sldId="773"/>
        </pc:sldMkLst>
        <pc:spChg chg="mod">
          <ac:chgData name="Laurianne Estrada" userId="877d0e272dd2d022" providerId="LiveId" clId="{040CF046-855B-40D4-AA10-B18205945E28}" dt="2025-09-10T20:32:32.333" v="111" actId="1076"/>
          <ac:spMkLst>
            <pc:docMk/>
            <pc:sldMk cId="1423840362" sldId="773"/>
            <ac:spMk id="11" creationId="{221D0B7F-2159-AE8A-3619-0BC3DF8A51F9}"/>
          </ac:spMkLst>
        </pc:spChg>
        <pc:picChg chg="mod">
          <ac:chgData name="Laurianne Estrada" userId="877d0e272dd2d022" providerId="LiveId" clId="{040CF046-855B-40D4-AA10-B18205945E28}" dt="2025-09-10T20:32:33.529" v="112" actId="1076"/>
          <ac:picMkLst>
            <pc:docMk/>
            <pc:sldMk cId="1423840362" sldId="773"/>
            <ac:picMk id="6" creationId="{CE4FF029-56FD-4BAC-BED6-168022F961ED}"/>
          </ac:picMkLst>
        </pc:picChg>
        <pc:picChg chg="mod">
          <ac:chgData name="Laurianne Estrada" userId="877d0e272dd2d022" providerId="LiveId" clId="{040CF046-855B-40D4-AA10-B18205945E28}" dt="2025-09-10T20:32:40.547" v="115" actId="1076"/>
          <ac:picMkLst>
            <pc:docMk/>
            <pc:sldMk cId="1423840362" sldId="773"/>
            <ac:picMk id="10" creationId="{588D73DE-F085-F604-17E0-56E3DB14D4B6}"/>
          </ac:picMkLst>
        </pc:picChg>
        <pc:picChg chg="mod">
          <ac:chgData name="Laurianne Estrada" userId="877d0e272dd2d022" providerId="LiveId" clId="{040CF046-855B-40D4-AA10-B18205945E28}" dt="2025-09-10T20:32:35.517" v="113" actId="1076"/>
          <ac:picMkLst>
            <pc:docMk/>
            <pc:sldMk cId="1423840362" sldId="773"/>
            <ac:picMk id="13" creationId="{B678AFAB-CD4E-57E0-FEC1-E1CDAAD4113C}"/>
          </ac:picMkLst>
        </pc:picChg>
      </pc:sldChg>
      <pc:sldChg chg="modSp mod">
        <pc:chgData name="Laurianne Estrada" userId="877d0e272dd2d022" providerId="LiveId" clId="{040CF046-855B-40D4-AA10-B18205945E28}" dt="2025-09-10T20:33:50.729" v="137" actId="1076"/>
        <pc:sldMkLst>
          <pc:docMk/>
          <pc:sldMk cId="2395113113" sldId="777"/>
        </pc:sldMkLst>
        <pc:spChg chg="mod">
          <ac:chgData name="Laurianne Estrada" userId="877d0e272dd2d022" providerId="LiveId" clId="{040CF046-855B-40D4-AA10-B18205945E28}" dt="2025-09-10T20:33:36.694" v="132" actId="1076"/>
          <ac:spMkLst>
            <pc:docMk/>
            <pc:sldMk cId="2395113113" sldId="777"/>
            <ac:spMk id="12" creationId="{7FFBF48D-B48E-383E-9E0C-D53E3BA711DB}"/>
          </ac:spMkLst>
        </pc:spChg>
        <pc:picChg chg="mod">
          <ac:chgData name="Laurianne Estrada" userId="877d0e272dd2d022" providerId="LiveId" clId="{040CF046-855B-40D4-AA10-B18205945E28}" dt="2025-09-10T20:33:40.928" v="133" actId="1076"/>
          <ac:picMkLst>
            <pc:docMk/>
            <pc:sldMk cId="2395113113" sldId="777"/>
            <ac:picMk id="6" creationId="{C2B79028-5F8F-454C-C8F7-A1AD779B060F}"/>
          </ac:picMkLst>
        </pc:picChg>
        <pc:picChg chg="mod">
          <ac:chgData name="Laurianne Estrada" userId="877d0e272dd2d022" providerId="LiveId" clId="{040CF046-855B-40D4-AA10-B18205945E28}" dt="2025-09-10T20:33:50.729" v="137" actId="1076"/>
          <ac:picMkLst>
            <pc:docMk/>
            <pc:sldMk cId="2395113113" sldId="777"/>
            <ac:picMk id="9" creationId="{35723002-0165-59C3-BF25-2340B82EDA75}"/>
          </ac:picMkLst>
        </pc:picChg>
        <pc:picChg chg="mod">
          <ac:chgData name="Laurianne Estrada" userId="877d0e272dd2d022" providerId="LiveId" clId="{040CF046-855B-40D4-AA10-B18205945E28}" dt="2025-09-10T20:33:48.278" v="136" actId="1076"/>
          <ac:picMkLst>
            <pc:docMk/>
            <pc:sldMk cId="2395113113" sldId="777"/>
            <ac:picMk id="13" creationId="{EF701CBB-C6DA-40C5-41BF-0772FDA7EA91}"/>
          </ac:picMkLst>
        </pc:picChg>
      </pc:sldChg>
      <pc:sldChg chg="modSp mod">
        <pc:chgData name="Laurianne Estrada" userId="877d0e272dd2d022" providerId="LiveId" clId="{040CF046-855B-40D4-AA10-B18205945E28}" dt="2025-09-10T20:34:52.600" v="156" actId="1076"/>
        <pc:sldMkLst>
          <pc:docMk/>
          <pc:sldMk cId="1940985571" sldId="778"/>
        </pc:sldMkLst>
        <pc:spChg chg="mod">
          <ac:chgData name="Laurianne Estrada" userId="877d0e272dd2d022" providerId="LiveId" clId="{040CF046-855B-40D4-AA10-B18205945E28}" dt="2025-09-10T20:34:44.281" v="153" actId="1076"/>
          <ac:spMkLst>
            <pc:docMk/>
            <pc:sldMk cId="1940985571" sldId="778"/>
            <ac:spMk id="10" creationId="{C1BA17E6-205A-6E60-EFC6-9CF05AE1D15B}"/>
          </ac:spMkLst>
        </pc:spChg>
        <pc:picChg chg="mod">
          <ac:chgData name="Laurianne Estrada" userId="877d0e272dd2d022" providerId="LiveId" clId="{040CF046-855B-40D4-AA10-B18205945E28}" dt="2025-09-10T20:34:46.069" v="154" actId="1076"/>
          <ac:picMkLst>
            <pc:docMk/>
            <pc:sldMk cId="1940985571" sldId="778"/>
            <ac:picMk id="6" creationId="{322216F9-9D16-A812-C39F-3B691F2E25E0}"/>
          </ac:picMkLst>
        </pc:picChg>
        <pc:picChg chg="mod">
          <ac:chgData name="Laurianne Estrada" userId="877d0e272dd2d022" providerId="LiveId" clId="{040CF046-855B-40D4-AA10-B18205945E28}" dt="2025-09-10T20:34:52.600" v="156" actId="1076"/>
          <ac:picMkLst>
            <pc:docMk/>
            <pc:sldMk cId="1940985571" sldId="778"/>
            <ac:picMk id="11" creationId="{4E504645-9660-E362-F7FB-94A40C1C50BD}"/>
          </ac:picMkLst>
        </pc:picChg>
        <pc:picChg chg="mod">
          <ac:chgData name="Laurianne Estrada" userId="877d0e272dd2d022" providerId="LiveId" clId="{040CF046-855B-40D4-AA10-B18205945E28}" dt="2025-09-10T20:34:49.101" v="155" actId="1076"/>
          <ac:picMkLst>
            <pc:docMk/>
            <pc:sldMk cId="1940985571" sldId="778"/>
            <ac:picMk id="13" creationId="{678132FA-1167-72BA-55F4-49886AEDC358}"/>
          </ac:picMkLst>
        </pc:picChg>
      </pc:sldChg>
      <pc:sldChg chg="modSp mod">
        <pc:chgData name="Laurianne Estrada" userId="877d0e272dd2d022" providerId="LiveId" clId="{040CF046-855B-40D4-AA10-B18205945E28}" dt="2025-09-10T20:35:32.211" v="166" actId="1076"/>
        <pc:sldMkLst>
          <pc:docMk/>
          <pc:sldMk cId="998897538" sldId="779"/>
        </pc:sldMkLst>
        <pc:spChg chg="mod">
          <ac:chgData name="Laurianne Estrada" userId="877d0e272dd2d022" providerId="LiveId" clId="{040CF046-855B-40D4-AA10-B18205945E28}" dt="2025-09-10T20:35:30.120" v="165" actId="1076"/>
          <ac:spMkLst>
            <pc:docMk/>
            <pc:sldMk cId="998897538" sldId="779"/>
            <ac:spMk id="10" creationId="{3FACAB8B-13EF-54EE-DF7C-2B7D8E427D20}"/>
          </ac:spMkLst>
        </pc:spChg>
        <pc:picChg chg="mod">
          <ac:chgData name="Laurianne Estrada" userId="877d0e272dd2d022" providerId="LiveId" clId="{040CF046-855B-40D4-AA10-B18205945E28}" dt="2025-09-10T20:35:32.211" v="166" actId="1076"/>
          <ac:picMkLst>
            <pc:docMk/>
            <pc:sldMk cId="998897538" sldId="779"/>
            <ac:picMk id="6" creationId="{F8913FCC-F76D-B73F-9063-5933967C2517}"/>
          </ac:picMkLst>
        </pc:picChg>
        <pc:picChg chg="mod">
          <ac:chgData name="Laurianne Estrada" userId="877d0e272dd2d022" providerId="LiveId" clId="{040CF046-855B-40D4-AA10-B18205945E28}" dt="2025-09-10T20:35:17.685" v="160" actId="1076"/>
          <ac:picMkLst>
            <pc:docMk/>
            <pc:sldMk cId="998897538" sldId="779"/>
            <ac:picMk id="11" creationId="{5A2352E7-378D-7A5D-DADA-C3FB60DE9129}"/>
          </ac:picMkLst>
        </pc:picChg>
        <pc:picChg chg="mod">
          <ac:chgData name="Laurianne Estrada" userId="877d0e272dd2d022" providerId="LiveId" clId="{040CF046-855B-40D4-AA10-B18205945E28}" dt="2025-09-10T20:35:13.472" v="159" actId="1076"/>
          <ac:picMkLst>
            <pc:docMk/>
            <pc:sldMk cId="998897538" sldId="779"/>
            <ac:picMk id="13" creationId="{986934BC-8D65-19D6-06E9-3B0FFCED7063}"/>
          </ac:picMkLst>
        </pc:picChg>
      </pc:sldChg>
      <pc:sldChg chg="modSp mod">
        <pc:chgData name="Laurianne Estrada" userId="877d0e272dd2d022" providerId="LiveId" clId="{040CF046-855B-40D4-AA10-B18205945E28}" dt="2025-09-10T20:37:36.781" v="211" actId="1076"/>
        <pc:sldMkLst>
          <pc:docMk/>
          <pc:sldMk cId="1025095458" sldId="780"/>
        </pc:sldMkLst>
        <pc:spChg chg="mod">
          <ac:chgData name="Laurianne Estrada" userId="877d0e272dd2d022" providerId="LiveId" clId="{040CF046-855B-40D4-AA10-B18205945E28}" dt="2025-09-10T20:37:33.959" v="210" actId="1076"/>
          <ac:spMkLst>
            <pc:docMk/>
            <pc:sldMk cId="1025095458" sldId="780"/>
            <ac:spMk id="14" creationId="{49D59DFA-9971-E85B-C201-B8F3647473E6}"/>
          </ac:spMkLst>
        </pc:spChg>
        <pc:picChg chg="mod">
          <ac:chgData name="Laurianne Estrada" userId="877d0e272dd2d022" providerId="LiveId" clId="{040CF046-855B-40D4-AA10-B18205945E28}" dt="2025-09-10T20:37:36.781" v="211" actId="1076"/>
          <ac:picMkLst>
            <pc:docMk/>
            <pc:sldMk cId="1025095458" sldId="780"/>
            <ac:picMk id="6" creationId="{77D1A0D7-6C7F-8DAA-D41B-AA76F7CE42B8}"/>
          </ac:picMkLst>
        </pc:picChg>
        <pc:picChg chg="mod">
          <ac:chgData name="Laurianne Estrada" userId="877d0e272dd2d022" providerId="LiveId" clId="{040CF046-855B-40D4-AA10-B18205945E28}" dt="2025-09-10T20:37:22.525" v="205" actId="1076"/>
          <ac:picMkLst>
            <pc:docMk/>
            <pc:sldMk cId="1025095458" sldId="780"/>
            <ac:picMk id="9" creationId="{60360FF2-1EEA-F2FC-BC56-92979BD1FC19}"/>
          </ac:picMkLst>
        </pc:picChg>
        <pc:picChg chg="mod">
          <ac:chgData name="Laurianne Estrada" userId="877d0e272dd2d022" providerId="LiveId" clId="{040CF046-855B-40D4-AA10-B18205945E28}" dt="2025-09-10T20:37:20.529" v="204" actId="1076"/>
          <ac:picMkLst>
            <pc:docMk/>
            <pc:sldMk cId="1025095458" sldId="780"/>
            <ac:picMk id="12" creationId="{D1B7A2B5-0840-C870-41D5-9992A4B0FD72}"/>
          </ac:picMkLst>
        </pc:picChg>
      </pc:sldChg>
      <pc:sldChg chg="modSp mod">
        <pc:chgData name="Laurianne Estrada" userId="877d0e272dd2d022" providerId="LiveId" clId="{040CF046-855B-40D4-AA10-B18205945E28}" dt="2025-09-10T20:33:14.235" v="126" actId="1076"/>
        <pc:sldMkLst>
          <pc:docMk/>
          <pc:sldMk cId="1925551288" sldId="781"/>
        </pc:sldMkLst>
        <pc:spChg chg="mod">
          <ac:chgData name="Laurianne Estrada" userId="877d0e272dd2d022" providerId="LiveId" clId="{040CF046-855B-40D4-AA10-B18205945E28}" dt="2025-09-10T20:32:51.153" v="118" actId="1076"/>
          <ac:spMkLst>
            <pc:docMk/>
            <pc:sldMk cId="1925551288" sldId="781"/>
            <ac:spMk id="3" creationId="{3D69074D-6B64-7B04-26D7-263FCDDEF603}"/>
          </ac:spMkLst>
        </pc:spChg>
        <pc:spChg chg="mod">
          <ac:chgData name="Laurianne Estrada" userId="877d0e272dd2d022" providerId="LiveId" clId="{040CF046-855B-40D4-AA10-B18205945E28}" dt="2025-09-10T20:33:04.857" v="123" actId="1076"/>
          <ac:spMkLst>
            <pc:docMk/>
            <pc:sldMk cId="1925551288" sldId="781"/>
            <ac:spMk id="10" creationId="{9B63F858-4840-CE7E-37C8-666452EF0AA8}"/>
          </ac:spMkLst>
        </pc:spChg>
        <pc:picChg chg="mod">
          <ac:chgData name="Laurianne Estrada" userId="877d0e272dd2d022" providerId="LiveId" clId="{040CF046-855B-40D4-AA10-B18205945E28}" dt="2025-09-10T20:33:08.057" v="124" actId="1076"/>
          <ac:picMkLst>
            <pc:docMk/>
            <pc:sldMk cId="1925551288" sldId="781"/>
            <ac:picMk id="6" creationId="{A6ECE744-7086-BE25-FF1D-79661EFB6297}"/>
          </ac:picMkLst>
        </pc:picChg>
        <pc:picChg chg="mod">
          <ac:chgData name="Laurianne Estrada" userId="877d0e272dd2d022" providerId="LiveId" clId="{040CF046-855B-40D4-AA10-B18205945E28}" dt="2025-09-10T20:33:14.235" v="126" actId="1076"/>
          <ac:picMkLst>
            <pc:docMk/>
            <pc:sldMk cId="1925551288" sldId="781"/>
            <ac:picMk id="11" creationId="{ECD61687-5645-24D2-5566-37844562A46E}"/>
          </ac:picMkLst>
        </pc:picChg>
        <pc:picChg chg="mod">
          <ac:chgData name="Laurianne Estrada" userId="877d0e272dd2d022" providerId="LiveId" clId="{040CF046-855B-40D4-AA10-B18205945E28}" dt="2025-09-10T20:33:10.646" v="125" actId="1076"/>
          <ac:picMkLst>
            <pc:docMk/>
            <pc:sldMk cId="1925551288" sldId="781"/>
            <ac:picMk id="13" creationId="{671A0524-41E0-DDC9-4FB1-A88B2FD0E262}"/>
          </ac:picMkLst>
        </pc:picChg>
      </pc:sldChg>
      <pc:sldChg chg="modSp mod">
        <pc:chgData name="Laurianne Estrada" userId="877d0e272dd2d022" providerId="LiveId" clId="{040CF046-855B-40D4-AA10-B18205945E28}" dt="2025-09-10T20:37:10" v="201" actId="1076"/>
        <pc:sldMkLst>
          <pc:docMk/>
          <pc:sldMk cId="2310615587" sldId="782"/>
        </pc:sldMkLst>
        <pc:spChg chg="mod">
          <ac:chgData name="Laurianne Estrada" userId="877d0e272dd2d022" providerId="LiveId" clId="{040CF046-855B-40D4-AA10-B18205945E28}" dt="2025-09-10T20:36:59.273" v="197" actId="1076"/>
          <ac:spMkLst>
            <pc:docMk/>
            <pc:sldMk cId="2310615587" sldId="782"/>
            <ac:spMk id="3" creationId="{45F26CB2-D3F3-6B21-5FA2-2914D2BB3D1D}"/>
          </ac:spMkLst>
        </pc:spChg>
        <pc:spChg chg="mod">
          <ac:chgData name="Laurianne Estrada" userId="877d0e272dd2d022" providerId="LiveId" clId="{040CF046-855B-40D4-AA10-B18205945E28}" dt="2025-09-10T20:37:02.817" v="198" actId="1076"/>
          <ac:spMkLst>
            <pc:docMk/>
            <pc:sldMk cId="2310615587" sldId="782"/>
            <ac:spMk id="6" creationId="{493CA46E-7CD7-1E44-F1D9-0C02DFA73350}"/>
          </ac:spMkLst>
        </pc:spChg>
        <pc:picChg chg="mod">
          <ac:chgData name="Laurianne Estrada" userId="877d0e272dd2d022" providerId="LiveId" clId="{040CF046-855B-40D4-AA10-B18205945E28}" dt="2025-09-10T20:37:04.989" v="199" actId="1076"/>
          <ac:picMkLst>
            <pc:docMk/>
            <pc:sldMk cId="2310615587" sldId="782"/>
            <ac:picMk id="8" creationId="{627B7036-5DFD-60E4-FA26-E232EAB4A898}"/>
          </ac:picMkLst>
        </pc:picChg>
        <pc:picChg chg="mod">
          <ac:chgData name="Laurianne Estrada" userId="877d0e272dd2d022" providerId="LiveId" clId="{040CF046-855B-40D4-AA10-B18205945E28}" dt="2025-09-10T20:37:10" v="201" actId="1076"/>
          <ac:picMkLst>
            <pc:docMk/>
            <pc:sldMk cId="2310615587" sldId="782"/>
            <ac:picMk id="9" creationId="{E84D1465-1595-C203-094E-4B4C58D064B2}"/>
          </ac:picMkLst>
        </pc:picChg>
        <pc:picChg chg="mod">
          <ac:chgData name="Laurianne Estrada" userId="877d0e272dd2d022" providerId="LiveId" clId="{040CF046-855B-40D4-AA10-B18205945E28}" dt="2025-09-10T20:37:07.775" v="200" actId="1076"/>
          <ac:picMkLst>
            <pc:docMk/>
            <pc:sldMk cId="2310615587" sldId="782"/>
            <ac:picMk id="12" creationId="{C2CA6E99-53A4-6E73-1126-886387DA736A}"/>
          </ac:picMkLst>
        </pc:picChg>
      </pc:sldChg>
      <pc:sldChg chg="del">
        <pc:chgData name="Laurianne Estrada" userId="877d0e272dd2d022" providerId="LiveId" clId="{040CF046-855B-40D4-AA10-B18205945E28}" dt="2025-09-10T20:24:55.977" v="12" actId="2696"/>
        <pc:sldMkLst>
          <pc:docMk/>
          <pc:sldMk cId="2038159940" sldId="783"/>
        </pc:sldMkLst>
      </pc:sldChg>
      <pc:sldChg chg="modSp mod">
        <pc:chgData name="Laurianne Estrada" userId="877d0e272dd2d022" providerId="LiveId" clId="{040CF046-855B-40D4-AA10-B18205945E28}" dt="2025-09-10T20:39:17.061" v="238" actId="1076"/>
        <pc:sldMkLst>
          <pc:docMk/>
          <pc:sldMk cId="2552188440" sldId="784"/>
        </pc:sldMkLst>
        <pc:spChg chg="mod">
          <ac:chgData name="Laurianne Estrada" userId="877d0e272dd2d022" providerId="LiveId" clId="{040CF046-855B-40D4-AA10-B18205945E28}" dt="2025-09-10T20:39:05.696" v="235" actId="1076"/>
          <ac:spMkLst>
            <pc:docMk/>
            <pc:sldMk cId="2552188440" sldId="784"/>
            <ac:spMk id="10" creationId="{EF9E5D4B-2475-97CF-C3F7-A738E94E2AAE}"/>
          </ac:spMkLst>
        </pc:spChg>
        <pc:picChg chg="mod">
          <ac:chgData name="Laurianne Estrada" userId="877d0e272dd2d022" providerId="LiveId" clId="{040CF046-855B-40D4-AA10-B18205945E28}" dt="2025-09-10T20:39:08.112" v="236" actId="1076"/>
          <ac:picMkLst>
            <pc:docMk/>
            <pc:sldMk cId="2552188440" sldId="784"/>
            <ac:picMk id="6" creationId="{B9B1690C-F72F-946F-883E-06BB58FD755B}"/>
          </ac:picMkLst>
        </pc:picChg>
        <pc:picChg chg="mod">
          <ac:chgData name="Laurianne Estrada" userId="877d0e272dd2d022" providerId="LiveId" clId="{040CF046-855B-40D4-AA10-B18205945E28}" dt="2025-09-10T20:39:17.061" v="238" actId="1076"/>
          <ac:picMkLst>
            <pc:docMk/>
            <pc:sldMk cId="2552188440" sldId="784"/>
            <ac:picMk id="11" creationId="{4F5DAE38-C2BB-B049-E040-294F7DA311B4}"/>
          </ac:picMkLst>
        </pc:picChg>
        <pc:picChg chg="mod">
          <ac:chgData name="Laurianne Estrada" userId="877d0e272dd2d022" providerId="LiveId" clId="{040CF046-855B-40D4-AA10-B18205945E28}" dt="2025-09-10T20:39:11.012" v="237" actId="1076"/>
          <ac:picMkLst>
            <pc:docMk/>
            <pc:sldMk cId="2552188440" sldId="784"/>
            <ac:picMk id="13" creationId="{5B511581-6812-CCC7-E7ED-E6BCF4AF8BC5}"/>
          </ac:picMkLst>
        </pc:picChg>
      </pc:sldChg>
      <pc:sldChg chg="modSp mod">
        <pc:chgData name="Laurianne Estrada" userId="877d0e272dd2d022" providerId="LiveId" clId="{040CF046-855B-40D4-AA10-B18205945E28}" dt="2025-09-10T20:38:12.413" v="220" actId="1076"/>
        <pc:sldMkLst>
          <pc:docMk/>
          <pc:sldMk cId="3576976566" sldId="785"/>
        </pc:sldMkLst>
        <pc:spChg chg="mod">
          <ac:chgData name="Laurianne Estrada" userId="877d0e272dd2d022" providerId="LiveId" clId="{040CF046-855B-40D4-AA10-B18205945E28}" dt="2025-09-10T20:37:56.827" v="217" actId="1076"/>
          <ac:spMkLst>
            <pc:docMk/>
            <pc:sldMk cId="3576976566" sldId="785"/>
            <ac:spMk id="10" creationId="{A5CEF2CF-7940-F4DF-788C-C81908217410}"/>
          </ac:spMkLst>
        </pc:spChg>
        <pc:picChg chg="mod">
          <ac:chgData name="Laurianne Estrada" userId="877d0e272dd2d022" providerId="LiveId" clId="{040CF046-855B-40D4-AA10-B18205945E28}" dt="2025-09-10T20:38:02.483" v="218" actId="1076"/>
          <ac:picMkLst>
            <pc:docMk/>
            <pc:sldMk cId="3576976566" sldId="785"/>
            <ac:picMk id="6" creationId="{7506DD0F-8A0B-2801-82C4-478B06CEF409}"/>
          </ac:picMkLst>
        </pc:picChg>
        <pc:picChg chg="mod">
          <ac:chgData name="Laurianne Estrada" userId="877d0e272dd2d022" providerId="LiveId" clId="{040CF046-855B-40D4-AA10-B18205945E28}" dt="2025-09-10T20:38:12.413" v="220" actId="1076"/>
          <ac:picMkLst>
            <pc:docMk/>
            <pc:sldMk cId="3576976566" sldId="785"/>
            <ac:picMk id="11" creationId="{1746A18E-5D0B-3AC7-0864-FDBB186C822D}"/>
          </ac:picMkLst>
        </pc:picChg>
        <pc:picChg chg="mod">
          <ac:chgData name="Laurianne Estrada" userId="877d0e272dd2d022" providerId="LiveId" clId="{040CF046-855B-40D4-AA10-B18205945E28}" dt="2025-09-10T20:38:08.268" v="219" actId="1076"/>
          <ac:picMkLst>
            <pc:docMk/>
            <pc:sldMk cId="3576976566" sldId="785"/>
            <ac:picMk id="13" creationId="{BE048B30-6771-8E9B-F02A-96D4F63D4037}"/>
          </ac:picMkLst>
        </pc:picChg>
      </pc:sldChg>
      <pc:sldChg chg="del">
        <pc:chgData name="Laurianne Estrada" userId="877d0e272dd2d022" providerId="LiveId" clId="{040CF046-855B-40D4-AA10-B18205945E28}" dt="2025-09-10T20:24:59.372" v="13" actId="2696"/>
        <pc:sldMkLst>
          <pc:docMk/>
          <pc:sldMk cId="1094125999" sldId="786"/>
        </pc:sldMkLst>
      </pc:sldChg>
      <pc:sldChg chg="modSp mod">
        <pc:chgData name="Laurianne Estrada" userId="877d0e272dd2d022" providerId="LiveId" clId="{040CF046-855B-40D4-AA10-B18205945E28}" dt="2025-09-10T20:39:46.135" v="247" actId="1076"/>
        <pc:sldMkLst>
          <pc:docMk/>
          <pc:sldMk cId="1553547573" sldId="787"/>
        </pc:sldMkLst>
        <pc:spChg chg="mod">
          <ac:chgData name="Laurianne Estrada" userId="877d0e272dd2d022" providerId="LiveId" clId="{040CF046-855B-40D4-AA10-B18205945E28}" dt="2025-09-10T20:39:38.851" v="244" actId="1076"/>
          <ac:spMkLst>
            <pc:docMk/>
            <pc:sldMk cId="1553547573" sldId="787"/>
            <ac:spMk id="10" creationId="{669F52FC-541F-D21D-3680-59C79A000176}"/>
          </ac:spMkLst>
        </pc:spChg>
        <pc:picChg chg="mod">
          <ac:chgData name="Laurianne Estrada" userId="877d0e272dd2d022" providerId="LiveId" clId="{040CF046-855B-40D4-AA10-B18205945E28}" dt="2025-09-10T20:39:40.403" v="245" actId="1076"/>
          <ac:picMkLst>
            <pc:docMk/>
            <pc:sldMk cId="1553547573" sldId="787"/>
            <ac:picMk id="6" creationId="{C3E10901-B180-0AE9-E313-32246EFA0F34}"/>
          </ac:picMkLst>
        </pc:picChg>
        <pc:picChg chg="mod">
          <ac:chgData name="Laurianne Estrada" userId="877d0e272dd2d022" providerId="LiveId" clId="{040CF046-855B-40D4-AA10-B18205945E28}" dt="2025-09-10T20:39:46.135" v="247" actId="1076"/>
          <ac:picMkLst>
            <pc:docMk/>
            <pc:sldMk cId="1553547573" sldId="787"/>
            <ac:picMk id="11" creationId="{A882B6C4-F165-8102-BE7E-1C2F20D0AC8F}"/>
          </ac:picMkLst>
        </pc:picChg>
        <pc:picChg chg="mod">
          <ac:chgData name="Laurianne Estrada" userId="877d0e272dd2d022" providerId="LiveId" clId="{040CF046-855B-40D4-AA10-B18205945E28}" dt="2025-09-10T20:39:42.709" v="246" actId="1076"/>
          <ac:picMkLst>
            <pc:docMk/>
            <pc:sldMk cId="1553547573" sldId="787"/>
            <ac:picMk id="13" creationId="{7FF7A297-E489-0F1D-CB97-F4EC85087975}"/>
          </ac:picMkLst>
        </pc:picChg>
      </pc:sldChg>
      <pc:sldChg chg="del">
        <pc:chgData name="Laurianne Estrada" userId="877d0e272dd2d022" providerId="LiveId" clId="{040CF046-855B-40D4-AA10-B18205945E28}" dt="2025-09-10T20:24:59.372" v="13" actId="2696"/>
        <pc:sldMkLst>
          <pc:docMk/>
          <pc:sldMk cId="1747140573" sldId="789"/>
        </pc:sldMkLst>
      </pc:sldChg>
      <pc:sldChg chg="del">
        <pc:chgData name="Laurianne Estrada" userId="877d0e272dd2d022" providerId="LiveId" clId="{040CF046-855B-40D4-AA10-B18205945E28}" dt="2025-09-10T20:23:47.312" v="3" actId="2696"/>
        <pc:sldMkLst>
          <pc:docMk/>
          <pc:sldMk cId="573651141" sldId="790"/>
        </pc:sldMkLst>
      </pc:sldChg>
      <pc:sldChg chg="del">
        <pc:chgData name="Laurianne Estrada" userId="877d0e272dd2d022" providerId="LiveId" clId="{040CF046-855B-40D4-AA10-B18205945E28}" dt="2025-09-10T20:23:55.694" v="5" actId="2696"/>
        <pc:sldMkLst>
          <pc:docMk/>
          <pc:sldMk cId="3718719549" sldId="791"/>
        </pc:sldMkLst>
      </pc:sldChg>
      <pc:sldChg chg="addSp modSp mod">
        <pc:chgData name="Laurianne Estrada" userId="877d0e272dd2d022" providerId="LiveId" clId="{040CF046-855B-40D4-AA10-B18205945E28}" dt="2025-09-10T20:30:03.379" v="67" actId="1076"/>
        <pc:sldMkLst>
          <pc:docMk/>
          <pc:sldMk cId="1749466171" sldId="792"/>
        </pc:sldMkLst>
        <pc:spChg chg="mod">
          <ac:chgData name="Laurianne Estrada" userId="877d0e272dd2d022" providerId="LiveId" clId="{040CF046-855B-40D4-AA10-B18205945E28}" dt="2025-09-10T20:25:59.165" v="32" actId="1076"/>
          <ac:spMkLst>
            <pc:docMk/>
            <pc:sldMk cId="1749466171" sldId="792"/>
            <ac:spMk id="3" creationId="{45F0EAA1-5374-83DB-B4AD-4DE23AFBD26B}"/>
          </ac:spMkLst>
        </pc:spChg>
        <pc:spChg chg="mod">
          <ac:chgData name="Laurianne Estrada" userId="877d0e272dd2d022" providerId="LiveId" clId="{040CF046-855B-40D4-AA10-B18205945E28}" dt="2025-09-10T20:26:13.031" v="37" actId="1076"/>
          <ac:spMkLst>
            <pc:docMk/>
            <pc:sldMk cId="1749466171" sldId="792"/>
            <ac:spMk id="10" creationId="{92D2F77F-474B-487D-B845-0178434B5D82}"/>
          </ac:spMkLst>
        </pc:spChg>
        <pc:picChg chg="mod">
          <ac:chgData name="Laurianne Estrada" userId="877d0e272dd2d022" providerId="LiveId" clId="{040CF046-855B-40D4-AA10-B18205945E28}" dt="2025-09-10T20:26:14.823" v="38" actId="1076"/>
          <ac:picMkLst>
            <pc:docMk/>
            <pc:sldMk cId="1749466171" sldId="792"/>
            <ac:picMk id="6" creationId="{AE85C712-2850-CBFA-B740-04DE1EE2E46B}"/>
          </ac:picMkLst>
        </pc:picChg>
        <pc:picChg chg="add mod">
          <ac:chgData name="Laurianne Estrada" userId="877d0e272dd2d022" providerId="LiveId" clId="{040CF046-855B-40D4-AA10-B18205945E28}" dt="2025-09-10T20:30:03.379" v="67" actId="1076"/>
          <ac:picMkLst>
            <pc:docMk/>
            <pc:sldMk cId="1749466171" sldId="792"/>
            <ac:picMk id="8" creationId="{4E3C48F4-2AF2-BECB-16C4-A8E22DC144AC}"/>
          </ac:picMkLst>
        </pc:picChg>
        <pc:picChg chg="mod">
          <ac:chgData name="Laurianne Estrada" userId="877d0e272dd2d022" providerId="LiveId" clId="{040CF046-855B-40D4-AA10-B18205945E28}" dt="2025-09-10T20:25:57.466" v="30" actId="1076"/>
          <ac:picMkLst>
            <pc:docMk/>
            <pc:sldMk cId="1749466171" sldId="792"/>
            <ac:picMk id="11" creationId="{9D26C76C-A43B-EB1E-4239-F81660947C37}"/>
          </ac:picMkLst>
        </pc:picChg>
        <pc:picChg chg="mod">
          <ac:chgData name="Laurianne Estrada" userId="877d0e272dd2d022" providerId="LiveId" clId="{040CF046-855B-40D4-AA10-B18205945E28}" dt="2025-09-10T20:25:54.515" v="29" actId="1076"/>
          <ac:picMkLst>
            <pc:docMk/>
            <pc:sldMk cId="1749466171" sldId="792"/>
            <ac:picMk id="13" creationId="{DDC30BD6-FAFD-A46C-7303-21940690057E}"/>
          </ac:picMkLst>
        </pc:picChg>
      </pc:sldChg>
      <pc:sldChg chg="del">
        <pc:chgData name="Laurianne Estrada" userId="877d0e272dd2d022" providerId="LiveId" clId="{040CF046-855B-40D4-AA10-B18205945E28}" dt="2025-09-10T20:24:30.547" v="9" actId="2696"/>
        <pc:sldMkLst>
          <pc:docMk/>
          <pc:sldMk cId="446650543" sldId="793"/>
        </pc:sldMkLst>
      </pc:sldChg>
      <pc:sldChg chg="del">
        <pc:chgData name="Laurianne Estrada" userId="877d0e272dd2d022" providerId="LiveId" clId="{040CF046-855B-40D4-AA10-B18205945E28}" dt="2025-09-10T20:24:23.232" v="8" actId="2696"/>
        <pc:sldMkLst>
          <pc:docMk/>
          <pc:sldMk cId="2101297977" sldId="794"/>
        </pc:sldMkLst>
      </pc:sldChg>
      <pc:sldChg chg="del">
        <pc:chgData name="Laurianne Estrada" userId="877d0e272dd2d022" providerId="LiveId" clId="{040CF046-855B-40D4-AA10-B18205945E28}" dt="2025-09-10T20:24:00.809" v="6" actId="2696"/>
        <pc:sldMkLst>
          <pc:docMk/>
          <pc:sldMk cId="717405659" sldId="795"/>
        </pc:sldMkLst>
      </pc:sldChg>
      <pc:sldChg chg="del">
        <pc:chgData name="Laurianne Estrada" userId="877d0e272dd2d022" providerId="LiveId" clId="{040CF046-855B-40D4-AA10-B18205945E28}" dt="2025-09-10T20:24:43.509" v="10" actId="2696"/>
        <pc:sldMkLst>
          <pc:docMk/>
          <pc:sldMk cId="1714346631" sldId="796"/>
        </pc:sldMkLst>
      </pc:sldChg>
      <pc:sldChg chg="modSp mod">
        <pc:chgData name="Laurianne Estrada" userId="877d0e272dd2d022" providerId="LiveId" clId="{040CF046-855B-40D4-AA10-B18205945E28}" dt="2025-09-10T20:40:10.179" v="256" actId="1076"/>
        <pc:sldMkLst>
          <pc:docMk/>
          <pc:sldMk cId="3890730616" sldId="797"/>
        </pc:sldMkLst>
        <pc:spChg chg="mod">
          <ac:chgData name="Laurianne Estrada" userId="877d0e272dd2d022" providerId="LiveId" clId="{040CF046-855B-40D4-AA10-B18205945E28}" dt="2025-09-10T20:40:01.677" v="253" actId="1076"/>
          <ac:spMkLst>
            <pc:docMk/>
            <pc:sldMk cId="3890730616" sldId="797"/>
            <ac:spMk id="12" creationId="{DE382F82-86E5-13C4-10EB-A29ADBBD3B54}"/>
          </ac:spMkLst>
        </pc:spChg>
        <pc:picChg chg="mod">
          <ac:chgData name="Laurianne Estrada" userId="877d0e272dd2d022" providerId="LiveId" clId="{040CF046-855B-40D4-AA10-B18205945E28}" dt="2025-09-10T20:40:03.807" v="254" actId="1076"/>
          <ac:picMkLst>
            <pc:docMk/>
            <pc:sldMk cId="3890730616" sldId="797"/>
            <ac:picMk id="6" creationId="{BFFC9B02-4190-3455-02E2-50FDFAA77F0B}"/>
          </ac:picMkLst>
        </pc:picChg>
        <pc:picChg chg="mod">
          <ac:chgData name="Laurianne Estrada" userId="877d0e272dd2d022" providerId="LiveId" clId="{040CF046-855B-40D4-AA10-B18205945E28}" dt="2025-09-10T20:40:10.179" v="256" actId="1076"/>
          <ac:picMkLst>
            <pc:docMk/>
            <pc:sldMk cId="3890730616" sldId="797"/>
            <ac:picMk id="9" creationId="{AB32745F-E235-D05E-07D1-82BCD24DABF6}"/>
          </ac:picMkLst>
        </pc:picChg>
        <pc:picChg chg="mod">
          <ac:chgData name="Laurianne Estrada" userId="877d0e272dd2d022" providerId="LiveId" clId="{040CF046-855B-40D4-AA10-B18205945E28}" dt="2025-09-10T20:40:05.985" v="255" actId="1076"/>
          <ac:picMkLst>
            <pc:docMk/>
            <pc:sldMk cId="3890730616" sldId="797"/>
            <ac:picMk id="13" creationId="{AED7F912-12CD-760C-449E-5C97EA40F992}"/>
          </ac:picMkLst>
        </pc:picChg>
      </pc:sldChg>
      <pc:sldChg chg="addSp modSp mod">
        <pc:chgData name="Laurianne Estrada" userId="877d0e272dd2d022" providerId="LiveId" clId="{040CF046-855B-40D4-AA10-B18205945E28}" dt="2025-09-10T20:34:11.867" v="147" actId="171"/>
        <pc:sldMkLst>
          <pc:docMk/>
          <pc:sldMk cId="2687614788" sldId="798"/>
        </pc:sldMkLst>
        <pc:spChg chg="add mod ord">
          <ac:chgData name="Laurianne Estrada" userId="877d0e272dd2d022" providerId="LiveId" clId="{040CF046-855B-40D4-AA10-B18205945E28}" dt="2025-09-10T20:34:11.867" v="147" actId="171"/>
          <ac:spMkLst>
            <pc:docMk/>
            <pc:sldMk cId="2687614788" sldId="798"/>
            <ac:spMk id="8" creationId="{5930CF38-42BF-A44E-E944-45F787D75F0D}"/>
          </ac:spMkLst>
        </pc:spChg>
        <pc:spChg chg="add mod">
          <ac:chgData name="Laurianne Estrada" userId="877d0e272dd2d022" providerId="LiveId" clId="{040CF046-855B-40D4-AA10-B18205945E28}" dt="2025-09-10T20:34:03.073" v="138"/>
          <ac:spMkLst>
            <pc:docMk/>
            <pc:sldMk cId="2687614788" sldId="798"/>
            <ac:spMk id="9" creationId="{B3092AD5-F64D-E71D-2B07-D4529329254D}"/>
          </ac:spMkLst>
        </pc:spChg>
        <pc:spChg chg="mod">
          <ac:chgData name="Laurianne Estrada" userId="877d0e272dd2d022" providerId="LiveId" clId="{040CF046-855B-40D4-AA10-B18205945E28}" dt="2025-09-10T20:25:38.197" v="25" actId="1076"/>
          <ac:spMkLst>
            <pc:docMk/>
            <pc:sldMk cId="2687614788" sldId="798"/>
            <ac:spMk id="11" creationId="{739806A4-42B9-CA6A-A504-3C0F472FF87F}"/>
          </ac:spMkLst>
        </pc:spChg>
        <pc:picChg chg="mod">
          <ac:chgData name="Laurianne Estrada" userId="877d0e272dd2d022" providerId="LiveId" clId="{040CF046-855B-40D4-AA10-B18205945E28}" dt="2025-09-10T20:25:40.982" v="26" actId="1076"/>
          <ac:picMkLst>
            <pc:docMk/>
            <pc:sldMk cId="2687614788" sldId="798"/>
            <ac:picMk id="2" creationId="{51F93DBA-516D-2A61-FA1E-C53F40B0CFD6}"/>
          </ac:picMkLst>
        </pc:picChg>
        <pc:picChg chg="add mod">
          <ac:chgData name="Laurianne Estrada" userId="877d0e272dd2d022" providerId="LiveId" clId="{040CF046-855B-40D4-AA10-B18205945E28}" dt="2025-09-10T20:30:01.232" v="66" actId="1076"/>
          <ac:picMkLst>
            <pc:docMk/>
            <pc:sldMk cId="2687614788" sldId="798"/>
            <ac:picMk id="6" creationId="{AFA2448B-391F-EC57-7279-9BE29BDE4B9A}"/>
          </ac:picMkLst>
        </pc:picChg>
        <pc:picChg chg="mod">
          <ac:chgData name="Laurianne Estrada" userId="877d0e272dd2d022" providerId="LiveId" clId="{040CF046-855B-40D4-AA10-B18205945E28}" dt="2025-09-10T20:25:20.395" v="17" actId="1076"/>
          <ac:picMkLst>
            <pc:docMk/>
            <pc:sldMk cId="2687614788" sldId="798"/>
            <ac:picMk id="7" creationId="{CE0981A3-7FD7-3685-9D85-AD48C1E5F593}"/>
          </ac:picMkLst>
        </pc:picChg>
        <pc:picChg chg="mod">
          <ac:chgData name="Laurianne Estrada" userId="877d0e272dd2d022" providerId="LiveId" clId="{040CF046-855B-40D4-AA10-B18205945E28}" dt="2025-09-10T20:25:10.577" v="15" actId="1076"/>
          <ac:picMkLst>
            <pc:docMk/>
            <pc:sldMk cId="2687614788" sldId="798"/>
            <ac:picMk id="10" creationId="{15310BC8-F2E8-6879-54FE-2031B53239BB}"/>
          </ac:picMkLst>
        </pc:picChg>
      </pc:sldChg>
      <pc:sldChg chg="del">
        <pc:chgData name="Laurianne Estrada" userId="877d0e272dd2d022" providerId="LiveId" clId="{040CF046-855B-40D4-AA10-B18205945E28}" dt="2025-09-10T20:24:13.249" v="7" actId="2696"/>
        <pc:sldMkLst>
          <pc:docMk/>
          <pc:sldMk cId="2884958175" sldId="799"/>
        </pc:sldMkLst>
      </pc:sldChg>
      <pc:sldChg chg="del">
        <pc:chgData name="Laurianne Estrada" userId="877d0e272dd2d022" providerId="LiveId" clId="{040CF046-855B-40D4-AA10-B18205945E28}" dt="2025-09-10T20:24:13.249" v="7" actId="2696"/>
        <pc:sldMkLst>
          <pc:docMk/>
          <pc:sldMk cId="4192578195" sldId="800"/>
        </pc:sldMkLst>
      </pc:sldChg>
      <pc:sldChg chg="del">
        <pc:chgData name="Laurianne Estrada" userId="877d0e272dd2d022" providerId="LiveId" clId="{040CF046-855B-40D4-AA10-B18205945E28}" dt="2025-09-10T20:24:52.205" v="11" actId="2696"/>
        <pc:sldMkLst>
          <pc:docMk/>
          <pc:sldMk cId="4040968902" sldId="801"/>
        </pc:sldMkLst>
      </pc:sldChg>
      <pc:sldChg chg="modSp mod">
        <pc:chgData name="Laurianne Estrada" userId="877d0e272dd2d022" providerId="LiveId" clId="{040CF046-855B-40D4-AA10-B18205945E28}" dt="2025-09-10T20:36:34.169" v="189" actId="1076"/>
        <pc:sldMkLst>
          <pc:docMk/>
          <pc:sldMk cId="1886842686" sldId="802"/>
        </pc:sldMkLst>
        <pc:spChg chg="mod">
          <ac:chgData name="Laurianne Estrada" userId="877d0e272dd2d022" providerId="LiveId" clId="{040CF046-855B-40D4-AA10-B18205945E28}" dt="2025-09-10T20:36:31.991" v="188" actId="1076"/>
          <ac:spMkLst>
            <pc:docMk/>
            <pc:sldMk cId="1886842686" sldId="802"/>
            <ac:spMk id="10" creationId="{F0ADD7A0-4D88-956F-BDBC-A3430572B735}"/>
          </ac:spMkLst>
        </pc:spChg>
        <pc:picChg chg="mod">
          <ac:chgData name="Laurianne Estrada" userId="877d0e272dd2d022" providerId="LiveId" clId="{040CF046-855B-40D4-AA10-B18205945E28}" dt="2025-09-10T20:36:14.743" v="182" actId="1076"/>
          <ac:picMkLst>
            <pc:docMk/>
            <pc:sldMk cId="1886842686" sldId="802"/>
            <ac:picMk id="6" creationId="{13A7C985-0A95-98DA-A76A-31288F9AC5E1}"/>
          </ac:picMkLst>
        </pc:picChg>
        <pc:picChg chg="mod">
          <ac:chgData name="Laurianne Estrada" userId="877d0e272dd2d022" providerId="LiveId" clId="{040CF046-855B-40D4-AA10-B18205945E28}" dt="2025-09-10T20:36:17.901" v="183" actId="1076"/>
          <ac:picMkLst>
            <pc:docMk/>
            <pc:sldMk cId="1886842686" sldId="802"/>
            <ac:picMk id="9" creationId="{9743F5D2-1295-7F6F-D041-76F7B2DE3534}"/>
          </ac:picMkLst>
        </pc:picChg>
        <pc:picChg chg="mod">
          <ac:chgData name="Laurianne Estrada" userId="877d0e272dd2d022" providerId="LiveId" clId="{040CF046-855B-40D4-AA10-B18205945E28}" dt="2025-09-10T20:36:34.169" v="189" actId="1076"/>
          <ac:picMkLst>
            <pc:docMk/>
            <pc:sldMk cId="1886842686" sldId="802"/>
            <ac:picMk id="12" creationId="{D30D8112-2F86-CF0F-B8DF-288772723778}"/>
          </ac:picMkLst>
        </pc:picChg>
      </pc:sldChg>
      <pc:sldChg chg="modSp mod">
        <pc:chgData name="Laurianne Estrada" userId="877d0e272dd2d022" providerId="LiveId" clId="{040CF046-855B-40D4-AA10-B18205945E28}" dt="2025-09-10T20:38:42.059" v="229" actId="1076"/>
        <pc:sldMkLst>
          <pc:docMk/>
          <pc:sldMk cId="4083858746" sldId="803"/>
        </pc:sldMkLst>
        <pc:spChg chg="mod">
          <ac:chgData name="Laurianne Estrada" userId="877d0e272dd2d022" providerId="LiveId" clId="{040CF046-855B-40D4-AA10-B18205945E28}" dt="2025-09-10T20:38:32.349" v="226" actId="1076"/>
          <ac:spMkLst>
            <pc:docMk/>
            <pc:sldMk cId="4083858746" sldId="803"/>
            <ac:spMk id="6" creationId="{CE60C1BA-F537-51C2-6DF3-4CC909388115}"/>
          </ac:spMkLst>
        </pc:spChg>
        <pc:picChg chg="mod">
          <ac:chgData name="Laurianne Estrada" userId="877d0e272dd2d022" providerId="LiveId" clId="{040CF046-855B-40D4-AA10-B18205945E28}" dt="2025-09-10T20:38:42.059" v="229" actId="1076"/>
          <ac:picMkLst>
            <pc:docMk/>
            <pc:sldMk cId="4083858746" sldId="803"/>
            <ac:picMk id="8" creationId="{CBE8A5EB-ED65-8205-89CB-98774548B909}"/>
          </ac:picMkLst>
        </pc:picChg>
        <pc:picChg chg="mod">
          <ac:chgData name="Laurianne Estrada" userId="877d0e272dd2d022" providerId="LiveId" clId="{040CF046-855B-40D4-AA10-B18205945E28}" dt="2025-09-10T20:38:36.575" v="228" actId="1076"/>
          <ac:picMkLst>
            <pc:docMk/>
            <pc:sldMk cId="4083858746" sldId="803"/>
            <ac:picMk id="10" creationId="{49D40CA6-F38E-DD87-94F4-A348E2C79C7B}"/>
          </ac:picMkLst>
        </pc:picChg>
        <pc:picChg chg="mod">
          <ac:chgData name="Laurianne Estrada" userId="877d0e272dd2d022" providerId="LiveId" clId="{040CF046-855B-40D4-AA10-B18205945E28}" dt="2025-09-10T20:38:33.903" v="227" actId="1076"/>
          <ac:picMkLst>
            <pc:docMk/>
            <pc:sldMk cId="4083858746" sldId="803"/>
            <ac:picMk id="11" creationId="{5C7E23E8-C10B-FB51-7E55-14AAB2CD2228}"/>
          </ac:picMkLst>
        </pc:picChg>
      </pc:sldChg>
      <pc:sldChg chg="ord">
        <pc:chgData name="Laurianne Estrada" userId="877d0e272dd2d022" providerId="LiveId" clId="{040CF046-855B-40D4-AA10-B18205945E28}" dt="2025-09-10T20:23:43.092" v="2"/>
        <pc:sldMkLst>
          <pc:docMk/>
          <pc:sldMk cId="1600049972" sldId="804"/>
        </pc:sldMkLst>
      </pc:sldChg>
      <pc:sldChg chg="modSp mod">
        <pc:chgData name="Laurianne Estrada" userId="877d0e272dd2d022" providerId="LiveId" clId="{040CF046-855B-40D4-AA10-B18205945E28}" dt="2025-09-10T20:36:03.092" v="179" actId="1076"/>
        <pc:sldMkLst>
          <pc:docMk/>
          <pc:sldMk cId="909882226" sldId="805"/>
        </pc:sldMkLst>
        <pc:spChg chg="mod">
          <ac:chgData name="Laurianne Estrada" userId="877d0e272dd2d022" providerId="LiveId" clId="{040CF046-855B-40D4-AA10-B18205945E28}" dt="2025-09-10T20:35:50.821" v="171" actId="1076"/>
          <ac:spMkLst>
            <pc:docMk/>
            <pc:sldMk cId="909882226" sldId="805"/>
            <ac:spMk id="10" creationId="{A95344EF-5BC8-9D42-60E2-9D81F3B427FC}"/>
          </ac:spMkLst>
        </pc:spChg>
        <pc:picChg chg="mod">
          <ac:chgData name="Laurianne Estrada" userId="877d0e272dd2d022" providerId="LiveId" clId="{040CF046-855B-40D4-AA10-B18205945E28}" dt="2025-09-10T20:36:03.092" v="179" actId="1076"/>
          <ac:picMkLst>
            <pc:docMk/>
            <pc:sldMk cId="909882226" sldId="805"/>
            <ac:picMk id="6" creationId="{4D01B1A1-B4D4-E5F2-469F-3FB9D650D65A}"/>
          </ac:picMkLst>
        </pc:picChg>
        <pc:picChg chg="mod">
          <ac:chgData name="Laurianne Estrada" userId="877d0e272dd2d022" providerId="LiveId" clId="{040CF046-855B-40D4-AA10-B18205945E28}" dt="2025-09-10T20:35:59.366" v="178" actId="1037"/>
          <ac:picMkLst>
            <pc:docMk/>
            <pc:sldMk cId="909882226" sldId="805"/>
            <ac:picMk id="9" creationId="{812393D8-DEC6-31CC-E8A0-C1D2342E16FD}"/>
          </ac:picMkLst>
        </pc:picChg>
        <pc:picChg chg="mod">
          <ac:chgData name="Laurianne Estrada" userId="877d0e272dd2d022" providerId="LiveId" clId="{040CF046-855B-40D4-AA10-B18205945E28}" dt="2025-09-10T20:35:53.411" v="172" actId="1076"/>
          <ac:picMkLst>
            <pc:docMk/>
            <pc:sldMk cId="909882226" sldId="805"/>
            <ac:picMk id="11" creationId="{583046DD-2F03-6238-11E0-87721383878A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ABB419B-A20D-42AA-8D7F-5642F6706A43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317C7DD-FA44-4AAC-AD64-73983556F2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02410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17C7DD-FA44-4AAC-AD64-73983556F2EF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209001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FE975D-E3F0-EF98-E863-DC00989892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41A9769-19B5-7DBE-DD1F-12D3323296B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D24CD20-24FF-4029-2CA1-0B9E2BAC082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dirty="0">
              <a:latin typeface="Cambria Math" panose="02040503050406030204" pitchFamily="18" charset="0"/>
              <a:cs typeface="Arial" panose="020B060402020202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F5BE25A-E526-FB98-0B2B-8810BE4563E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17C7DD-FA44-4AAC-AD64-73983556F2EF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391662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CFF118-4749-F2A7-D90A-7E75978C45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CB0B041-9D6B-EAE8-5BAB-234ED31F9C5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6784487-B5E5-1888-B32A-EED67FDDC29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dirty="0">
              <a:latin typeface="Cambria Math" panose="02040503050406030204" pitchFamily="18" charset="0"/>
              <a:cs typeface="Arial" panose="020B060402020202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CE69CA-65BC-D58A-DA3C-A74499F1C60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17C7DD-FA44-4AAC-AD64-73983556F2EF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696497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CA5B00-4F2A-55A1-B17D-C6F365BD55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570A397-F7EA-6B96-D467-91B1C25ACA5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D5FF943-35E3-2A80-C68C-6A36976C705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dirty="0">
              <a:latin typeface="Cambria Math" panose="02040503050406030204" pitchFamily="18" charset="0"/>
              <a:cs typeface="Arial" panose="020B060402020202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B4A95EF-FF19-2ED5-5A0D-2B2870631F9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17C7DD-FA44-4AAC-AD64-73983556F2EF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912873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E814DA-5F98-CB76-5F2A-45D01878B3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EC4FB39-BBD1-DF46-70D5-4E6960FB7E4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45E7A3D-76DA-278F-0CF3-95612FDCB93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dirty="0">
              <a:latin typeface="Cambria Math" panose="02040503050406030204" pitchFamily="18" charset="0"/>
              <a:cs typeface="Arial" panose="020B060402020202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96FC29-4C85-76A4-AE8C-646371FF5ED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17C7DD-FA44-4AAC-AD64-73983556F2EF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942566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356B0A-E9F0-E264-5D91-E777ECB34C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6EF35E4-8224-CE4B-4686-FAEB6FBB7D7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E34842F-5062-975F-DAD0-3DED8909D6C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dirty="0">
              <a:latin typeface="Cambria Math" panose="02040503050406030204" pitchFamily="18" charset="0"/>
              <a:cs typeface="Arial" panose="020B060402020202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0D95E3C-CDCE-0C59-2E16-A34A3A6FD27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17C7DD-FA44-4AAC-AD64-73983556F2EF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219159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BE5E66-1360-E12A-3075-C84535347A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3336655-67C6-7C0A-E5F0-AF9A863223C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5C35548-E241-89B4-5BA9-24D319D7AEE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dirty="0">
              <a:latin typeface="Cambria Math" panose="02040503050406030204" pitchFamily="18" charset="0"/>
              <a:cs typeface="Arial" panose="020B060402020202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663FED0-0555-F9FF-0E8A-F1546A9B84F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17C7DD-FA44-4AAC-AD64-73983556F2EF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021594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72E800-03CF-F464-A6A5-B3AB946E4D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40B141D-7FC4-AB3B-34CB-0B0539F5DBD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1B2AF89-FD97-9F7A-DD00-95148645DBD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dirty="0">
              <a:latin typeface="Cambria Math" panose="02040503050406030204" pitchFamily="18" charset="0"/>
              <a:cs typeface="Arial" panose="020B060402020202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60D45B-1A5A-454D-B06D-22DD2BF727C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17C7DD-FA44-4AAC-AD64-73983556F2EF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968541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42705E-84B2-F6B7-E830-613280AC1E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331ACA3-5DB1-0372-F59F-6AF5CED9841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40985C2-D05E-29CF-153D-6DBF2413648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dirty="0">
              <a:latin typeface="Cambria Math" panose="02040503050406030204" pitchFamily="18" charset="0"/>
              <a:cs typeface="Arial" panose="020B060402020202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14F9E0A-9C29-48FA-4D5D-C03000F7476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17C7DD-FA44-4AAC-AD64-73983556F2EF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490753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06C94E-FB78-F2E9-F73B-F27BA0EE1A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0426176-8D07-5F2D-6421-BE3D470DA0D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CA7C65C-FB1D-2E58-84EC-BC8448D15FB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dirty="0">
              <a:latin typeface="Cambria Math" panose="02040503050406030204" pitchFamily="18" charset="0"/>
              <a:cs typeface="Arial" panose="020B060402020202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315F113-073D-5331-C6AD-5141D28AB0B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17C7DD-FA44-4AAC-AD64-73983556F2EF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640887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50431F-06CF-A825-822D-538DCD9E6C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3BBECD9-DB4E-F6C1-EA85-DC80E736EA5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EADEA09-EFD3-10D5-45B9-92480C5FFDC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dirty="0">
              <a:latin typeface="Cambria Math" panose="02040503050406030204" pitchFamily="18" charset="0"/>
              <a:cs typeface="Arial" panose="020B060402020202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6094B49-B483-6188-C766-B2235077103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17C7DD-FA44-4AAC-AD64-73983556F2EF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955055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3DB537-C904-3456-D7CB-68B98CBA5C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2B4C264-3D2A-0907-353B-ADE79F2FB19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16D8B61-4F40-5E98-D7FD-4A1E1122E6C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dirty="0">
              <a:latin typeface="Cambria Math" panose="02040503050406030204" pitchFamily="18" charset="0"/>
              <a:cs typeface="Arial" panose="020B060402020202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B2BA6E-E12B-6F37-321D-FA7164A849D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17C7DD-FA44-4AAC-AD64-73983556F2EF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864169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47A99C-086B-91B6-1697-F62EACE56E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7666B28-B0BD-C83A-29D5-AC30E9B6C26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B539EC6-D985-B907-9575-44A993C6CCA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dirty="0">
              <a:latin typeface="Cambria Math" panose="02040503050406030204" pitchFamily="18" charset="0"/>
              <a:cs typeface="Arial" panose="020B060402020202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57E6DE-D964-6E19-BF48-502290D3D08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17C7DD-FA44-4AAC-AD64-73983556F2EF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242661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7D4062-2789-7E72-B17C-8107897B93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075936F-5B7F-E355-5AD5-441387AD9C6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8461200-0139-156F-58CB-1492EB2C5DF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dirty="0">
              <a:latin typeface="Cambria Math" panose="02040503050406030204" pitchFamily="18" charset="0"/>
              <a:cs typeface="Arial" panose="020B060402020202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F6BD6A2-8400-E1F4-D0ED-A99F7C1939A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17C7DD-FA44-4AAC-AD64-73983556F2EF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372789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661B73-5BC3-7183-B1B8-957C1E3F12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1C73ECC-B5E1-A4AB-4DC9-BA0F0256AD8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9539B46-26E8-02EB-659F-F6CECF7FF48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dirty="0">
              <a:latin typeface="Cambria Math" panose="02040503050406030204" pitchFamily="18" charset="0"/>
              <a:cs typeface="Arial" panose="020B060402020202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9AD07B7-4444-1B60-B77E-E9DA61A923A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17C7DD-FA44-4AAC-AD64-73983556F2EF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903565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D2089A-90C0-5D51-AD37-BA462882B5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8CE5A9F-5AC2-16D7-35F5-ABD3C687670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0E3F7E8-D9E9-577C-46AF-B5A8E9A9270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dirty="0">
              <a:latin typeface="Cambria Math" panose="02040503050406030204" pitchFamily="18" charset="0"/>
              <a:cs typeface="Arial" panose="020B060402020202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F0AF37-F3EB-34FD-02EB-18E3896C56E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17C7DD-FA44-4AAC-AD64-73983556F2EF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828627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A9BA3C-4A40-6F06-3314-ED5CF5EC5C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1A19A32-20BF-B205-AB70-DAF1C72E1E8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67C9CE8-37FB-569F-47F6-F683314A660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dirty="0">
              <a:latin typeface="Cambria Math" panose="02040503050406030204" pitchFamily="18" charset="0"/>
              <a:cs typeface="Arial" panose="020B060402020202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2B8B97-F836-93BE-14A2-D88CA99F062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17C7DD-FA44-4AAC-AD64-73983556F2EF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991133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4B3856-9DD8-E78C-8342-75D8233B7A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3667621-EE76-EE88-07CF-9D421F7A626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07B3996-CAB3-BDD7-D070-59AAD662215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dirty="0">
              <a:latin typeface="Cambria Math" panose="02040503050406030204" pitchFamily="18" charset="0"/>
              <a:cs typeface="Arial" panose="020B060402020202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CB5A166-21C2-CD79-C03F-FF13B55F948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17C7DD-FA44-4AAC-AD64-73983556F2EF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175487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4C915A-C2E2-214F-E4A9-D877289378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7DB1DA6-6145-6340-5468-2C5C47E33D7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9C4CF4D-F8D2-065C-AAD9-7BF2E1403DC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dirty="0">
              <a:latin typeface="Cambria Math" panose="02040503050406030204" pitchFamily="18" charset="0"/>
              <a:cs typeface="Arial" panose="020B060402020202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81D9B2-2380-4DCB-7454-4D60792D357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17C7DD-FA44-4AAC-AD64-73983556F2EF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546523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C291C3-60AE-F7E5-E9DF-F54BE0D53F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C202B31-8524-5121-F991-DA7114C09C3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2686BC3-4898-A886-4FEC-7EDCC29ABFB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dirty="0">
              <a:latin typeface="Cambria Math" panose="02040503050406030204" pitchFamily="18" charset="0"/>
              <a:cs typeface="Arial" panose="020B060402020202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7A053D-5A43-9C99-6968-C1C167596AD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17C7DD-FA44-4AAC-AD64-73983556F2EF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669230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2F221C-7D43-E71F-CAD7-B7D4011ED9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335B768-31E7-3058-7EF7-68AFE498B8E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DC40DB9-DD46-F2EB-72C4-6F639C98BF6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dirty="0">
              <a:latin typeface="Cambria Math" panose="02040503050406030204" pitchFamily="18" charset="0"/>
              <a:cs typeface="Arial" panose="020B060402020202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63AD117-6D61-4D04-92B7-D15DA27470B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17C7DD-FA44-4AAC-AD64-73983556F2EF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68170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F29F39-975A-A93A-F8D4-4631A280D6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F85A129-53B1-8573-5947-313AEA1A0D4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3075F22-188E-807D-B0D7-7B85804A9E1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dirty="0">
              <a:latin typeface="Cambria Math" panose="02040503050406030204" pitchFamily="18" charset="0"/>
              <a:cs typeface="Arial" panose="020B060402020202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C7B8B5-AE87-95BB-CB92-8B419D76CF7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17C7DD-FA44-4AAC-AD64-73983556F2EF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63987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A8B405-536C-463C-B330-FB9B091EA4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BD4FE08-CE3B-43AC-881D-7529D4B560C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13598C-097C-40EA-9A3D-FCB0CFA90A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A338F4-DD35-4498-B7BB-352DF508B298}" type="datetime1">
              <a:rPr lang="en-US" smtClean="0"/>
              <a:t>6/19/2026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BB069F-E937-4583-8169-A70F89CA07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Background | Research Objectives | Preliminary Results | Future Work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2826A5-054C-4F79-8BFC-5BFBC0D68B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89AA32-48A6-4E3B-907A-585A7BC180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26895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A1700C-72FD-48DA-B560-B3723819D5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D279FD-488D-4B07-A7EE-C8CFB8AAF5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C0AF8E-2C4A-409E-B1F3-453E5B9DEE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708AD7-9E2D-498D-A2F6-336374926C8D}" type="datetime1">
              <a:rPr lang="en-US" smtClean="0"/>
              <a:t>6/19/2026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F89C10-C02E-4B1F-B767-B2FEC057DA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Background | Research Objectives | Preliminary Results | Future Work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DD473B-A99A-41BD-9E27-67890561F7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89AA32-48A6-4E3B-907A-585A7BC180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48785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A4EDB6-7846-40D1-9908-AE142B2327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5B7804F-5D40-4DC3-B7A1-7BF693A6F1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4C547D-0CF5-48AA-9BAB-EDA8C0608F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839866-0A34-4501-A045-E8741A9799CF}" type="datetime1">
              <a:rPr lang="en-US" smtClean="0"/>
              <a:t>6/19/2026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23BA10-0A81-4E23-9B21-3BA856E7F0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Background | Research Objectives | Preliminary Results | Future Work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20AB30-1AE3-416C-913A-8ADABEFE16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89AA32-48A6-4E3B-907A-585A7BC180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7886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56551A-CCCC-4D7F-92BE-B64B320584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C7CBE7-A107-43A5-9FC6-F8BD2D1C8F6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DB1F6B0-EB61-4854-B01C-717B8E3ADFE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3CE46F-C997-45BB-84C4-ADE4F99AE5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BD55FB-9D8B-4F31-9C42-5D17D4A59442}" type="datetime1">
              <a:rPr lang="en-US" smtClean="0"/>
              <a:t>6/19/2026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011D414-8201-4C32-BEB1-7943238C14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Background | Research Objectives | Preliminary Results | Future Work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F2B6850-AAB2-43C1-8774-722A95370B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89AA32-48A6-4E3B-907A-585A7BC180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67363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9D5349-ED1F-413C-AFFB-E712763338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3480413-0B66-423E-9362-4868BE55CA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B42E36A-00A4-4F53-AA97-D813F10B509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2A55C15-8A19-4295-B8C4-F782F004EA1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7559757-B879-442D-9173-4DEF38F7B7F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82C15DA-44C8-4ED3-80FE-8FC2CAF8EF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1EE37B-8374-4EBD-8E99-D65A34C434E5}" type="datetime1">
              <a:rPr lang="en-US" smtClean="0"/>
              <a:t>6/19/2026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EE841B9-9240-4C9D-85FE-6335A7599D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Background | Research Objectives | Preliminary Results | Future Work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411053B-2981-457D-A031-BDC28B73F4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89AA32-48A6-4E3B-907A-585A7BC180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74147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F1D4FC-4810-43CA-A3E8-ECE1C67D3A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A8B4C82-7674-4375-AB8C-76BA08974A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8EA699-2B8A-416A-9BC0-A09D8459D01E}" type="datetime1">
              <a:rPr lang="en-US" smtClean="0"/>
              <a:t>6/19/2026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33AE238-9184-4F78-8C91-95C4EB392F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Background | Research Objectives | Preliminary Results | Future Work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D332382-B95E-4BC0-AE45-9360A91FC2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89AA32-48A6-4E3B-907A-585A7BC180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35394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A5607FF-ADA3-41DB-A6E3-1A832A4DFD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4762BE-D3A0-430E-B344-BF5ECB0D8697}" type="datetime1">
              <a:rPr lang="en-US" smtClean="0"/>
              <a:t>6/19/2026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DDDAE89-5659-4746-8638-4BAC289F9F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Background | Research Objectives | Preliminary Results | Future Work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F3878A-2624-490C-9280-C75B5870A8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89AA32-48A6-4E3B-907A-585A7BC180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88142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9B903E-84C9-4588-9A81-3D172D03C1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169F03-981B-4AF9-9317-A260E81DA6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D77DF7A-E298-4F86-9FB4-F7EB591B21C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5861EA5-C53E-4D1D-9DA6-6980C2C87C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93A361-81D5-4F8F-9205-3505AF9B6183}" type="datetime1">
              <a:rPr lang="en-US" smtClean="0"/>
              <a:t>6/19/2026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784D73E-4725-439B-81D9-6CC6D35F57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Background | Research Objectives | Preliminary Results | Future Work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9253C6C-198D-4D8A-BDFE-4ABE760427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89AA32-48A6-4E3B-907A-585A7BC180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95032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42864E-0BE5-4A67-AFEE-C7CBB4C102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FB15005-2D12-47F5-A223-B54CFD61EDF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35B8A30-37ED-4265-90FA-050BCF0B0B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52430DB-3B48-48B2-BB27-BA118F93CA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3778AC-498F-4EA6-B83A-E0329440060F}" type="datetime1">
              <a:rPr lang="en-US" smtClean="0"/>
              <a:t>6/19/2026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8D17D31-1E45-49A5-B67F-A49716BE2B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Background | Research Objectives | Preliminary Results | Future Work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FFF03FA-D66B-416A-B875-B118A44DC1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89AA32-48A6-4E3B-907A-585A7BC180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38232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5FE3B5-EBAB-41C8-95E5-42B502EFBB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B761160-4D0A-450A-AEAC-873B2538320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DC1F5F-3B4A-4E5A-95CE-F2593C676C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3E8221-79A7-4CE4-ADDD-425DA8282893}" type="datetime1">
              <a:rPr lang="en-US" smtClean="0"/>
              <a:t>6/19/2026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5F900B-8C90-4189-AD87-D568CFDE6E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Background | Research Objectives | Preliminary Results | Future Work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0E610F-7D80-449F-9593-68E38A86D8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89AA32-48A6-4E3B-907A-585A7BC180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0694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EABA965-3EB1-426A-ACD9-867C49744F7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2A579F2-D994-495B-9DF9-B3077185467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E13096-1CF1-4CC3-BE96-655DBB5DC8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D62B7C-5ED1-4C75-B407-BEDAA600FF9B}" type="datetime1">
              <a:rPr lang="en-US" smtClean="0"/>
              <a:t>6/19/2026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67A3E6-6FC7-4806-8EB1-581D8EA60C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Background | Research Objectives | Preliminary Results | Future Work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B73D38-77AD-4D0F-8BD8-1819086CA3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89AA32-48A6-4E3B-907A-585A7BC180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74743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C2DF924-4E5C-450E-ADF0-3669051BDD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CCB9E9-B4AE-494F-8748-C7E58EA28B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BA6BB-BC99-4875-A01C-3E62743D573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4E9D0E1-EB42-4819-B5CB-E90382D18A4F}" type="datetime1">
              <a:rPr lang="en-US" smtClean="0"/>
              <a:t>6/19/2026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5A307B-1EA0-4787-ADD1-80D44AF3121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Background | Research Objectives | Preliminary Results | Future Work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39D563-B43D-4183-B24F-0F7FDBAC23B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789AA32-48A6-4E3B-907A-585A7BC180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60692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5" r:id="rId1"/>
    <p:sldLayoutId id="2147483806" r:id="rId2"/>
    <p:sldLayoutId id="2147483807" r:id="rId3"/>
    <p:sldLayoutId id="2147483808" r:id="rId4"/>
    <p:sldLayoutId id="2147483809" r:id="rId5"/>
    <p:sldLayoutId id="2147483810" r:id="rId6"/>
    <p:sldLayoutId id="2147483811" r:id="rId7"/>
    <p:sldLayoutId id="2147483812" r:id="rId8"/>
    <p:sldLayoutId id="2147483813" r:id="rId9"/>
    <p:sldLayoutId id="2147483814" r:id="rId10"/>
    <p:sldLayoutId id="2147483815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12" Type="http://schemas.openxmlformats.org/officeDocument/2006/relationships/image" Target="../media/image1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11" Type="http://schemas.openxmlformats.org/officeDocument/2006/relationships/image" Target="../media/image14.png"/><Relationship Id="rId5" Type="http://schemas.openxmlformats.org/officeDocument/2006/relationships/image" Target="../media/image8.png"/><Relationship Id="rId10" Type="http://schemas.openxmlformats.org/officeDocument/2006/relationships/image" Target="../media/image13.png"/><Relationship Id="rId4" Type="http://schemas.openxmlformats.org/officeDocument/2006/relationships/image" Target="../media/image7.png"/><Relationship Id="rId9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jp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jp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jp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jp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jp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jp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ectangle 34">
            <a:extLst>
              <a:ext uri="{FF2B5EF4-FFF2-40B4-BE49-F238E27FC236}">
                <a16:creationId xmlns:a16="http://schemas.microsoft.com/office/drawing/2014/main" id="{B9B724F1-7F43-5DC3-2F87-41D267CF3E9F}"/>
              </a:ext>
            </a:extLst>
          </p:cNvPr>
          <p:cNvSpPr/>
          <p:nvPr/>
        </p:nvSpPr>
        <p:spPr>
          <a:xfrm>
            <a:off x="9996984" y="6356350"/>
            <a:ext cx="2195015" cy="428625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50000"/>
                </a:schemeClr>
              </a:gs>
              <a:gs pos="50000">
                <a:schemeClr val="tx2">
                  <a:lumMod val="60000"/>
                  <a:lumOff val="40000"/>
                  <a:tint val="44500"/>
                  <a:satMod val="160000"/>
                </a:schemeClr>
              </a:gs>
              <a:gs pos="100000">
                <a:schemeClr val="bg1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8AAD91F9-1AC7-9340-930B-C01B6F76E71A}"/>
              </a:ext>
            </a:extLst>
          </p:cNvPr>
          <p:cNvSpPr/>
          <p:nvPr/>
        </p:nvSpPr>
        <p:spPr>
          <a:xfrm>
            <a:off x="0" y="6685181"/>
            <a:ext cx="121920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7" name="Slide Number Placeholder 3">
            <a:extLst>
              <a:ext uri="{FF2B5EF4-FFF2-40B4-BE49-F238E27FC236}">
                <a16:creationId xmlns:a16="http://schemas.microsoft.com/office/drawing/2014/main" id="{3432EBA1-6D94-8FD1-B945-F05B3ADF7A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>
            <a:normAutofit/>
          </a:bodyPr>
          <a:lstStyle/>
          <a:p>
            <a:fld id="{B789AA32-48A6-4E3B-907A-585A7BC180FF}" type="slidenum">
              <a:rPr lang="en-US" sz="160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fld>
            <a:endParaRPr lang="en-US" sz="16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3BCC7A3-B685-7C94-4342-E5A2F044D901}"/>
              </a:ext>
            </a:extLst>
          </p:cNvPr>
          <p:cNvSpPr txBox="1"/>
          <p:nvPr/>
        </p:nvSpPr>
        <p:spPr>
          <a:xfrm>
            <a:off x="1255589" y="867450"/>
            <a:ext cx="9680822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High-throughput experiments elucidate the impact of multicomponent interactions on solute transport in complex feed streams</a:t>
            </a:r>
          </a:p>
        </p:txBody>
      </p:sp>
      <p:sp>
        <p:nvSpPr>
          <p:cNvPr id="180" name="Rectangle 179">
            <a:extLst>
              <a:ext uri="{FF2B5EF4-FFF2-40B4-BE49-F238E27FC236}">
                <a16:creationId xmlns:a16="http://schemas.microsoft.com/office/drawing/2014/main" id="{36810316-3F7C-6008-3659-2D662D36A0E6}"/>
              </a:ext>
            </a:extLst>
          </p:cNvPr>
          <p:cNvSpPr/>
          <p:nvPr/>
        </p:nvSpPr>
        <p:spPr>
          <a:xfrm>
            <a:off x="3805767" y="2928879"/>
            <a:ext cx="4580467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CF362E9-E12F-714B-C95F-33D43898C948}"/>
              </a:ext>
            </a:extLst>
          </p:cNvPr>
          <p:cNvSpPr txBox="1"/>
          <p:nvPr/>
        </p:nvSpPr>
        <p:spPr>
          <a:xfrm>
            <a:off x="1378814" y="3820726"/>
            <a:ext cx="943437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Laurianne Estrada, Jonathan A. Ouimet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, William Phillip</a:t>
            </a:r>
            <a:endParaRPr lang="en-US" sz="2400" b="0" i="0" dirty="0"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814711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9DD730-A9A5-B1EC-2E5E-65BD7EC959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DD9ED5C-018D-465A-E881-9DAF601562AF}"/>
              </a:ext>
            </a:extLst>
          </p:cNvPr>
          <p:cNvSpPr/>
          <p:nvPr/>
        </p:nvSpPr>
        <p:spPr>
          <a:xfrm>
            <a:off x="9996984" y="6356350"/>
            <a:ext cx="2195015" cy="428625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50000"/>
                </a:schemeClr>
              </a:gs>
              <a:gs pos="50000">
                <a:schemeClr val="tx2">
                  <a:lumMod val="60000"/>
                  <a:lumOff val="40000"/>
                  <a:tint val="44500"/>
                  <a:satMod val="160000"/>
                </a:schemeClr>
              </a:gs>
              <a:gs pos="100000">
                <a:schemeClr val="bg1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839AD8A-87CB-EC33-AC3C-B743D6548DF2}"/>
              </a:ext>
            </a:extLst>
          </p:cNvPr>
          <p:cNvSpPr/>
          <p:nvPr/>
        </p:nvSpPr>
        <p:spPr>
          <a:xfrm>
            <a:off x="0" y="6685181"/>
            <a:ext cx="121920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336CAC59-A7D4-CA38-97AA-60CD3AB4EA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>
            <a:normAutofit/>
          </a:bodyPr>
          <a:lstStyle/>
          <a:p>
            <a:fld id="{B789AA32-48A6-4E3B-907A-585A7BC180FF}" type="slidenum">
              <a:rPr lang="en-US" sz="160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fld>
            <a:endParaRPr lang="en-US" sz="16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704CA65-F082-058B-60B5-2845E429D54B}"/>
              </a:ext>
            </a:extLst>
          </p:cNvPr>
          <p:cNvSpPr txBox="1"/>
          <p:nvPr/>
        </p:nvSpPr>
        <p:spPr>
          <a:xfrm>
            <a:off x="0" y="3198167"/>
            <a:ext cx="1219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1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Single Salt Experiments</a:t>
            </a:r>
          </a:p>
        </p:txBody>
      </p:sp>
    </p:spTree>
    <p:extLst>
      <p:ext uri="{BB962C8B-B14F-4D97-AF65-F5344CB8AC3E}">
        <p14:creationId xmlns:p14="http://schemas.microsoft.com/office/powerpoint/2010/main" val="8267006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04D3CD-7BDB-0A6C-3F47-5C79385960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C1C43F8E-34FC-03C9-0F43-0210085CBB55}"/>
              </a:ext>
            </a:extLst>
          </p:cNvPr>
          <p:cNvSpPr/>
          <p:nvPr/>
        </p:nvSpPr>
        <p:spPr>
          <a:xfrm>
            <a:off x="0" y="6685181"/>
            <a:ext cx="121920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46C3A51-08D5-4306-7F15-3F5DA621B2D7}"/>
              </a:ext>
            </a:extLst>
          </p:cNvPr>
          <p:cNvSpPr txBox="1"/>
          <p:nvPr/>
        </p:nvSpPr>
        <p:spPr>
          <a:xfrm>
            <a:off x="-1" y="23583"/>
            <a:ext cx="202999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Feed: 1 mM NaCl</a:t>
            </a:r>
          </a:p>
          <a:p>
            <a:r>
              <a:rPr lang="en-US" sz="12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Diafiltrate: 150 mM NaCl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4A5B4BD-F839-F539-0A03-D0A4F7170441}"/>
              </a:ext>
            </a:extLst>
          </p:cNvPr>
          <p:cNvSpPr txBox="1"/>
          <p:nvPr/>
        </p:nvSpPr>
        <p:spPr>
          <a:xfrm>
            <a:off x="-1" y="509096"/>
            <a:ext cx="202999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Feed: 1 mM CaCl2</a:t>
            </a:r>
          </a:p>
          <a:p>
            <a:r>
              <a:rPr lang="en-US" sz="12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Diafiltrate: 75 mM CaCl2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FCEB5D4-C6D0-3C34-BD3E-584AF2A6E53F}"/>
              </a:ext>
            </a:extLst>
          </p:cNvPr>
          <p:cNvSpPr txBox="1"/>
          <p:nvPr/>
        </p:nvSpPr>
        <p:spPr>
          <a:xfrm>
            <a:off x="-1" y="1003236"/>
            <a:ext cx="202999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Feed: 1 mM LaCl3</a:t>
            </a:r>
          </a:p>
          <a:p>
            <a:r>
              <a:rPr lang="en-US" sz="1200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Diafiltrate: 20 mM LaCl3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2254B036-A579-FD8E-8D6E-DE1F9741728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4934" y="1773792"/>
            <a:ext cx="5334000" cy="40005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7" name="Table 16">
                <a:extLst>
                  <a:ext uri="{FF2B5EF4-FFF2-40B4-BE49-F238E27FC236}">
                    <a16:creationId xmlns:a16="http://schemas.microsoft.com/office/drawing/2014/main" id="{281867B2-E4F3-C766-6CB6-677A37B91C8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597399633"/>
                  </p:ext>
                </p:extLst>
              </p:nvPr>
            </p:nvGraphicFramePr>
            <p:xfrm>
              <a:off x="6177646" y="2030371"/>
              <a:ext cx="5410200" cy="408934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96259">
                      <a:extLst>
                        <a:ext uri="{9D8B030D-6E8A-4147-A177-3AD203B41FA5}">
                          <a16:colId xmlns:a16="http://schemas.microsoft.com/office/drawing/2014/main" val="609997564"/>
                        </a:ext>
                      </a:extLst>
                    </a:gridCol>
                    <a:gridCol w="2313599">
                      <a:extLst>
                        <a:ext uri="{9D8B030D-6E8A-4147-A177-3AD203B41FA5}">
                          <a16:colId xmlns:a16="http://schemas.microsoft.com/office/drawing/2014/main" val="4235883304"/>
                        </a:ext>
                      </a:extLst>
                    </a:gridCol>
                    <a:gridCol w="2100342">
                      <a:extLst>
                        <a:ext uri="{9D8B030D-6E8A-4147-A177-3AD203B41FA5}">
                          <a16:colId xmlns:a16="http://schemas.microsoft.com/office/drawing/2014/main" val="816067970"/>
                        </a:ext>
                      </a:extLst>
                    </a:gridCol>
                  </a:tblGrid>
                  <a:tr h="1132663"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>
                        <a:solidFill>
                          <a:schemeClr val="bg1">
                            <a:lumMod val="6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1" dirty="0">
                              <a:solidFill>
                                <a:schemeClr val="tx1"/>
                              </a:solidFill>
                            </a:rPr>
                            <a:t>H</a:t>
                          </a:r>
                          <a14:m>
                            <m:oMath xmlns:m="http://schemas.openxmlformats.org/officeDocument/2006/math">
                              <m:r>
                                <a:rPr lang="en-US" sz="2000" b="1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 = </m:t>
                              </m:r>
                              <m:sSub>
                                <m:sSubPr>
                                  <m:ctrlPr>
                                    <a:rPr lang="en-US" sz="2000" b="1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b="1" i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𝛃</m:t>
                                  </m:r>
                                </m:e>
                                <m:sub>
                                  <m:r>
                                    <a:rPr lang="en-US" sz="2000" b="1" i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𝟎</m:t>
                                  </m:r>
                                </m:sub>
                              </m:sSub>
                              <m:r>
                                <a:rPr lang="en-US" sz="2000" b="1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sz="2000" b="1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b="1" i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𝛃</m:t>
                                  </m:r>
                                </m:e>
                                <m:sub>
                                  <m:r>
                                    <a:rPr lang="en-US" sz="2000" b="1" i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</m:sub>
                              </m:sSub>
                              <m:sSubSup>
                                <m:sSubSupPr>
                                  <m:ctrlPr>
                                    <a:rPr lang="en-US" sz="2000" b="1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2000" b="1" i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𝐜</m:t>
                                  </m:r>
                                </m:e>
                                <m:sub>
                                  <m:r>
                                    <a:rPr lang="en-US" sz="2000" b="1" i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</m:sub>
                                <m:sup>
                                  <m:r>
                                    <a:rPr lang="en-US" sz="2000" b="1" i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𝐬</m:t>
                                  </m:r>
                                  <m:r>
                                    <a:rPr lang="en-US" sz="2000" b="1" i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sz="2000" b="1" i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𝐢𝐧𝐭</m:t>
                                  </m:r>
                                </m:sup>
                              </m:sSubSup>
                            </m:oMath>
                          </a14:m>
                          <a:endParaRPr lang="en-US" sz="2000" i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solidFill>
                          <a:schemeClr val="bg1">
                            <a:lumMod val="6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1" dirty="0">
                              <a:solidFill>
                                <a:schemeClr val="tx1"/>
                              </a:solidFill>
                            </a:rPr>
                            <a:t>H</a:t>
                          </a:r>
                          <a14:m>
                            <m:oMath xmlns:m="http://schemas.openxmlformats.org/officeDocument/2006/math">
                              <m:r>
                                <a:rPr lang="en-US" sz="2000" b="1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sSub>
                                <m:sSubPr>
                                  <m:ctrlPr>
                                    <a:rPr lang="en-US" sz="2000" b="1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b="1" i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𝛃</m:t>
                                  </m:r>
                                </m:e>
                                <m:sub>
                                  <m:r>
                                    <a:rPr lang="en-US" sz="2000" b="1" i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𝟎</m:t>
                                  </m:r>
                                </m:sub>
                              </m:sSub>
                              <m:r>
                                <a:rPr lang="en-US" sz="2000" b="1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f>
                                <m:fPr>
                                  <m:ctrlPr>
                                    <a:rPr lang="en-US" sz="2000" b="1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en-US" sz="2000" b="1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000" b="1" i="0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𝛃</m:t>
                                      </m:r>
                                    </m:e>
                                    <m:sub>
                                      <m:r>
                                        <a:rPr lang="en-US" sz="2000" b="1" i="0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𝟏</m:t>
                                      </m:r>
                                    </m:sub>
                                  </m:sSub>
                                </m:num>
                                <m:den>
                                  <m:rad>
                                    <m:radPr>
                                      <m:degHide m:val="on"/>
                                      <m:ctrlPr>
                                        <a:rPr lang="en-US" sz="2000" b="1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radPr>
                                    <m:deg/>
                                    <m:e>
                                      <m:sSubSup>
                                        <m:sSubSupPr>
                                          <m:ctrlPr>
                                            <a:rPr lang="en-US" sz="2000" b="1" i="1" smtClean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sz="2000" b="1" i="0" smtClean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𝐜</m:t>
                                          </m:r>
                                        </m:e>
                                        <m:sub>
                                          <m:r>
                                            <a:rPr lang="en-US" sz="2000" b="1" i="0" smtClean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𝟏</m:t>
                                          </m:r>
                                        </m:sub>
                                        <m:sup>
                                          <m:r>
                                            <a:rPr lang="en-US" sz="2000" b="1" i="0" smtClean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𝐬</m:t>
                                          </m:r>
                                          <m:r>
                                            <a:rPr lang="en-US" sz="2000" b="1" i="0" smtClean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,</m:t>
                                          </m:r>
                                          <m:r>
                                            <a:rPr lang="en-US" sz="2000" b="1" i="0" smtClean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𝐢𝐧𝐭</m:t>
                                          </m:r>
                                        </m:sup>
                                      </m:sSubSup>
                                    </m:e>
                                  </m:rad>
                                </m:den>
                              </m:f>
                            </m:oMath>
                          </a14:m>
                          <a:endParaRPr lang="en-US" sz="2000" i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solidFill>
                          <a:schemeClr val="bg1">
                            <a:lumMod val="6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20857177"/>
                      </a:ext>
                    </a:extLst>
                  </a:tr>
                  <a:tr h="98555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/>
                            <a:t>NaCl</a:t>
                          </a:r>
                        </a:p>
                      </a:txBody>
                      <a:tcPr>
                        <a:solidFill>
                          <a:schemeClr val="bg1">
                            <a:lumMod val="6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0957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US" sz="1500" b="0" i="0" smtClean="0">
                                    <a:latin typeface="Cambria Math" panose="02040503050406030204" pitchFamily="18" charset="0"/>
                                  </a:rPr>
                                  <m:t>H</m:t>
                                </m:r>
                                <m:r>
                                  <a:rPr lang="en-US" sz="1500" b="0" i="0" smtClean="0">
                                    <a:latin typeface="Cambria Math" panose="02040503050406030204" pitchFamily="18" charset="0"/>
                                  </a:rPr>
                                  <m:t>=0.004+0.000</m:t>
                                </m:r>
                                <m:sSubSup>
                                  <m:sSubSupPr>
                                    <m:ctrlPr>
                                      <a:rPr lang="en-US" sz="15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1500" b="0" i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×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en-US" sz="1500" b="0" i="0" smtClean="0">
                                        <a:latin typeface="Cambria Math" panose="02040503050406030204" pitchFamily="18" charset="0"/>
                                      </a:rPr>
                                      <m:t>c</m:t>
                                    </m:r>
                                  </m:e>
                                  <m:sub>
                                    <m:r>
                                      <a:rPr lang="en-US" sz="1500" b="0" i="0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  <m:sup>
                                    <m:r>
                                      <m:rPr>
                                        <m:sty m:val="p"/>
                                      </m:rPr>
                                      <a:rPr lang="en-US" sz="1500" b="0" i="0" smtClean="0">
                                        <a:latin typeface="Cambria Math" panose="02040503050406030204" pitchFamily="18" charset="0"/>
                                      </a:rPr>
                                      <m:t>s</m:t>
                                    </m:r>
                                    <m:r>
                                      <a:rPr lang="en-US" sz="1500" b="0" i="0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en-US" sz="1500" b="0" i="0" smtClean="0">
                                        <a:latin typeface="Cambria Math" panose="02040503050406030204" pitchFamily="18" charset="0"/>
                                      </a:rPr>
                                      <m:t>int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en-US" sz="1500" b="0" i="0" dirty="0"/>
                        </a:p>
                      </a:txBody>
                      <a:tcPr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0957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US" sz="1500" b="0" i="0" smtClean="0">
                                    <a:latin typeface="Cambria Math" panose="02040503050406030204" pitchFamily="18" charset="0"/>
                                  </a:rPr>
                                  <m:t>H</m:t>
                                </m:r>
                                <m:r>
                                  <a:rPr lang="en-US" sz="1500" b="0" i="0" smtClean="0">
                                    <a:latin typeface="Cambria Math" panose="02040503050406030204" pitchFamily="18" charset="0"/>
                                  </a:rPr>
                                  <m:t>=0.004+</m:t>
                                </m:r>
                                <m:f>
                                  <m:fPr>
                                    <m:ctrlPr>
                                      <a:rPr lang="en-US" sz="15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1500" b="0" i="1" smtClean="0">
                                        <a:latin typeface="Cambria Math" panose="02040503050406030204" pitchFamily="18" charset="0"/>
                                      </a:rPr>
                                      <m:t>0.032</m:t>
                                    </m:r>
                                  </m:num>
                                  <m:den>
                                    <m:rad>
                                      <m:radPr>
                                        <m:degHide m:val="on"/>
                                        <m:ctrlPr>
                                          <a:rPr lang="en-US" sz="1500" b="1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radPr>
                                      <m:deg/>
                                      <m:e>
                                        <m:sSubSup>
                                          <m:sSubSupPr>
                                            <m:ctrlPr>
                                              <a:rPr lang="en-US" sz="1500" b="1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SupPr>
                                          <m:e>
                                            <m:r>
                                              <m:rPr>
                                                <m:sty m:val="p"/>
                                              </m:rPr>
                                              <a:rPr lang="en-US" sz="1500" b="1" i="1" smtClean="0">
                                                <a:latin typeface="Cambria Math" panose="02040503050406030204" pitchFamily="18" charset="0"/>
                                              </a:rPr>
                                              <m:t>c</m:t>
                                            </m:r>
                                          </m:e>
                                          <m:sub>
                                            <m:r>
                                              <a:rPr lang="en-US" sz="1500" b="1" i="1" smtClean="0">
                                                <a:latin typeface="Cambria Math" panose="02040503050406030204" pitchFamily="18" charset="0"/>
                                              </a:rPr>
                                              <m:t>1</m:t>
                                            </m:r>
                                          </m:sub>
                                          <m:sup>
                                            <m:r>
                                              <m:rPr>
                                                <m:sty m:val="p"/>
                                              </m:rPr>
                                              <a:rPr lang="en-US" sz="1500" b="1" i="1" smtClean="0">
                                                <a:latin typeface="Cambria Math" panose="02040503050406030204" pitchFamily="18" charset="0"/>
                                              </a:rPr>
                                              <m:t>s</m:t>
                                            </m:r>
                                            <m:r>
                                              <a:rPr lang="en-US" sz="1500" b="1" i="1" smtClean="0">
                                                <a:latin typeface="Cambria Math" panose="02040503050406030204" pitchFamily="18" charset="0"/>
                                              </a:rPr>
                                              <m:t>,</m:t>
                                            </m:r>
                                            <m:r>
                                              <m:rPr>
                                                <m:sty m:val="p"/>
                                              </m:rPr>
                                              <a:rPr lang="en-US" sz="1500" b="1" i="1" smtClean="0">
                                                <a:latin typeface="Cambria Math" panose="02040503050406030204" pitchFamily="18" charset="0"/>
                                              </a:rPr>
                                              <m:t>int</m:t>
                                            </m:r>
                                          </m:sup>
                                        </m:sSubSup>
                                      </m:e>
                                    </m:rad>
                                  </m:den>
                                </m:f>
                              </m:oMath>
                            </m:oMathPara>
                          </a14:m>
                          <a:endParaRPr lang="en-US" sz="1500" b="0" i="0" dirty="0"/>
                        </a:p>
                      </a:txBody>
                      <a:tcPr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7057657"/>
                      </a:ext>
                    </a:extLst>
                  </a:tr>
                  <a:tr h="98555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/>
                            <a:t>CaCl</a:t>
                          </a:r>
                          <a:r>
                            <a:rPr lang="en-US" b="1" baseline="-25000" dirty="0"/>
                            <a:t>2</a:t>
                          </a:r>
                        </a:p>
                      </a:txBody>
                      <a:tcPr>
                        <a:solidFill>
                          <a:schemeClr val="bg1">
                            <a:lumMod val="6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0957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US" sz="1500" b="0" i="0" smtClean="0">
                                    <a:latin typeface="Cambria Math" panose="02040503050406030204" pitchFamily="18" charset="0"/>
                                  </a:rPr>
                                  <m:t>H</m:t>
                                </m:r>
                                <m:r>
                                  <a:rPr lang="en-US" sz="1500" b="0" i="0" smtClean="0">
                                    <a:latin typeface="Cambria Math" panose="02040503050406030204" pitchFamily="18" charset="0"/>
                                  </a:rPr>
                                  <m:t>=0.002+0.000</m:t>
                                </m:r>
                                <m:sSubSup>
                                  <m:sSubSupPr>
                                    <m:ctrlPr>
                                      <a:rPr lang="en-US" sz="15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1500" b="0" i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×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en-US" sz="1500" b="0" i="0" smtClean="0">
                                        <a:latin typeface="Cambria Math" panose="02040503050406030204" pitchFamily="18" charset="0"/>
                                      </a:rPr>
                                      <m:t>c</m:t>
                                    </m:r>
                                  </m:e>
                                  <m:sub>
                                    <m:r>
                                      <a:rPr lang="en-US" sz="1500" b="0" i="0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  <m:sup>
                                    <m:r>
                                      <m:rPr>
                                        <m:sty m:val="p"/>
                                      </m:rPr>
                                      <a:rPr lang="en-US" sz="1500" b="0" i="0" smtClean="0">
                                        <a:latin typeface="Cambria Math" panose="02040503050406030204" pitchFamily="18" charset="0"/>
                                      </a:rPr>
                                      <m:t>s</m:t>
                                    </m:r>
                                    <m:r>
                                      <a:rPr lang="en-US" sz="1500" b="0" i="0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en-US" sz="1500" b="0" i="0" smtClean="0">
                                        <a:latin typeface="Cambria Math" panose="02040503050406030204" pitchFamily="18" charset="0"/>
                                      </a:rPr>
                                      <m:t>int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en-US" sz="1500" b="0" i="0" dirty="0"/>
                        </a:p>
                      </a:txBody>
                      <a:tcPr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US" sz="1500" b="0" i="0" smtClean="0">
                                    <a:latin typeface="Cambria Math" panose="02040503050406030204" pitchFamily="18" charset="0"/>
                                  </a:rPr>
                                  <m:t>H</m:t>
                                </m:r>
                                <m:r>
                                  <a:rPr lang="en-US" sz="1500" b="0" i="0" smtClean="0">
                                    <a:latin typeface="Cambria Math" panose="02040503050406030204" pitchFamily="18" charset="0"/>
                                  </a:rPr>
                                  <m:t>=0.001+</m:t>
                                </m:r>
                                <m:f>
                                  <m:fPr>
                                    <m:ctrlPr>
                                      <a:rPr lang="en-US" sz="15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1500" b="0" i="1" smtClean="0">
                                        <a:latin typeface="Cambria Math" panose="02040503050406030204" pitchFamily="18" charset="0"/>
                                      </a:rPr>
                                      <m:t>0.001</m:t>
                                    </m:r>
                                  </m:num>
                                  <m:den>
                                    <m:rad>
                                      <m:radPr>
                                        <m:degHide m:val="on"/>
                                        <m:ctrlPr>
                                          <a:rPr lang="en-US" sz="1500" b="1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radPr>
                                      <m:deg/>
                                      <m:e>
                                        <m:sSubSup>
                                          <m:sSubSupPr>
                                            <m:ctrlPr>
                                              <a:rPr lang="en-US" sz="1500" b="1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SupPr>
                                          <m:e>
                                            <m:r>
                                              <m:rPr>
                                                <m:sty m:val="p"/>
                                              </m:rPr>
                                              <a:rPr lang="en-US" sz="1500" b="1" i="1" smtClean="0">
                                                <a:latin typeface="Cambria Math" panose="02040503050406030204" pitchFamily="18" charset="0"/>
                                              </a:rPr>
                                              <m:t>c</m:t>
                                            </m:r>
                                          </m:e>
                                          <m:sub>
                                            <m:r>
                                              <a:rPr lang="en-US" sz="1500" b="1" i="1" smtClean="0">
                                                <a:latin typeface="Cambria Math" panose="02040503050406030204" pitchFamily="18" charset="0"/>
                                              </a:rPr>
                                              <m:t>1</m:t>
                                            </m:r>
                                          </m:sub>
                                          <m:sup>
                                            <m:r>
                                              <m:rPr>
                                                <m:sty m:val="p"/>
                                              </m:rPr>
                                              <a:rPr lang="en-US" sz="1500" b="1" i="1" smtClean="0">
                                                <a:latin typeface="Cambria Math" panose="02040503050406030204" pitchFamily="18" charset="0"/>
                                              </a:rPr>
                                              <m:t>s</m:t>
                                            </m:r>
                                            <m:r>
                                              <a:rPr lang="en-US" sz="1500" b="1" i="1" smtClean="0">
                                                <a:latin typeface="Cambria Math" panose="02040503050406030204" pitchFamily="18" charset="0"/>
                                              </a:rPr>
                                              <m:t>,</m:t>
                                            </m:r>
                                            <m:r>
                                              <m:rPr>
                                                <m:sty m:val="p"/>
                                              </m:rPr>
                                              <a:rPr lang="en-US" sz="1500" b="1" i="1" smtClean="0">
                                                <a:latin typeface="Cambria Math" panose="02040503050406030204" pitchFamily="18" charset="0"/>
                                              </a:rPr>
                                              <m:t>int</m:t>
                                            </m:r>
                                          </m:sup>
                                        </m:sSubSup>
                                      </m:e>
                                    </m:rad>
                                  </m:den>
                                </m:f>
                              </m:oMath>
                            </m:oMathPara>
                          </a14:m>
                          <a:endParaRPr lang="en-US" sz="1500" b="0" i="0" dirty="0"/>
                        </a:p>
                      </a:txBody>
                      <a:tcPr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62064103"/>
                      </a:ext>
                    </a:extLst>
                  </a:tr>
                  <a:tr h="98555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/>
                            <a:t>LaCl</a:t>
                          </a:r>
                          <a:r>
                            <a:rPr lang="en-US" b="1" baseline="-25000" dirty="0"/>
                            <a:t>3</a:t>
                          </a:r>
                        </a:p>
                      </a:txBody>
                      <a:tcPr>
                        <a:solidFill>
                          <a:schemeClr val="bg1">
                            <a:lumMod val="6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0957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US" sz="1500" b="0" i="0" smtClean="0">
                                    <a:latin typeface="Cambria Math" panose="02040503050406030204" pitchFamily="18" charset="0"/>
                                  </a:rPr>
                                  <m:t>H</m:t>
                                </m:r>
                                <m:r>
                                  <a:rPr lang="en-US" sz="1500" b="0" i="0" smtClean="0">
                                    <a:latin typeface="Cambria Math" panose="02040503050406030204" pitchFamily="18" charset="0"/>
                                  </a:rPr>
                                  <m:t>=0.000+0.000</m:t>
                                </m:r>
                                <m:sSubSup>
                                  <m:sSubSupPr>
                                    <m:ctrlPr>
                                      <a:rPr lang="en-US" sz="15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1500" b="0" i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×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en-US" sz="1500" b="0" i="0" smtClean="0">
                                        <a:latin typeface="Cambria Math" panose="02040503050406030204" pitchFamily="18" charset="0"/>
                                      </a:rPr>
                                      <m:t>c</m:t>
                                    </m:r>
                                  </m:e>
                                  <m:sub>
                                    <m:r>
                                      <a:rPr lang="en-US" sz="1500" b="0" i="0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  <m:sup>
                                    <m:r>
                                      <m:rPr>
                                        <m:sty m:val="p"/>
                                      </m:rPr>
                                      <a:rPr lang="en-US" sz="1500" b="0" i="0" smtClean="0">
                                        <a:latin typeface="Cambria Math" panose="02040503050406030204" pitchFamily="18" charset="0"/>
                                      </a:rPr>
                                      <m:t>s</m:t>
                                    </m:r>
                                    <m:r>
                                      <a:rPr lang="en-US" sz="1500" b="0" i="0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en-US" sz="1500" b="0" i="0" smtClean="0">
                                        <a:latin typeface="Cambria Math" panose="02040503050406030204" pitchFamily="18" charset="0"/>
                                      </a:rPr>
                                      <m:t>int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en-US" sz="1500" b="0" i="0" dirty="0"/>
                        </a:p>
                      </a:txBody>
                      <a:tcPr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US" sz="1500" b="0" i="0" smtClean="0">
                                    <a:latin typeface="Cambria Math" panose="02040503050406030204" pitchFamily="18" charset="0"/>
                                  </a:rPr>
                                  <m:t>H</m:t>
                                </m:r>
                                <m:r>
                                  <a:rPr lang="en-US" sz="1500" b="0" i="0" smtClean="0">
                                    <a:latin typeface="Cambria Math" panose="02040503050406030204" pitchFamily="18" charset="0"/>
                                  </a:rPr>
                                  <m:t>=0.000+</m:t>
                                </m:r>
                                <m:f>
                                  <m:fPr>
                                    <m:ctrlPr>
                                      <a:rPr lang="en-US" sz="15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1500" b="0" i="1" smtClean="0">
                                        <a:latin typeface="Cambria Math" panose="02040503050406030204" pitchFamily="18" charset="0"/>
                                      </a:rPr>
                                      <m:t>0.001</m:t>
                                    </m:r>
                                  </m:num>
                                  <m:den>
                                    <m:rad>
                                      <m:radPr>
                                        <m:degHide m:val="on"/>
                                        <m:ctrlPr>
                                          <a:rPr lang="en-US" sz="1500" b="1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radPr>
                                      <m:deg/>
                                      <m:e>
                                        <m:sSubSup>
                                          <m:sSubSupPr>
                                            <m:ctrlPr>
                                              <a:rPr lang="en-US" sz="1500" b="1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SupPr>
                                          <m:e>
                                            <m:r>
                                              <m:rPr>
                                                <m:sty m:val="p"/>
                                              </m:rPr>
                                              <a:rPr lang="en-US" sz="1500" b="1" i="1" smtClean="0">
                                                <a:latin typeface="Cambria Math" panose="02040503050406030204" pitchFamily="18" charset="0"/>
                                              </a:rPr>
                                              <m:t>c</m:t>
                                            </m:r>
                                          </m:e>
                                          <m:sub>
                                            <m:r>
                                              <a:rPr lang="en-US" sz="1500" b="1" i="1" smtClean="0">
                                                <a:latin typeface="Cambria Math" panose="02040503050406030204" pitchFamily="18" charset="0"/>
                                              </a:rPr>
                                              <m:t>1</m:t>
                                            </m:r>
                                          </m:sub>
                                          <m:sup>
                                            <m:r>
                                              <m:rPr>
                                                <m:sty m:val="p"/>
                                              </m:rPr>
                                              <a:rPr lang="en-US" sz="1500" b="1" i="1" smtClean="0">
                                                <a:latin typeface="Cambria Math" panose="02040503050406030204" pitchFamily="18" charset="0"/>
                                              </a:rPr>
                                              <m:t>s</m:t>
                                            </m:r>
                                            <m:r>
                                              <a:rPr lang="en-US" sz="1500" b="1" i="1" smtClean="0">
                                                <a:latin typeface="Cambria Math" panose="02040503050406030204" pitchFamily="18" charset="0"/>
                                              </a:rPr>
                                              <m:t>,</m:t>
                                            </m:r>
                                            <m:r>
                                              <m:rPr>
                                                <m:sty m:val="p"/>
                                              </m:rPr>
                                              <a:rPr lang="en-US" sz="1500" b="1" i="1" smtClean="0">
                                                <a:latin typeface="Cambria Math" panose="02040503050406030204" pitchFamily="18" charset="0"/>
                                              </a:rPr>
                                              <m:t>int</m:t>
                                            </m:r>
                                          </m:sup>
                                        </m:sSubSup>
                                      </m:e>
                                    </m:rad>
                                  </m:den>
                                </m:f>
                              </m:oMath>
                            </m:oMathPara>
                          </a14:m>
                          <a:endParaRPr lang="en-US" sz="1500" b="0" i="0" dirty="0"/>
                        </a:p>
                      </a:txBody>
                      <a:tcPr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2277354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7" name="Table 16">
                <a:extLst>
                  <a:ext uri="{FF2B5EF4-FFF2-40B4-BE49-F238E27FC236}">
                    <a16:creationId xmlns:a16="http://schemas.microsoft.com/office/drawing/2014/main" id="{281867B2-E4F3-C766-6CB6-677A37B91C8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597399633"/>
                  </p:ext>
                </p:extLst>
              </p:nvPr>
            </p:nvGraphicFramePr>
            <p:xfrm>
              <a:off x="6177646" y="2030371"/>
              <a:ext cx="5410200" cy="408934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96259">
                      <a:extLst>
                        <a:ext uri="{9D8B030D-6E8A-4147-A177-3AD203B41FA5}">
                          <a16:colId xmlns:a16="http://schemas.microsoft.com/office/drawing/2014/main" val="609997564"/>
                        </a:ext>
                      </a:extLst>
                    </a:gridCol>
                    <a:gridCol w="2313599">
                      <a:extLst>
                        <a:ext uri="{9D8B030D-6E8A-4147-A177-3AD203B41FA5}">
                          <a16:colId xmlns:a16="http://schemas.microsoft.com/office/drawing/2014/main" val="4235883304"/>
                        </a:ext>
                      </a:extLst>
                    </a:gridCol>
                    <a:gridCol w="2100342">
                      <a:extLst>
                        <a:ext uri="{9D8B030D-6E8A-4147-A177-3AD203B41FA5}">
                          <a16:colId xmlns:a16="http://schemas.microsoft.com/office/drawing/2014/main" val="816067970"/>
                        </a:ext>
                      </a:extLst>
                    </a:gridCol>
                  </a:tblGrid>
                  <a:tr h="1132663"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>
                        <a:solidFill>
                          <a:schemeClr val="bg1">
                            <a:lumMod val="6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43536" t="-538" r="-92348" b="-26182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157681" t="-538" r="-1449" b="-26182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20857177"/>
                      </a:ext>
                    </a:extLst>
                  </a:tr>
                  <a:tr h="98555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/>
                            <a:t>NaCl</a:t>
                          </a:r>
                        </a:p>
                      </a:txBody>
                      <a:tcPr>
                        <a:solidFill>
                          <a:schemeClr val="bg1">
                            <a:lumMod val="6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43536" t="-115432" r="-92348" b="-20061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157681" t="-115432" r="-1449" b="-20061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7057657"/>
                      </a:ext>
                    </a:extLst>
                  </a:tr>
                  <a:tr h="98555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/>
                            <a:t>CaCl</a:t>
                          </a:r>
                          <a:r>
                            <a:rPr lang="en-US" b="1" baseline="-25000" dirty="0"/>
                            <a:t>2</a:t>
                          </a:r>
                        </a:p>
                      </a:txBody>
                      <a:tcPr>
                        <a:solidFill>
                          <a:schemeClr val="bg1">
                            <a:lumMod val="6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43536" t="-216770" r="-92348" b="-10186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157681" t="-216770" r="-1449" b="-10186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62064103"/>
                      </a:ext>
                    </a:extLst>
                  </a:tr>
                  <a:tr h="98555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/>
                            <a:t>LaCl</a:t>
                          </a:r>
                          <a:r>
                            <a:rPr lang="en-US" b="1" baseline="-25000" dirty="0"/>
                            <a:t>3</a:t>
                          </a:r>
                        </a:p>
                      </a:txBody>
                      <a:tcPr>
                        <a:solidFill>
                          <a:schemeClr val="bg1">
                            <a:lumMod val="6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43536" t="-314815" r="-92348" b="-123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157681" t="-314815" r="-1449" b="-123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22773540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AE78B9E0-0442-4C54-E368-82DEA32D53FD}"/>
                  </a:ext>
                </a:extLst>
              </p:cNvPr>
              <p:cNvSpPr txBox="1"/>
              <p:nvPr/>
            </p:nvSpPr>
            <p:spPr>
              <a:xfrm>
                <a:off x="7358746" y="253576"/>
                <a:ext cx="3047999" cy="80284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16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B</m:t>
                          </m:r>
                        </m:e>
                        <m:sub>
                          <m:r>
                            <a:rPr lang="en-US" sz="16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6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= </m:t>
                      </m:r>
                      <m:f>
                        <m:fPr>
                          <m:ctrlP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1600" b="0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D</m:t>
                              </m:r>
                            </m:e>
                            <m:sub>
                              <m:r>
                                <a:rPr lang="en-US" sz="1600" b="0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1600" b="0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en-US" sz="1600" b="0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r>
                            <m:rPr>
                              <m:sty m:val="p"/>
                            </m:rPr>
                            <a:rPr lang="en-US" sz="16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l</m:t>
                          </m:r>
                        </m:den>
                      </m:f>
                      <m:r>
                        <a:rPr lang="en-US" sz="16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1600" i="0">
                                  <a:latin typeface="Cambria Math" panose="02040503050406030204" pitchFamily="18" charset="0"/>
                                </a:rPr>
                                <m:t>D</m:t>
                              </m:r>
                            </m:e>
                            <m:sub>
                              <m:r>
                                <a:rPr lang="en-US" sz="1600" i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r>
                            <m:rPr>
                              <m:sty m:val="p"/>
                            </m:rPr>
                            <a:rPr lang="en-US" sz="16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l</m:t>
                          </m:r>
                        </m:den>
                      </m:f>
                      <m:d>
                        <m:dPr>
                          <m:ctrlP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1600" b="0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β</m:t>
                              </m:r>
                            </m:e>
                            <m:sub>
                              <m:r>
                                <a:rPr lang="en-US" sz="1600" b="0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sz="16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en-US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sz="16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1600" i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β</m:t>
                                  </m:r>
                                </m:e>
                                <m:sub>
                                  <m:r>
                                    <a:rPr lang="en-US" sz="1600" b="0" i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num>
                            <m:den>
                              <m:rad>
                                <m:radPr>
                                  <m:degHide m:val="on"/>
                                  <m:ctrlPr>
                                    <a:rPr lang="en-US" sz="16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sSubSup>
                                    <m:sSubSupPr>
                                      <m:ctrlPr>
                                        <a:rPr lang="en-US" sz="16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sz="1600" i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c</m:t>
                                      </m:r>
                                    </m:e>
                                    <m:sub>
                                      <m:r>
                                        <a:rPr lang="en-US" sz="1600" i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  <m:sup>
                                      <m:r>
                                        <m:rPr>
                                          <m:sty m:val="p"/>
                                        </m:rPr>
                                        <a:rPr lang="en-US" sz="1600" i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r</m:t>
                                      </m:r>
                                      <m:r>
                                        <a:rPr lang="en-US" sz="1600" i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m:rPr>
                                          <m:sty m:val="p"/>
                                        </m:rPr>
                                        <a:rPr lang="en-US" sz="1600" i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int</m:t>
                                      </m:r>
                                    </m:sup>
                                  </m:sSubSup>
                                </m:e>
                              </m:rad>
                            </m:den>
                          </m:f>
                        </m:e>
                      </m:d>
                    </m:oMath>
                  </m:oMathPara>
                </a14:m>
                <a:endParaRPr lang="en-US" sz="1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AE78B9E0-0442-4C54-E368-82DEA32D53F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58746" y="253576"/>
                <a:ext cx="3047999" cy="802848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D083B115-8F1C-3FAE-EBDB-E3BE6855AD81}"/>
                  </a:ext>
                </a:extLst>
              </p:cNvPr>
              <p:cNvSpPr txBox="1"/>
              <p:nvPr/>
            </p:nvSpPr>
            <p:spPr>
              <a:xfrm>
                <a:off x="3665839" y="760802"/>
                <a:ext cx="1542153" cy="3572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000" b="0" i="0" smtClean="0">
                              <a:latin typeface="Cambria Math" panose="02040503050406030204" pitchFamily="18" charset="0"/>
                            </a:rPr>
                            <m:t>J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2000" b="0" i="0" smtClean="0">
                              <a:latin typeface="Cambria Math" panose="02040503050406030204" pitchFamily="18" charset="0"/>
                            </a:rPr>
                            <m:t>s</m:t>
                          </m:r>
                          <m:r>
                            <a:rPr lang="en-US" sz="2000" b="0" i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m:rPr>
                              <m:sty m:val="p"/>
                            </m:rPr>
                            <a:rPr lang="en-US" sz="2000" b="0" i="0" smtClean="0">
                              <a:latin typeface="Cambria Math" panose="02040503050406030204" pitchFamily="18" charset="0"/>
                            </a:rPr>
                            <m:t>i</m:t>
                          </m:r>
                          <m:r>
                            <a:rPr lang="en-US" sz="2000" b="0" i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 sz="2000" b="0" i="0" smtClean="0">
                              <a:latin typeface="Cambria Math" panose="02040503050406030204" pitchFamily="18" charset="0"/>
                            </a:rPr>
                            <m:t>exp</m:t>
                          </m:r>
                        </m:sub>
                      </m:sSub>
                      <m:r>
                        <a:rPr lang="en-US" sz="2000" b="0" i="0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000" b="0" i="0" smtClean="0">
                              <a:latin typeface="Cambria Math" panose="02040503050406030204" pitchFamily="18" charset="0"/>
                            </a:rPr>
                            <m:t>J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2000" b="0" i="0" smtClean="0">
                              <a:latin typeface="Cambria Math" panose="02040503050406030204" pitchFamily="18" charset="0"/>
                            </a:rPr>
                            <m:t>w</m:t>
                          </m:r>
                        </m:sub>
                      </m:sSub>
                      <m:sSubSup>
                        <m:sSubSup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sz="2000" b="0" i="0" smtClean="0">
                              <a:latin typeface="Cambria Math" panose="02040503050406030204" pitchFamily="18" charset="0"/>
                            </a:rPr>
                            <m:t>c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2000" b="0" i="0" smtClean="0">
                              <a:latin typeface="Cambria Math" panose="02040503050406030204" pitchFamily="18" charset="0"/>
                            </a:rPr>
                            <m:t>i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sz="2000" b="0" i="0" smtClean="0">
                              <a:latin typeface="Cambria Math" panose="02040503050406030204" pitchFamily="18" charset="0"/>
                            </a:rPr>
                            <m:t>p</m:t>
                          </m:r>
                        </m:sup>
                      </m:sSubSup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D083B115-8F1C-3FAE-EBDB-E3BE6855AD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65839" y="760802"/>
                <a:ext cx="1542153" cy="357277"/>
              </a:xfrm>
              <a:prstGeom prst="rect">
                <a:avLst/>
              </a:prstGeom>
              <a:blipFill>
                <a:blip r:embed="rId6"/>
                <a:stretch>
                  <a:fillRect l="-4743" r="-1581" b="-1896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EC4E157C-7A62-8AEC-39B0-CA1D6E7BADA9}"/>
                  </a:ext>
                </a:extLst>
              </p:cNvPr>
              <p:cNvSpPr txBox="1"/>
              <p:nvPr/>
            </p:nvSpPr>
            <p:spPr>
              <a:xfrm>
                <a:off x="8111668" y="1286262"/>
                <a:ext cx="1729768" cy="32117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000" b="0" i="0" smtClean="0">
                              <a:latin typeface="Cambria Math" panose="02040503050406030204" pitchFamily="18" charset="0"/>
                            </a:rPr>
                            <m:t>J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2000" b="0" i="0" smtClean="0">
                              <a:latin typeface="Cambria Math" panose="02040503050406030204" pitchFamily="18" charset="0"/>
                            </a:rPr>
                            <m:t>s</m:t>
                          </m:r>
                          <m:r>
                            <a:rPr lang="en-US" sz="2000" b="0" i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m:rPr>
                              <m:sty m:val="p"/>
                            </m:rPr>
                            <a:rPr lang="en-US" sz="2000" b="0" i="0" smtClean="0">
                              <a:latin typeface="Cambria Math" panose="02040503050406030204" pitchFamily="18" charset="0"/>
                            </a:rPr>
                            <m:t>i</m:t>
                          </m:r>
                          <m:r>
                            <a:rPr lang="en-US" sz="2000" b="0" i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theo</m:t>
                          </m:r>
                        </m:sub>
                      </m:sSub>
                      <m:r>
                        <a:rPr lang="en-US" sz="2000" b="0" i="0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000">
                              <a:latin typeface="Cambria Math" panose="02040503050406030204" pitchFamily="18" charset="0"/>
                            </a:rPr>
                            <m:t>B</m:t>
                          </m:r>
                        </m:e>
                        <m:sub>
                          <m:r>
                            <a:rPr lang="en-US" sz="200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0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∆</m:t>
                      </m:r>
                      <m:sSub>
                        <m:sSubPr>
                          <m:ctrlPr>
                            <a:rPr lang="en-US" sz="20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c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i</m:t>
                          </m:r>
                        </m:sub>
                      </m:sSub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EC4E157C-7A62-8AEC-39B0-CA1D6E7BADA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11668" y="1286262"/>
                <a:ext cx="1729768" cy="321178"/>
              </a:xfrm>
              <a:prstGeom prst="rect">
                <a:avLst/>
              </a:prstGeom>
              <a:blipFill>
                <a:blip r:embed="rId7"/>
                <a:stretch>
                  <a:fillRect l="-4594" r="-1767" b="-264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450886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4BF826-9A21-9854-0864-815E55FA4C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295C62D-7427-FAB9-F25D-36019E8ABD58}"/>
              </a:ext>
            </a:extLst>
          </p:cNvPr>
          <p:cNvSpPr/>
          <p:nvPr/>
        </p:nvSpPr>
        <p:spPr>
          <a:xfrm>
            <a:off x="9996984" y="6356350"/>
            <a:ext cx="2195015" cy="428625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50000"/>
                </a:schemeClr>
              </a:gs>
              <a:gs pos="50000">
                <a:schemeClr val="tx2">
                  <a:lumMod val="60000"/>
                  <a:lumOff val="40000"/>
                  <a:tint val="44500"/>
                  <a:satMod val="160000"/>
                </a:schemeClr>
              </a:gs>
              <a:gs pos="100000">
                <a:schemeClr val="bg1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DA0E358-2E51-DA5F-8382-67655E976D1B}"/>
              </a:ext>
            </a:extLst>
          </p:cNvPr>
          <p:cNvSpPr/>
          <p:nvPr/>
        </p:nvSpPr>
        <p:spPr>
          <a:xfrm>
            <a:off x="0" y="6685181"/>
            <a:ext cx="121920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6E816FBE-8D3F-EB96-4B8F-6AA0D040A0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>
            <a:normAutofit/>
          </a:bodyPr>
          <a:lstStyle/>
          <a:p>
            <a:fld id="{B789AA32-48A6-4E3B-907A-585A7BC180FF}" type="slidenum">
              <a:rPr lang="en-US" sz="160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</a:t>
            </a:fld>
            <a:endParaRPr lang="en-US" sz="16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AB40229-5A33-68EC-20A0-566AFD2B3A72}"/>
              </a:ext>
            </a:extLst>
          </p:cNvPr>
          <p:cNvSpPr txBox="1"/>
          <p:nvPr/>
        </p:nvSpPr>
        <p:spPr>
          <a:xfrm>
            <a:off x="0" y="3198167"/>
            <a:ext cx="1219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1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Multicomponent Experiments</a:t>
            </a:r>
          </a:p>
        </p:txBody>
      </p:sp>
    </p:spTree>
    <p:extLst>
      <p:ext uri="{BB962C8B-B14F-4D97-AF65-F5344CB8AC3E}">
        <p14:creationId xmlns:p14="http://schemas.microsoft.com/office/powerpoint/2010/main" val="13845320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0E3B3C-655E-2D43-9A0C-1A41FD6AD2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ACCD4DD-54E7-C471-20E5-33B67365EBEA}"/>
              </a:ext>
            </a:extLst>
          </p:cNvPr>
          <p:cNvSpPr/>
          <p:nvPr/>
        </p:nvSpPr>
        <p:spPr>
          <a:xfrm>
            <a:off x="9996984" y="6356350"/>
            <a:ext cx="2195015" cy="428625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50000"/>
                </a:schemeClr>
              </a:gs>
              <a:gs pos="50000">
                <a:schemeClr val="tx2">
                  <a:lumMod val="60000"/>
                  <a:lumOff val="40000"/>
                  <a:tint val="44500"/>
                  <a:satMod val="160000"/>
                </a:schemeClr>
              </a:gs>
              <a:gs pos="100000">
                <a:schemeClr val="bg1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9B0DEA7-F990-5BB2-5CC1-97E8AEE2DD0A}"/>
              </a:ext>
            </a:extLst>
          </p:cNvPr>
          <p:cNvSpPr/>
          <p:nvPr/>
        </p:nvSpPr>
        <p:spPr>
          <a:xfrm>
            <a:off x="0" y="6685181"/>
            <a:ext cx="121920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EADBE012-3F70-CED4-4989-7CFDFB41E5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>
            <a:normAutofit/>
          </a:bodyPr>
          <a:lstStyle/>
          <a:p>
            <a:fld id="{B789AA32-48A6-4E3B-907A-585A7BC180FF}" type="slidenum">
              <a:rPr lang="en-US" sz="160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5</a:t>
            </a:fld>
            <a:endParaRPr lang="en-US" sz="16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0CCA5BD-5F5C-A844-9A60-0B15EE007919}"/>
              </a:ext>
            </a:extLst>
          </p:cNvPr>
          <p:cNvSpPr txBox="1"/>
          <p:nvPr/>
        </p:nvSpPr>
        <p:spPr>
          <a:xfrm>
            <a:off x="-1" y="73025"/>
            <a:ext cx="1219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1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Nomenclature and Multi Salt Equations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EBC9EE41-B9B7-9425-90B6-9F395B3786AB}"/>
                  </a:ext>
                </a:extLst>
              </p:cNvPr>
              <p:cNvSpPr txBox="1"/>
              <p:nvPr/>
            </p:nvSpPr>
            <p:spPr>
              <a:xfrm>
                <a:off x="114413" y="649178"/>
                <a:ext cx="4766936" cy="138499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1400" i="1">
                            <a:latin typeface="Cambria Math" panose="02040503050406030204" pitchFamily="18" charset="0"/>
                          </a:rPr>
                          <m:t>B</m:t>
                        </m:r>
                      </m:e>
                      <m:sub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1400" dirty="0"/>
                  <a:t>: Main-term solute permeability coefficient for salt 1.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1400" i="1">
                            <a:latin typeface="Cambria Math" panose="02040503050406030204" pitchFamily="18" charset="0"/>
                          </a:rPr>
                          <m:t>B</m:t>
                        </m:r>
                      </m:e>
                      <m:sub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1400" dirty="0"/>
                  <a:t>: Main-term solute permeability coefficient for salt 2.</a:t>
                </a:r>
                <a:endParaRPr lang="en-US" sz="1400" i="1" dirty="0"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1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1400" b="0" i="1" smtClean="0">
                            <a:latin typeface="Cambria Math" panose="02040503050406030204" pitchFamily="18" charset="0"/>
                          </a:rPr>
                          <m:t>B</m:t>
                        </m:r>
                      </m:e>
                      <m:sub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12</m:t>
                        </m:r>
                      </m:sub>
                    </m:sSub>
                  </m:oMath>
                </a14:m>
                <a:r>
                  <a:rPr lang="en-US" sz="1400" dirty="0"/>
                  <a:t>: Cross-term solute permeability coefficient.</a:t>
                </a:r>
              </a:p>
              <a:p>
                <a:r>
                  <a:rPr lang="en-US" sz="1400" dirty="0"/>
                  <a:t>	Influence of the transport of ion 2 on ion 1.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1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1400" b="0" i="1" smtClean="0">
                            <a:latin typeface="Cambria Math" panose="02040503050406030204" pitchFamily="18" charset="0"/>
                          </a:rPr>
                          <m:t>B</m:t>
                        </m:r>
                      </m:e>
                      <m:sub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21</m:t>
                        </m:r>
                      </m:sub>
                    </m:sSub>
                  </m:oMath>
                </a14:m>
                <a:r>
                  <a:rPr lang="en-US" sz="1400" dirty="0"/>
                  <a:t>: Cross-term solute permeability coefficient.</a:t>
                </a:r>
              </a:p>
              <a:p>
                <a:r>
                  <a:rPr lang="en-US" sz="1400" dirty="0"/>
                  <a:t>	Influence of the transport of ion 1 on ion 2.</a:t>
                </a:r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EBC9EE41-B9B7-9425-90B6-9F395B3786A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4413" y="649178"/>
                <a:ext cx="4766936" cy="1384995"/>
              </a:xfrm>
              <a:prstGeom prst="rect">
                <a:avLst/>
              </a:prstGeom>
              <a:blipFill>
                <a:blip r:embed="rId3"/>
                <a:stretch>
                  <a:fillRect t="-439" b="-350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0B3452E7-03E9-2C5B-1399-D7C545C11790}"/>
                  </a:ext>
                </a:extLst>
              </p:cNvPr>
              <p:cNvSpPr txBox="1"/>
              <p:nvPr/>
            </p:nvSpPr>
            <p:spPr>
              <a:xfrm>
                <a:off x="892129" y="4056274"/>
                <a:ext cx="4572000" cy="41472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US" sz="1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1400" b="0" i="0" smtClean="0">
                            <a:latin typeface="Cambria Math" panose="02040503050406030204" pitchFamily="18" charset="0"/>
                          </a:rPr>
                          <m:t>J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1400" b="0" i="0" smtClean="0">
                            <a:latin typeface="Cambria Math" panose="02040503050406030204" pitchFamily="18" charset="0"/>
                          </a:rPr>
                          <m:t>s</m:t>
                        </m:r>
                        <m:r>
                          <a:rPr lang="en-US" sz="1400" b="0" i="0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US" sz="1400" b="0" i="0" smtClean="0">
                            <a:latin typeface="Cambria Math" panose="02040503050406030204" pitchFamily="18" charset="0"/>
                          </a:rPr>
                          <m:t>Na</m:t>
                        </m:r>
                        <m:r>
                          <a:rPr lang="en-US" sz="1400" b="0" i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 sz="1400" b="0" i="1" smtClean="0">
                            <a:latin typeface="Cambria Math" panose="02040503050406030204" pitchFamily="18" charset="0"/>
                          </a:rPr>
                          <m:t>theo</m:t>
                        </m:r>
                      </m:sub>
                    </m:sSub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sz="14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1400">
                            <a:latin typeface="Cambria Math" panose="02040503050406030204" pitchFamily="18" charset="0"/>
                          </a:rPr>
                          <m:t>B</m:t>
                        </m:r>
                      </m:e>
                      <m:sub>
                        <m:r>
                          <a:rPr lang="en-US" sz="1400">
                            <a:latin typeface="Cambria Math" panose="02040503050406030204" pitchFamily="18" charset="0"/>
                          </a:rPr>
                          <m:t>11</m:t>
                        </m:r>
                      </m:sub>
                    </m:sSub>
                    <m:d>
                      <m:dPr>
                        <m:ctrlPr>
                          <a:rPr lang="en-US" sz="1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lang="en-US" sz="1400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m:rPr>
                                <m:sty m:val="p"/>
                              </m:rPr>
                              <a:rPr lang="en-US" sz="1400">
                                <a:latin typeface="Cambria Math" panose="02040503050406030204" pitchFamily="18" charset="0"/>
                              </a:rPr>
                              <m:t>c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sz="1400" b="0" i="0" smtClean="0">
                                <a:latin typeface="Cambria Math" panose="02040503050406030204" pitchFamily="18" charset="0"/>
                              </a:rPr>
                              <m:t>Na</m:t>
                            </m:r>
                          </m:sub>
                          <m:sup>
                            <m:r>
                              <m:rPr>
                                <m:sty m:val="p"/>
                              </m:rPr>
                              <a:rPr lang="en-US" sz="1400">
                                <a:latin typeface="Cambria Math" panose="02040503050406030204" pitchFamily="18" charset="0"/>
                              </a:rPr>
                              <m:t>r</m:t>
                            </m:r>
                            <m:r>
                              <a:rPr lang="en-US" sz="140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m:rPr>
                                <m:sty m:val="p"/>
                              </m:rPr>
                              <a:rPr lang="en-US" sz="1400">
                                <a:latin typeface="Cambria Math" panose="02040503050406030204" pitchFamily="18" charset="0"/>
                              </a:rPr>
                              <m:t>int</m:t>
                            </m:r>
                          </m:sup>
                        </m:sSubSup>
                        <m:r>
                          <a:rPr lang="en-US" sz="1400">
                            <a:latin typeface="Cambria Math" panose="02040503050406030204" pitchFamily="18" charset="0"/>
                          </a:rPr>
                          <m:t>−</m:t>
                        </m:r>
                        <m:sSubSup>
                          <m:sSubSupPr>
                            <m:ctrlPr>
                              <a:rPr lang="en-US" sz="1400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m:rPr>
                                <m:sty m:val="p"/>
                              </m:rPr>
                              <a:rPr lang="en-US" sz="1400">
                                <a:latin typeface="Cambria Math" panose="02040503050406030204" pitchFamily="18" charset="0"/>
                              </a:rPr>
                              <m:t>c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Na</m:t>
                            </m:r>
                          </m:sub>
                          <m:sup>
                            <m:r>
                              <m:rPr>
                                <m:sty m:val="p"/>
                              </m:rPr>
                              <a:rPr lang="en-US" sz="1400">
                                <a:latin typeface="Cambria Math" panose="02040503050406030204" pitchFamily="18" charset="0"/>
                              </a:rPr>
                              <m:t>p</m:t>
                            </m:r>
                          </m:sup>
                        </m:sSubSup>
                      </m:e>
                    </m:d>
                    <m:r>
                      <a:rPr lang="en-US" sz="140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1400">
                            <a:latin typeface="Cambria Math" panose="02040503050406030204" pitchFamily="18" charset="0"/>
                          </a:rPr>
                          <m:t>B</m:t>
                        </m:r>
                      </m:e>
                      <m:sub>
                        <m:r>
                          <a:rPr lang="en-US" sz="1400">
                            <a:latin typeface="Cambria Math" panose="02040503050406030204" pitchFamily="18" charset="0"/>
                          </a:rPr>
                          <m:t>12</m:t>
                        </m:r>
                      </m:sub>
                    </m:sSub>
                    <m:d>
                      <m:dPr>
                        <m:ctrlPr>
                          <a:rPr lang="en-US" sz="1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lang="en-US" sz="1400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m:rPr>
                                <m:sty m:val="p"/>
                              </m:rPr>
                              <a:rPr lang="en-US" sz="1400">
                                <a:latin typeface="Cambria Math" panose="02040503050406030204" pitchFamily="18" charset="0"/>
                              </a:rPr>
                              <m:t>c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sz="1400" b="0" i="0" smtClean="0">
                                <a:latin typeface="Cambria Math" panose="02040503050406030204" pitchFamily="18" charset="0"/>
                              </a:rPr>
                              <m:t>Ca</m:t>
                            </m:r>
                          </m:sub>
                          <m:sup>
                            <m:r>
                              <m:rPr>
                                <m:sty m:val="p"/>
                              </m:rPr>
                              <a:rPr lang="en-US" sz="1400">
                                <a:latin typeface="Cambria Math" panose="02040503050406030204" pitchFamily="18" charset="0"/>
                              </a:rPr>
                              <m:t>r</m:t>
                            </m:r>
                            <m:r>
                              <a:rPr lang="en-US" sz="140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m:rPr>
                                <m:sty m:val="p"/>
                              </m:rPr>
                              <a:rPr lang="en-US" sz="1400">
                                <a:latin typeface="Cambria Math" panose="02040503050406030204" pitchFamily="18" charset="0"/>
                              </a:rPr>
                              <m:t>int</m:t>
                            </m:r>
                          </m:sup>
                        </m:sSubSup>
                        <m:r>
                          <a:rPr lang="en-US" sz="1400">
                            <a:latin typeface="Cambria Math" panose="02040503050406030204" pitchFamily="18" charset="0"/>
                          </a:rPr>
                          <m:t>−</m:t>
                        </m:r>
                        <m:sSubSup>
                          <m:sSubSupPr>
                            <m:ctrlPr>
                              <a:rPr lang="en-US" sz="1400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m:rPr>
                                <m:sty m:val="p"/>
                              </m:rPr>
                              <a:rPr lang="en-US" sz="1400">
                                <a:latin typeface="Cambria Math" panose="02040503050406030204" pitchFamily="18" charset="0"/>
                              </a:rPr>
                              <m:t>c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sz="1400" b="0" i="0" smtClean="0">
                                <a:latin typeface="Cambria Math" panose="02040503050406030204" pitchFamily="18" charset="0"/>
                              </a:rPr>
                              <m:t>Ca</m:t>
                            </m:r>
                          </m:sub>
                          <m:sup>
                            <m:r>
                              <m:rPr>
                                <m:sty m:val="p"/>
                              </m:rPr>
                              <a:rPr lang="en-US" sz="1400">
                                <a:latin typeface="Cambria Math" panose="02040503050406030204" pitchFamily="18" charset="0"/>
                              </a:rPr>
                              <m:t>p</m:t>
                            </m:r>
                          </m:sup>
                        </m:sSubSup>
                      </m:e>
                    </m:d>
                  </m:oMath>
                </a14:m>
                <a:endParaRPr lang="en-US" sz="1400" dirty="0"/>
              </a:p>
            </p:txBody>
          </p:sp>
        </mc:Choice>
        <mc:Fallback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0B3452E7-03E9-2C5B-1399-D7C545C1179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2129" y="4056274"/>
                <a:ext cx="4572000" cy="41472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376FBD05-76DC-0432-86D7-E98518121E53}"/>
                  </a:ext>
                </a:extLst>
              </p:cNvPr>
              <p:cNvSpPr txBox="1"/>
              <p:nvPr/>
            </p:nvSpPr>
            <p:spPr>
              <a:xfrm>
                <a:off x="892129" y="4571271"/>
                <a:ext cx="4572000" cy="41472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1400" b="0" i="0" smtClean="0">
                              <a:latin typeface="Cambria Math" panose="02040503050406030204" pitchFamily="18" charset="0"/>
                            </a:rPr>
                            <m:t>J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1400" b="0" i="0" smtClean="0">
                              <a:latin typeface="Cambria Math" panose="02040503050406030204" pitchFamily="18" charset="0"/>
                            </a:rPr>
                            <m:t>s</m:t>
                          </m:r>
                          <m:r>
                            <a:rPr lang="en-US" sz="1400" b="0" i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m:rPr>
                              <m:sty m:val="p"/>
                            </m:rPr>
                            <a:rPr lang="en-US" sz="1400" b="0" i="0" smtClean="0">
                              <a:latin typeface="Cambria Math" panose="02040503050406030204" pitchFamily="18" charset="0"/>
                            </a:rPr>
                            <m:t>Ca</m:t>
                          </m:r>
                          <m:r>
                            <a:rPr lang="en-US" sz="1400" b="0" i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theo</m:t>
                          </m:r>
                        </m:sub>
                      </m:sSub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1400">
                              <a:latin typeface="Cambria Math" panose="02040503050406030204" pitchFamily="18" charset="0"/>
                            </a:rPr>
                            <m:t>B</m:t>
                          </m:r>
                        </m:e>
                        <m:sub>
                          <m:r>
                            <a:rPr lang="en-US" sz="1400">
                              <a:latin typeface="Cambria Math" panose="02040503050406030204" pitchFamily="18" charset="0"/>
                            </a:rPr>
                            <m:t>21</m:t>
                          </m:r>
                        </m:sub>
                      </m:sSub>
                      <m:d>
                        <m:d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en-US" sz="14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m:rPr>
                                  <m:sty m:val="p"/>
                                </m:rPr>
                                <a:rPr lang="en-US" sz="1400">
                                  <a:latin typeface="Cambria Math" panose="02040503050406030204" pitchFamily="18" charset="0"/>
                                </a:rPr>
                                <m:t>c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sz="1400">
                                  <a:latin typeface="Cambria Math" panose="02040503050406030204" pitchFamily="18" charset="0"/>
                                </a:rPr>
                                <m:t>Na</m:t>
                              </m:r>
                            </m:sub>
                            <m:sup>
                              <m:r>
                                <m:rPr>
                                  <m:sty m:val="p"/>
                                </m:rPr>
                                <a:rPr lang="en-US" sz="1400">
                                  <a:latin typeface="Cambria Math" panose="02040503050406030204" pitchFamily="18" charset="0"/>
                                </a:rPr>
                                <m:t>r</m:t>
                              </m:r>
                              <m:r>
                                <a:rPr lang="en-US" sz="140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m:rPr>
                                  <m:sty m:val="p"/>
                                </m:rPr>
                                <a:rPr lang="en-US" sz="1400">
                                  <a:latin typeface="Cambria Math" panose="02040503050406030204" pitchFamily="18" charset="0"/>
                                </a:rPr>
                                <m:t>int</m:t>
                              </m:r>
                            </m:sup>
                          </m:sSubSup>
                          <m:r>
                            <a:rPr lang="en-US" sz="1400">
                              <a:latin typeface="Cambria Math" panose="02040503050406030204" pitchFamily="18" charset="0"/>
                            </a:rPr>
                            <m:t>−</m:t>
                          </m:r>
                          <m:sSubSup>
                            <m:sSubSupPr>
                              <m:ctrlPr>
                                <a:rPr lang="en-US" sz="14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m:rPr>
                                  <m:sty m:val="p"/>
                                </m:rPr>
                                <a:rPr lang="en-US" sz="1400">
                                  <a:latin typeface="Cambria Math" panose="02040503050406030204" pitchFamily="18" charset="0"/>
                                </a:rPr>
                                <m:t>c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sz="1400" i="1">
                                  <a:latin typeface="Cambria Math" panose="02040503050406030204" pitchFamily="18" charset="0"/>
                                </a:rPr>
                                <m:t>Na</m:t>
                              </m:r>
                            </m:sub>
                            <m:sup>
                              <m:r>
                                <m:rPr>
                                  <m:sty m:val="p"/>
                                </m:rPr>
                                <a:rPr lang="en-US" sz="1400">
                                  <a:latin typeface="Cambria Math" panose="02040503050406030204" pitchFamily="18" charset="0"/>
                                </a:rPr>
                                <m:t>p</m:t>
                              </m:r>
                            </m:sup>
                          </m:sSubSup>
                        </m:e>
                      </m:d>
                      <m:r>
                        <a:rPr lang="en-US" sz="140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1400">
                              <a:latin typeface="Cambria Math" panose="02040503050406030204" pitchFamily="18" charset="0"/>
                            </a:rPr>
                            <m:t>B</m:t>
                          </m:r>
                        </m:e>
                        <m:sub>
                          <m:r>
                            <a:rPr lang="en-US" sz="1400">
                              <a:latin typeface="Cambria Math" panose="02040503050406030204" pitchFamily="18" charset="0"/>
                            </a:rPr>
                            <m:t>22</m:t>
                          </m:r>
                        </m:sub>
                      </m:sSub>
                      <m:d>
                        <m:d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en-US" sz="14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m:rPr>
                                  <m:sty m:val="p"/>
                                </m:rPr>
                                <a:rPr lang="en-US" sz="1400">
                                  <a:latin typeface="Cambria Math" panose="02040503050406030204" pitchFamily="18" charset="0"/>
                                </a:rPr>
                                <m:t>c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sz="1400">
                                  <a:latin typeface="Cambria Math" panose="02040503050406030204" pitchFamily="18" charset="0"/>
                                </a:rPr>
                                <m:t>Ca</m:t>
                              </m:r>
                            </m:sub>
                            <m:sup>
                              <m:r>
                                <m:rPr>
                                  <m:sty m:val="p"/>
                                </m:rPr>
                                <a:rPr lang="en-US" sz="1400">
                                  <a:latin typeface="Cambria Math" panose="02040503050406030204" pitchFamily="18" charset="0"/>
                                </a:rPr>
                                <m:t>r</m:t>
                              </m:r>
                              <m:r>
                                <a:rPr lang="en-US" sz="140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m:rPr>
                                  <m:sty m:val="p"/>
                                </m:rPr>
                                <a:rPr lang="en-US" sz="1400">
                                  <a:latin typeface="Cambria Math" panose="02040503050406030204" pitchFamily="18" charset="0"/>
                                </a:rPr>
                                <m:t>int</m:t>
                              </m:r>
                            </m:sup>
                          </m:sSubSup>
                          <m:r>
                            <a:rPr lang="en-US" sz="1400">
                              <a:latin typeface="Cambria Math" panose="02040503050406030204" pitchFamily="18" charset="0"/>
                            </a:rPr>
                            <m:t>−</m:t>
                          </m:r>
                          <m:sSubSup>
                            <m:sSubSupPr>
                              <m:ctrlPr>
                                <a:rPr lang="en-US" sz="14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m:rPr>
                                  <m:sty m:val="p"/>
                                </m:rPr>
                                <a:rPr lang="en-US" sz="1400">
                                  <a:latin typeface="Cambria Math" panose="02040503050406030204" pitchFamily="18" charset="0"/>
                                </a:rPr>
                                <m:t>c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sz="1400">
                                  <a:latin typeface="Cambria Math" panose="02040503050406030204" pitchFamily="18" charset="0"/>
                                </a:rPr>
                                <m:t>Ca</m:t>
                              </m:r>
                            </m:sub>
                            <m:sup>
                              <m:r>
                                <m:rPr>
                                  <m:sty m:val="p"/>
                                </m:rPr>
                                <a:rPr lang="en-US" sz="1400">
                                  <a:latin typeface="Cambria Math" panose="02040503050406030204" pitchFamily="18" charset="0"/>
                                </a:rPr>
                                <m:t>p</m:t>
                              </m:r>
                            </m:sup>
                          </m:sSubSup>
                        </m:e>
                      </m:d>
                    </m:oMath>
                  </m:oMathPara>
                </a14:m>
                <a:endParaRPr lang="en-US" sz="1400" dirty="0"/>
              </a:p>
            </p:txBody>
          </p:sp>
        </mc:Choice>
        <mc:Fallback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376FBD05-76DC-0432-86D7-E98518121E5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2129" y="4571271"/>
                <a:ext cx="4572000" cy="414729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DDCFD6A2-007E-5612-CFC6-44512197518F}"/>
                  </a:ext>
                </a:extLst>
              </p:cNvPr>
              <p:cNvSpPr txBox="1"/>
              <p:nvPr/>
            </p:nvSpPr>
            <p:spPr>
              <a:xfrm>
                <a:off x="2639905" y="2791836"/>
                <a:ext cx="1076449" cy="25006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1400" b="0" i="0" smtClean="0">
                              <a:latin typeface="Cambria Math" panose="02040503050406030204" pitchFamily="18" charset="0"/>
                            </a:rPr>
                            <m:t>J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1400" b="0" i="0" smtClean="0">
                              <a:latin typeface="Cambria Math" panose="02040503050406030204" pitchFamily="18" charset="0"/>
                            </a:rPr>
                            <m:t>s</m:t>
                          </m:r>
                          <m:r>
                            <a:rPr lang="en-US" sz="1400" b="0" i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m:rPr>
                              <m:sty m:val="p"/>
                            </m:rPr>
                            <a:rPr lang="en-US" sz="1400" b="0" i="0" smtClean="0">
                              <a:latin typeface="Cambria Math" panose="02040503050406030204" pitchFamily="18" charset="0"/>
                            </a:rPr>
                            <m:t>i</m:t>
                          </m:r>
                          <m:r>
                            <a:rPr lang="en-US" sz="1400" b="0" i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 sz="1400" b="0" i="0" smtClean="0">
                              <a:latin typeface="Cambria Math" panose="02040503050406030204" pitchFamily="18" charset="0"/>
                            </a:rPr>
                            <m:t>exp</m:t>
                          </m:r>
                        </m:sub>
                      </m:sSub>
                      <m:r>
                        <a:rPr lang="en-US" sz="1400" b="0" i="0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1400" b="0" i="0" smtClean="0">
                              <a:latin typeface="Cambria Math" panose="02040503050406030204" pitchFamily="18" charset="0"/>
                            </a:rPr>
                            <m:t>J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1400" b="0" i="0" smtClean="0">
                              <a:latin typeface="Cambria Math" panose="02040503050406030204" pitchFamily="18" charset="0"/>
                            </a:rPr>
                            <m:t>w</m:t>
                          </m:r>
                        </m:sub>
                      </m:sSub>
                      <m:sSubSup>
                        <m:sSubSup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sz="1400" b="0" i="0" smtClean="0">
                              <a:latin typeface="Cambria Math" panose="02040503050406030204" pitchFamily="18" charset="0"/>
                            </a:rPr>
                            <m:t>c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1400" b="0" i="0" smtClean="0">
                              <a:latin typeface="Cambria Math" panose="02040503050406030204" pitchFamily="18" charset="0"/>
                            </a:rPr>
                            <m:t>i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sz="1400" b="0" i="0" smtClean="0">
                              <a:latin typeface="Cambria Math" panose="02040503050406030204" pitchFamily="18" charset="0"/>
                            </a:rPr>
                            <m:t>p</m:t>
                          </m:r>
                        </m:sup>
                      </m:sSubSup>
                    </m:oMath>
                  </m:oMathPara>
                </a14:m>
                <a:endParaRPr lang="en-US" sz="1400" dirty="0"/>
              </a:p>
            </p:txBody>
          </p:sp>
        </mc:Choice>
        <mc:Fallback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DDCFD6A2-007E-5612-CFC6-44512197518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39905" y="2791836"/>
                <a:ext cx="1076449" cy="250068"/>
              </a:xfrm>
              <a:prstGeom prst="rect">
                <a:avLst/>
              </a:prstGeom>
              <a:blipFill>
                <a:blip r:embed="rId6"/>
                <a:stretch>
                  <a:fillRect l="-6780" b="-1951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9232F89B-D416-34A0-B89F-D8C3CBB6C788}"/>
                  </a:ext>
                </a:extLst>
              </p:cNvPr>
              <p:cNvSpPr txBox="1"/>
              <p:nvPr/>
            </p:nvSpPr>
            <p:spPr>
              <a:xfrm>
                <a:off x="5991796" y="1317888"/>
                <a:ext cx="5486400" cy="80477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00" b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14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B</m:t>
                          </m:r>
                        </m:e>
                        <m:sub>
                          <m:r>
                            <a:rPr lang="en-US" sz="14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11</m:t>
                          </m:r>
                        </m:sub>
                      </m:sSub>
                      <m:r>
                        <a:rPr lang="en-US" sz="14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= </m:t>
                      </m:r>
                      <m:f>
                        <m:fPr>
                          <m:ctrlPr>
                            <a:rPr lang="en-US" sz="1400" b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1400" b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1400" b="0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D</m:t>
                              </m:r>
                            </m:e>
                            <m:sub>
                              <m:r>
                                <a:rPr lang="en-US" sz="1400" b="0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11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1400" b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1400" b="0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en-US" sz="1400" b="0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r>
                            <m:rPr>
                              <m:sty m:val="p"/>
                            </m:rPr>
                            <a:rPr lang="en-US" sz="14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l</m:t>
                          </m:r>
                        </m:den>
                      </m:f>
                      <m:r>
                        <a:rPr lang="en-US" sz="14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400" b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140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1400" i="0">
                                  <a:latin typeface="Cambria Math" panose="02040503050406030204" pitchFamily="18" charset="0"/>
                                </a:rPr>
                                <m:t>D</m:t>
                              </m:r>
                            </m:e>
                            <m:sub>
                              <m:r>
                                <a:rPr lang="en-US" sz="1400" b="0" i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en-US" sz="1400" i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r>
                            <m:rPr>
                              <m:sty m:val="p"/>
                            </m:rPr>
                            <a:rPr lang="en-US" sz="14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l</m:t>
                          </m:r>
                        </m:den>
                      </m:f>
                      <m:d>
                        <m:dPr>
                          <m:ctrlPr>
                            <a:rPr lang="en-US" sz="1400" b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40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140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β</m:t>
                              </m:r>
                            </m:e>
                            <m:sub>
                              <m:r>
                                <a:rPr lang="en-US" sz="1400" i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sz="1400" i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sz="140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1400" i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β</m:t>
                              </m:r>
                            </m:e>
                            <m:sub>
                              <m:r>
                                <a:rPr lang="en-US" sz="1400" i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1400" i="0">
                              <a:latin typeface="Cambria Math" panose="02040503050406030204" pitchFamily="18" charset="0"/>
                            </a:rPr>
                            <m:t>(</m:t>
                          </m:r>
                          <m:f>
                            <m:fPr>
                              <m:ctrlPr>
                                <a:rPr lang="en-US" sz="140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1400" i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ad>
                                <m:radPr>
                                  <m:degHide m:val="on"/>
                                  <m:ctrlPr>
                                    <a:rPr lang="en-US" sz="1400"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sSubSup>
                                    <m:sSubSupPr>
                                      <m:ctrlPr>
                                        <a:rPr lang="en-US" sz="140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sz="1400" i="0">
                                          <a:latin typeface="Cambria Math" panose="02040503050406030204" pitchFamily="18" charset="0"/>
                                        </a:rPr>
                                        <m:t>c</m:t>
                                      </m:r>
                                    </m:e>
                                    <m:sub>
                                      <m:r>
                                        <a:rPr lang="en-US" sz="1400" i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  <m:sup>
                                      <m:r>
                                        <m:rPr>
                                          <m:sty m:val="p"/>
                                        </m:rPr>
                                        <a:rPr lang="en-US" sz="1400" i="0">
                                          <a:latin typeface="Cambria Math" panose="02040503050406030204" pitchFamily="18" charset="0"/>
                                        </a:rPr>
                                        <m:t>s</m:t>
                                      </m:r>
                                      <m:r>
                                        <a:rPr lang="en-US" sz="1400" i="0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m:rPr>
                                          <m:sty m:val="p"/>
                                        </m:rPr>
                                        <a:rPr lang="en-US" sz="1400" i="0">
                                          <a:latin typeface="Cambria Math" panose="02040503050406030204" pitchFamily="18" charset="0"/>
                                        </a:rPr>
                                        <m:t>int</m:t>
                                      </m:r>
                                    </m:sup>
                                  </m:sSubSup>
                                  <m:r>
                                    <a:rPr lang="en-US" sz="1400" i="0">
                                      <a:latin typeface="Cambria Math" panose="02040503050406030204" pitchFamily="18" charset="0"/>
                                    </a:rPr>
                                    <m:t>+2</m:t>
                                  </m:r>
                                  <m:sSubSup>
                                    <m:sSubSupPr>
                                      <m:ctrlPr>
                                        <a:rPr lang="en-US" sz="140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sz="1400" i="0">
                                          <a:latin typeface="Cambria Math" panose="02040503050406030204" pitchFamily="18" charset="0"/>
                                        </a:rPr>
                                        <m:t>c</m:t>
                                      </m:r>
                                    </m:e>
                                    <m:sub>
                                      <m:r>
                                        <a:rPr lang="en-US" sz="1400" i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  <m:sup>
                                      <m:r>
                                        <m:rPr>
                                          <m:sty m:val="p"/>
                                        </m:rPr>
                                        <a:rPr lang="en-US" sz="1400" i="0">
                                          <a:latin typeface="Cambria Math" panose="02040503050406030204" pitchFamily="18" charset="0"/>
                                        </a:rPr>
                                        <m:t>s</m:t>
                                      </m:r>
                                      <m:r>
                                        <a:rPr lang="en-US" sz="1400" i="0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m:rPr>
                                          <m:sty m:val="p"/>
                                        </m:rPr>
                                        <a:rPr lang="en-US" sz="1400" i="0">
                                          <a:latin typeface="Cambria Math" panose="02040503050406030204" pitchFamily="18" charset="0"/>
                                        </a:rPr>
                                        <m:t>int</m:t>
                                      </m:r>
                                    </m:sup>
                                  </m:sSubSup>
                                </m:e>
                              </m:rad>
                            </m:den>
                          </m:f>
                          <m:r>
                            <a:rPr lang="en-US" sz="1400" i="0">
                              <a:latin typeface="Cambria Math" panose="02040503050406030204" pitchFamily="18" charset="0"/>
                            </a:rPr>
                            <m:t>)+</m:t>
                          </m:r>
                          <m:sSub>
                            <m:sSubPr>
                              <m:ctrlPr>
                                <a:rPr lang="en-US" sz="140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1400" i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β</m:t>
                              </m:r>
                            </m:e>
                            <m:sub>
                              <m:r>
                                <a:rPr lang="en-US" sz="1400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1400" i="0">
                              <a:latin typeface="Cambria Math" panose="02040503050406030204" pitchFamily="18" charset="0"/>
                            </a:rPr>
                            <m:t>(</m:t>
                          </m:r>
                          <m:f>
                            <m:fPr>
                              <m:ctrlPr>
                                <a:rPr lang="en-US" sz="140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Sup>
                                <m:sSubSupPr>
                                  <m:ctrlPr>
                                    <a:rPr lang="en-US" sz="1400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1400" i="0">
                                      <a:latin typeface="Cambria Math" panose="02040503050406030204" pitchFamily="18" charset="0"/>
                                    </a:rPr>
                                    <m:t>c</m:t>
                                  </m:r>
                                </m:e>
                                <m:sub>
                                  <m:r>
                                    <a:rPr lang="en-US" sz="1400" i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  <m:sup>
                                  <m:r>
                                    <m:rPr>
                                      <m:sty m:val="p"/>
                                    </m:rPr>
                                    <a:rPr lang="en-US" sz="1400" i="0">
                                      <a:latin typeface="Cambria Math" panose="02040503050406030204" pitchFamily="18" charset="0"/>
                                    </a:rPr>
                                    <m:t>s</m:t>
                                  </m:r>
                                  <m:r>
                                    <a:rPr lang="en-US" sz="1400" i="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US" sz="1400" i="0">
                                      <a:latin typeface="Cambria Math" panose="02040503050406030204" pitchFamily="18" charset="0"/>
                                    </a:rPr>
                                    <m:t>int</m:t>
                                  </m:r>
                                </m:sup>
                              </m:sSubSup>
                            </m:num>
                            <m:den>
                              <m:rad>
                                <m:radPr>
                                  <m:degHide m:val="on"/>
                                  <m:ctrlPr>
                                    <a:rPr lang="en-US" sz="1400"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sSubSup>
                                    <m:sSubSupPr>
                                      <m:ctrlPr>
                                        <a:rPr lang="en-US" sz="140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sz="1400" i="0">
                                          <a:latin typeface="Cambria Math" panose="02040503050406030204" pitchFamily="18" charset="0"/>
                                        </a:rPr>
                                        <m:t>c</m:t>
                                      </m:r>
                                    </m:e>
                                    <m:sub>
                                      <m:r>
                                        <a:rPr lang="en-US" sz="1400" i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  <m:sup>
                                      <m:r>
                                        <m:rPr>
                                          <m:sty m:val="p"/>
                                        </m:rPr>
                                        <a:rPr lang="en-US" sz="1400" i="0">
                                          <a:latin typeface="Cambria Math" panose="02040503050406030204" pitchFamily="18" charset="0"/>
                                        </a:rPr>
                                        <m:t>s</m:t>
                                      </m:r>
                                      <m:r>
                                        <a:rPr lang="en-US" sz="1400" i="0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m:rPr>
                                          <m:sty m:val="p"/>
                                        </m:rPr>
                                        <a:rPr lang="en-US" sz="1400" i="0">
                                          <a:latin typeface="Cambria Math" panose="02040503050406030204" pitchFamily="18" charset="0"/>
                                        </a:rPr>
                                        <m:t>int</m:t>
                                      </m:r>
                                    </m:sup>
                                  </m:sSubSup>
                                  <m:r>
                                    <a:rPr lang="en-US" sz="1400" i="0">
                                      <a:latin typeface="Cambria Math" panose="02040503050406030204" pitchFamily="18" charset="0"/>
                                    </a:rPr>
                                    <m:t>+2</m:t>
                                  </m:r>
                                  <m:sSubSup>
                                    <m:sSubSupPr>
                                      <m:ctrlPr>
                                        <a:rPr lang="en-US" sz="140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sz="1400" i="0">
                                          <a:latin typeface="Cambria Math" panose="02040503050406030204" pitchFamily="18" charset="0"/>
                                        </a:rPr>
                                        <m:t>c</m:t>
                                      </m:r>
                                    </m:e>
                                    <m:sub>
                                      <m:r>
                                        <a:rPr lang="en-US" sz="1400" i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  <m:sup>
                                      <m:r>
                                        <m:rPr>
                                          <m:sty m:val="p"/>
                                        </m:rPr>
                                        <a:rPr lang="en-US" sz="1400" i="0">
                                          <a:latin typeface="Cambria Math" panose="02040503050406030204" pitchFamily="18" charset="0"/>
                                        </a:rPr>
                                        <m:t>s</m:t>
                                      </m:r>
                                      <m:r>
                                        <a:rPr lang="en-US" sz="1400" i="0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m:rPr>
                                          <m:sty m:val="p"/>
                                        </m:rPr>
                                        <a:rPr lang="en-US" sz="1400" i="0">
                                          <a:latin typeface="Cambria Math" panose="02040503050406030204" pitchFamily="18" charset="0"/>
                                        </a:rPr>
                                        <m:t>int</m:t>
                                      </m:r>
                                    </m:sup>
                                  </m:sSubSup>
                                </m:e>
                              </m:rad>
                            </m:den>
                          </m:f>
                          <m:r>
                            <a:rPr lang="en-US" sz="1400" i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d>
                    </m:oMath>
                  </m:oMathPara>
                </a14:m>
                <a:endParaRPr lang="en-US" sz="14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9232F89B-D416-34A0-B89F-D8C3CBB6C78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91796" y="1317888"/>
                <a:ext cx="5486400" cy="80477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44D74E2D-C753-D837-7935-C30A7384CD59}"/>
                  </a:ext>
                </a:extLst>
              </p:cNvPr>
              <p:cNvSpPr txBox="1"/>
              <p:nvPr/>
            </p:nvSpPr>
            <p:spPr>
              <a:xfrm>
                <a:off x="948085" y="3121170"/>
                <a:ext cx="4460088" cy="81907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= </m:t>
                      </m:r>
                      <m:sSub>
                        <m:sSubPr>
                          <m:ctrlP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14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sz="14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14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1400" i="1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(</m:t>
                      </m:r>
                      <m:f>
                        <m:f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sSubSup>
                                <m:sSubSupPr>
                                  <m:ctrlPr>
                                    <a:rPr lang="en-US" sz="1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1400" b="0" i="1" smtClean="0">
                                      <a:latin typeface="Cambria Math" panose="02040503050406030204" pitchFamily="18" charset="0"/>
                                    </a:rPr>
                                    <m:t>c</m:t>
                                  </m:r>
                                </m:e>
                                <m:sub>
                                  <m:r>
                                    <a:rPr lang="en-US" sz="14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m:rPr>
                                      <m:sty m:val="p"/>
                                    </m:rPr>
                                    <a:rPr lang="en-US" sz="1400" b="0" i="1" smtClean="0">
                                      <a:latin typeface="Cambria Math" panose="02040503050406030204" pitchFamily="18" charset="0"/>
                                    </a:rPr>
                                    <m:t>s</m:t>
                                  </m:r>
                                  <m:r>
                                    <a:rPr lang="en-US" sz="1400" b="0" i="1" smtClean="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US" sz="1400" b="0" i="1" smtClean="0">
                                      <a:latin typeface="Cambria Math" panose="02040503050406030204" pitchFamily="18" charset="0"/>
                                    </a:rPr>
                                    <m:t>int</m:t>
                                  </m:r>
                                </m:sup>
                              </m:sSubSup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+2</m:t>
                              </m:r>
                              <m:sSubSup>
                                <m:sSubSupPr>
                                  <m:ctrlPr>
                                    <a:rPr lang="en-US" sz="1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1400" b="0" i="1" smtClean="0">
                                      <a:latin typeface="Cambria Math" panose="02040503050406030204" pitchFamily="18" charset="0"/>
                                    </a:rPr>
                                    <m:t>c</m:t>
                                  </m:r>
                                </m:e>
                                <m:sub>
                                  <m:r>
                                    <a:rPr lang="en-US" sz="14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  <m:sup>
                                  <m:r>
                                    <m:rPr>
                                      <m:sty m:val="p"/>
                                    </m:rPr>
                                    <a:rPr lang="en-US" sz="1400" b="0" i="1" smtClean="0">
                                      <a:latin typeface="Cambria Math" panose="02040503050406030204" pitchFamily="18" charset="0"/>
                                    </a:rPr>
                                    <m:t>s</m:t>
                                  </m:r>
                                  <m:r>
                                    <a:rPr lang="en-US" sz="1400" b="0" i="1" smtClean="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US" sz="1400" b="0" i="1" smtClean="0">
                                      <a:latin typeface="Cambria Math" panose="02040503050406030204" pitchFamily="18" charset="0"/>
                                    </a:rPr>
                                    <m:t>int</m:t>
                                  </m:r>
                                </m:sup>
                              </m:sSubSup>
                            </m:e>
                          </m:rad>
                        </m:den>
                      </m:f>
                      <m:r>
                        <a:rPr lang="en-US" sz="1400" b="0" i="0" smtClean="0">
                          <a:latin typeface="Cambria Math" panose="02040503050406030204" pitchFamily="18" charset="0"/>
                        </a:rPr>
                        <m:t>)+</m:t>
                      </m:r>
                      <m:sSub>
                        <m:sSub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1400" i="1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1400" i="1">
                          <a:latin typeface="Cambria Math" panose="02040503050406030204" pitchFamily="18" charset="0"/>
                        </a:rPr>
                        <m:t>(</m:t>
                      </m:r>
                      <m:f>
                        <m:f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Sup>
                            <m:sSubSupPr>
                              <m:ctrlPr>
                                <a:rPr lang="en-US" sz="140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m:rPr>
                                  <m:sty m:val="p"/>
                                </m:rP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c</m:t>
                              </m:r>
                            </m:e>
                            <m:sub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  <m:sup>
                              <m:r>
                                <m:rPr>
                                  <m:sty m:val="p"/>
                                </m:rP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s</m:t>
                              </m:r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m:rPr>
                                  <m:sty m:val="p"/>
                                </m:rP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int</m:t>
                              </m:r>
                            </m:sup>
                          </m:sSubSup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sz="1400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sSubSup>
                                <m:sSubSupPr>
                                  <m:ctrlP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c</m:t>
                                  </m:r>
                                </m:e>
                                <m:sub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m:rPr>
                                      <m:sty m:val="p"/>
                                    </m:rP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s</m:t>
                                  </m:r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int</m:t>
                                  </m:r>
                                </m:sup>
                              </m:sSubSup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+2</m:t>
                              </m:r>
                              <m:sSubSup>
                                <m:sSubSupPr>
                                  <m:ctrlP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c</m:t>
                                  </m:r>
                                </m:e>
                                <m:sub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  <m:sup>
                                  <m:r>
                                    <m:rPr>
                                      <m:sty m:val="p"/>
                                    </m:rP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s</m:t>
                                  </m:r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int</m:t>
                                  </m:r>
                                </m:sup>
                              </m:sSubSup>
                            </m:e>
                          </m:rad>
                        </m:den>
                      </m:f>
                      <m:r>
                        <a:rPr lang="en-US" sz="140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400" dirty="0"/>
              </a:p>
            </p:txBody>
          </p:sp>
        </mc:Choice>
        <mc:Fallback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44D74E2D-C753-D837-7935-C30A7384CD5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8085" y="3121170"/>
                <a:ext cx="4460088" cy="81907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4E6F24F9-4796-3209-C7F0-0F8909B476FA}"/>
                  </a:ext>
                </a:extLst>
              </p:cNvPr>
              <p:cNvSpPr txBox="1"/>
              <p:nvPr/>
            </p:nvSpPr>
            <p:spPr>
              <a:xfrm>
                <a:off x="5991796" y="2389450"/>
                <a:ext cx="5486400" cy="80477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00" b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14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B</m:t>
                          </m:r>
                        </m:e>
                        <m:sub>
                          <m:r>
                            <a:rPr lang="en-US" sz="14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12</m:t>
                          </m:r>
                        </m:sub>
                      </m:sSub>
                      <m:r>
                        <a:rPr lang="en-US" sz="14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= </m:t>
                      </m:r>
                      <m:f>
                        <m:fPr>
                          <m:ctrlPr>
                            <a:rPr lang="en-US" sz="1400" b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1400" b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1400" b="0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D</m:t>
                              </m:r>
                            </m:e>
                            <m:sub>
                              <m:r>
                                <a:rPr lang="en-US" sz="1400" b="0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12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1400" b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1400" b="0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en-US" sz="1400" b="0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num>
                        <m:den>
                          <m:r>
                            <m:rPr>
                              <m:sty m:val="p"/>
                            </m:rPr>
                            <a:rPr lang="en-US" sz="14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l</m:t>
                          </m:r>
                        </m:den>
                      </m:f>
                      <m:r>
                        <a:rPr lang="en-US" sz="14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400" b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140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1400" i="0">
                                  <a:latin typeface="Cambria Math" panose="02040503050406030204" pitchFamily="18" charset="0"/>
                                </a:rPr>
                                <m:t>D</m:t>
                              </m:r>
                            </m:e>
                            <m:sub>
                              <m:r>
                                <a:rPr lang="en-US" sz="1400" b="0" i="0" smtClean="0">
                                  <a:latin typeface="Cambria Math" panose="02040503050406030204" pitchFamily="18" charset="0"/>
                                </a:rPr>
                                <m:t>12</m:t>
                              </m:r>
                            </m:sub>
                          </m:sSub>
                        </m:num>
                        <m:den>
                          <m:r>
                            <m:rPr>
                              <m:sty m:val="p"/>
                            </m:rPr>
                            <a:rPr lang="en-US" sz="14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l</m:t>
                          </m:r>
                        </m:den>
                      </m:f>
                      <m:d>
                        <m:dPr>
                          <m:ctrlPr>
                            <a:rPr lang="en-US" sz="1400" b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40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140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β</m:t>
                              </m:r>
                            </m:e>
                            <m:sub>
                              <m:r>
                                <a:rPr lang="en-US" sz="1400" i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140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140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β</m:t>
                                  </m:r>
                                </m:e>
                                <m:sub>
                                  <m:r>
                                    <a:rPr lang="en-US" sz="140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sz="140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f>
                                <m:fPr>
                                  <m:ctrlP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140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ad>
                                    <m:radPr>
                                      <m:degHide m:val="on"/>
                                      <m:ctrlPr>
                                        <a:rPr lang="en-US" sz="1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radPr>
                                    <m:deg/>
                                    <m:e>
                                      <m:sSubSup>
                                        <m:sSubSupPr>
                                          <m:ctrlPr>
                                            <a:rPr lang="en-US" sz="1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 sz="1400">
                                              <a:latin typeface="Cambria Math" panose="02040503050406030204" pitchFamily="18" charset="0"/>
                                            </a:rPr>
                                            <m:t>c</m:t>
                                          </m:r>
                                        </m:e>
                                        <m:sub>
                                          <m:r>
                                            <a:rPr lang="en-US" sz="1400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  <m:sup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 sz="1400">
                                              <a:latin typeface="Cambria Math" panose="02040503050406030204" pitchFamily="18" charset="0"/>
                                            </a:rPr>
                                            <m:t>s</m:t>
                                          </m:r>
                                          <m:r>
                                            <a:rPr lang="en-US" sz="1400">
                                              <a:latin typeface="Cambria Math" panose="02040503050406030204" pitchFamily="18" charset="0"/>
                                            </a:rPr>
                                            <m:t>,</m:t>
                                          </m:r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 sz="1400">
                                              <a:latin typeface="Cambria Math" panose="02040503050406030204" pitchFamily="18" charset="0"/>
                                            </a:rPr>
                                            <m:t>int</m:t>
                                          </m:r>
                                        </m:sup>
                                      </m:sSubSup>
                                      <m:r>
                                        <a:rPr lang="en-US" sz="1400">
                                          <a:latin typeface="Cambria Math" panose="02040503050406030204" pitchFamily="18" charset="0"/>
                                        </a:rPr>
                                        <m:t>+2</m:t>
                                      </m:r>
                                      <m:sSubSup>
                                        <m:sSubSupPr>
                                          <m:ctrlPr>
                                            <a:rPr lang="en-US" sz="1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 sz="1400">
                                              <a:latin typeface="Cambria Math" panose="02040503050406030204" pitchFamily="18" charset="0"/>
                                            </a:rPr>
                                            <m:t>c</m:t>
                                          </m:r>
                                        </m:e>
                                        <m:sub>
                                          <m:r>
                                            <a:rPr lang="en-US" sz="1400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b>
                                        <m:sup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 sz="1400">
                                              <a:latin typeface="Cambria Math" panose="02040503050406030204" pitchFamily="18" charset="0"/>
                                            </a:rPr>
                                            <m:t>s</m:t>
                                          </m:r>
                                          <m:r>
                                            <a:rPr lang="en-US" sz="1400">
                                              <a:latin typeface="Cambria Math" panose="02040503050406030204" pitchFamily="18" charset="0"/>
                                            </a:rPr>
                                            <m:t>,</m:t>
                                          </m:r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 sz="1400">
                                              <a:latin typeface="Cambria Math" panose="02040503050406030204" pitchFamily="18" charset="0"/>
                                            </a:rPr>
                                            <m:t>int</m:t>
                                          </m:r>
                                        </m:sup>
                                      </m:sSubSup>
                                    </m:e>
                                  </m:rad>
                                </m:den>
                              </m:f>
                              <m:r>
                                <a:rPr lang="en-US" sz="1400">
                                  <a:latin typeface="Cambria Math" panose="02040503050406030204" pitchFamily="18" charset="0"/>
                                </a:rPr>
                                <m:t>)+</m:t>
                              </m:r>
                              <m:r>
                                <m:rPr>
                                  <m:sty m:val="p"/>
                                </m:rPr>
                                <a:rPr lang="en-US" sz="1400" i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β</m:t>
                              </m:r>
                            </m:e>
                            <m:sub>
                              <m:r>
                                <a:rPr lang="en-US" sz="1400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1400" i="0">
                              <a:latin typeface="Cambria Math" panose="02040503050406030204" pitchFamily="18" charset="0"/>
                            </a:rPr>
                            <m:t>(</m:t>
                          </m:r>
                          <m:f>
                            <m:fPr>
                              <m:ctrlPr>
                                <a:rPr lang="en-US" sz="140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Sup>
                                <m:sSubSupPr>
                                  <m:ctrlPr>
                                    <a:rPr lang="en-US" sz="1400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1400" i="0">
                                      <a:latin typeface="Cambria Math" panose="02040503050406030204" pitchFamily="18" charset="0"/>
                                    </a:rPr>
                                    <m:t>c</m:t>
                                  </m:r>
                                </m:e>
                                <m:sub>
                                  <m:r>
                                    <a:rPr lang="en-US" sz="1400" i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  <m:sup>
                                  <m:r>
                                    <m:rPr>
                                      <m:sty m:val="p"/>
                                    </m:rPr>
                                    <a:rPr lang="en-US" sz="1400" i="0">
                                      <a:latin typeface="Cambria Math" panose="02040503050406030204" pitchFamily="18" charset="0"/>
                                    </a:rPr>
                                    <m:t>s</m:t>
                                  </m:r>
                                  <m:r>
                                    <a:rPr lang="en-US" sz="1400" i="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US" sz="1400" i="0">
                                      <a:latin typeface="Cambria Math" panose="02040503050406030204" pitchFamily="18" charset="0"/>
                                    </a:rPr>
                                    <m:t>int</m:t>
                                  </m:r>
                                </m:sup>
                              </m:sSubSup>
                            </m:num>
                            <m:den>
                              <m:rad>
                                <m:radPr>
                                  <m:degHide m:val="on"/>
                                  <m:ctrlPr>
                                    <a:rPr lang="en-US" sz="1400"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sSubSup>
                                    <m:sSubSupPr>
                                      <m:ctrlPr>
                                        <a:rPr lang="en-US" sz="140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sz="1400" i="0">
                                          <a:latin typeface="Cambria Math" panose="02040503050406030204" pitchFamily="18" charset="0"/>
                                        </a:rPr>
                                        <m:t>c</m:t>
                                      </m:r>
                                    </m:e>
                                    <m:sub>
                                      <m:r>
                                        <a:rPr lang="en-US" sz="1400" i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  <m:sup>
                                      <m:r>
                                        <m:rPr>
                                          <m:sty m:val="p"/>
                                        </m:rPr>
                                        <a:rPr lang="en-US" sz="1400" i="0">
                                          <a:latin typeface="Cambria Math" panose="02040503050406030204" pitchFamily="18" charset="0"/>
                                        </a:rPr>
                                        <m:t>s</m:t>
                                      </m:r>
                                      <m:r>
                                        <a:rPr lang="en-US" sz="1400" i="0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m:rPr>
                                          <m:sty m:val="p"/>
                                        </m:rPr>
                                        <a:rPr lang="en-US" sz="1400" i="0">
                                          <a:latin typeface="Cambria Math" panose="02040503050406030204" pitchFamily="18" charset="0"/>
                                        </a:rPr>
                                        <m:t>int</m:t>
                                      </m:r>
                                    </m:sup>
                                  </m:sSubSup>
                                  <m:r>
                                    <a:rPr lang="en-US" sz="1400" i="0">
                                      <a:latin typeface="Cambria Math" panose="02040503050406030204" pitchFamily="18" charset="0"/>
                                    </a:rPr>
                                    <m:t>+2</m:t>
                                  </m:r>
                                  <m:sSubSup>
                                    <m:sSubSupPr>
                                      <m:ctrlPr>
                                        <a:rPr lang="en-US" sz="140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sz="1400" i="0">
                                          <a:latin typeface="Cambria Math" panose="02040503050406030204" pitchFamily="18" charset="0"/>
                                        </a:rPr>
                                        <m:t>c</m:t>
                                      </m:r>
                                    </m:e>
                                    <m:sub>
                                      <m:r>
                                        <a:rPr lang="en-US" sz="1400" i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  <m:sup>
                                      <m:r>
                                        <m:rPr>
                                          <m:sty m:val="p"/>
                                        </m:rPr>
                                        <a:rPr lang="en-US" sz="1400" i="0">
                                          <a:latin typeface="Cambria Math" panose="02040503050406030204" pitchFamily="18" charset="0"/>
                                        </a:rPr>
                                        <m:t>s</m:t>
                                      </m:r>
                                      <m:r>
                                        <a:rPr lang="en-US" sz="1400" i="0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m:rPr>
                                          <m:sty m:val="p"/>
                                        </m:rPr>
                                        <a:rPr lang="en-US" sz="1400" i="0">
                                          <a:latin typeface="Cambria Math" panose="02040503050406030204" pitchFamily="18" charset="0"/>
                                        </a:rPr>
                                        <m:t>int</m:t>
                                      </m:r>
                                    </m:sup>
                                  </m:sSubSup>
                                </m:e>
                              </m:rad>
                            </m:den>
                          </m:f>
                          <m:r>
                            <a:rPr lang="en-US" sz="1400" i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d>
                    </m:oMath>
                  </m:oMathPara>
                </a14:m>
                <a:endParaRPr lang="en-US" sz="14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4E6F24F9-4796-3209-C7F0-0F8909B476F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91796" y="2389450"/>
                <a:ext cx="5486400" cy="80477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5EAF696A-510C-5B22-5BBD-BC8C9BE0B3A7}"/>
                  </a:ext>
                </a:extLst>
              </p:cNvPr>
              <p:cNvSpPr txBox="1"/>
              <p:nvPr/>
            </p:nvSpPr>
            <p:spPr>
              <a:xfrm>
                <a:off x="5991796" y="3461012"/>
                <a:ext cx="5486400" cy="80477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00" b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14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B</m:t>
                          </m:r>
                        </m:e>
                        <m:sub>
                          <m:r>
                            <a:rPr lang="en-US" sz="14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21</m:t>
                          </m:r>
                        </m:sub>
                      </m:sSub>
                      <m:r>
                        <a:rPr lang="en-US" sz="14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= </m:t>
                      </m:r>
                      <m:f>
                        <m:fPr>
                          <m:ctrlPr>
                            <a:rPr lang="en-US" sz="1400" b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1400" b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1400" b="0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D</m:t>
                              </m:r>
                            </m:e>
                            <m:sub>
                              <m:r>
                                <a:rPr lang="en-US" sz="1400" b="0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21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1400" b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1400" b="0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en-US" sz="1400" b="0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r>
                            <m:rPr>
                              <m:sty m:val="p"/>
                            </m:rPr>
                            <a:rPr lang="en-US" sz="14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l</m:t>
                          </m:r>
                        </m:den>
                      </m:f>
                      <m:r>
                        <a:rPr lang="en-US" sz="14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400" b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140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1400" i="0">
                                  <a:latin typeface="Cambria Math" panose="02040503050406030204" pitchFamily="18" charset="0"/>
                                </a:rPr>
                                <m:t>D</m:t>
                              </m:r>
                            </m:e>
                            <m:sub>
                              <m:r>
                                <a:rPr lang="en-US" sz="1400" b="0" i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US" sz="1400" i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r>
                            <m:rPr>
                              <m:sty m:val="p"/>
                            </m:rPr>
                            <a:rPr lang="en-US" sz="14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l</m:t>
                          </m:r>
                        </m:den>
                      </m:f>
                      <m:d>
                        <m:dPr>
                          <m:ctrlPr>
                            <a:rPr lang="en-US" sz="1400" b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40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140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β</m:t>
                              </m:r>
                            </m:e>
                            <m:sub>
                              <m:r>
                                <a:rPr lang="en-US" sz="1400" i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sz="1400" i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sz="140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1400" i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β</m:t>
                              </m:r>
                            </m:e>
                            <m:sub>
                              <m:r>
                                <a:rPr lang="en-US" sz="1400" i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1400" i="0">
                              <a:latin typeface="Cambria Math" panose="02040503050406030204" pitchFamily="18" charset="0"/>
                            </a:rPr>
                            <m:t>(</m:t>
                          </m:r>
                          <m:f>
                            <m:fPr>
                              <m:ctrlPr>
                                <a:rPr lang="en-US" sz="140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1400" i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ad>
                                <m:radPr>
                                  <m:degHide m:val="on"/>
                                  <m:ctrlPr>
                                    <a:rPr lang="en-US" sz="1400"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sSubSup>
                                    <m:sSubSupPr>
                                      <m:ctrlPr>
                                        <a:rPr lang="en-US" sz="140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sz="1400" i="0">
                                          <a:latin typeface="Cambria Math" panose="02040503050406030204" pitchFamily="18" charset="0"/>
                                        </a:rPr>
                                        <m:t>c</m:t>
                                      </m:r>
                                    </m:e>
                                    <m:sub>
                                      <m:r>
                                        <a:rPr lang="en-US" sz="1400" i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  <m:sup>
                                      <m:r>
                                        <m:rPr>
                                          <m:sty m:val="p"/>
                                        </m:rPr>
                                        <a:rPr lang="en-US" sz="1400" i="0">
                                          <a:latin typeface="Cambria Math" panose="02040503050406030204" pitchFamily="18" charset="0"/>
                                        </a:rPr>
                                        <m:t>s</m:t>
                                      </m:r>
                                      <m:r>
                                        <a:rPr lang="en-US" sz="1400" i="0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m:rPr>
                                          <m:sty m:val="p"/>
                                        </m:rPr>
                                        <a:rPr lang="en-US" sz="1400" i="0">
                                          <a:latin typeface="Cambria Math" panose="02040503050406030204" pitchFamily="18" charset="0"/>
                                        </a:rPr>
                                        <m:t>int</m:t>
                                      </m:r>
                                    </m:sup>
                                  </m:sSubSup>
                                  <m:r>
                                    <a:rPr lang="en-US" sz="1400" i="0">
                                      <a:latin typeface="Cambria Math" panose="02040503050406030204" pitchFamily="18" charset="0"/>
                                    </a:rPr>
                                    <m:t>+2</m:t>
                                  </m:r>
                                  <m:sSubSup>
                                    <m:sSubSupPr>
                                      <m:ctrlPr>
                                        <a:rPr lang="en-US" sz="140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sz="1400" i="0">
                                          <a:latin typeface="Cambria Math" panose="02040503050406030204" pitchFamily="18" charset="0"/>
                                        </a:rPr>
                                        <m:t>c</m:t>
                                      </m:r>
                                    </m:e>
                                    <m:sub>
                                      <m:r>
                                        <a:rPr lang="en-US" sz="1400" i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  <m:sup>
                                      <m:r>
                                        <m:rPr>
                                          <m:sty m:val="p"/>
                                        </m:rPr>
                                        <a:rPr lang="en-US" sz="1400" i="0">
                                          <a:latin typeface="Cambria Math" panose="02040503050406030204" pitchFamily="18" charset="0"/>
                                        </a:rPr>
                                        <m:t>s</m:t>
                                      </m:r>
                                      <m:r>
                                        <a:rPr lang="en-US" sz="1400" i="0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m:rPr>
                                          <m:sty m:val="p"/>
                                        </m:rPr>
                                        <a:rPr lang="en-US" sz="1400" i="0">
                                          <a:latin typeface="Cambria Math" panose="02040503050406030204" pitchFamily="18" charset="0"/>
                                        </a:rPr>
                                        <m:t>int</m:t>
                                      </m:r>
                                    </m:sup>
                                  </m:sSubSup>
                                </m:e>
                              </m:rad>
                            </m:den>
                          </m:f>
                          <m:r>
                            <a:rPr lang="en-US" sz="1400" i="0">
                              <a:latin typeface="Cambria Math" panose="02040503050406030204" pitchFamily="18" charset="0"/>
                            </a:rPr>
                            <m:t>)+</m:t>
                          </m:r>
                          <m:sSub>
                            <m:sSubPr>
                              <m:ctrlPr>
                                <a:rPr lang="en-US" sz="140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1400" i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β</m:t>
                              </m:r>
                            </m:e>
                            <m:sub>
                              <m:r>
                                <a:rPr lang="en-US" sz="1400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1400" i="0">
                              <a:latin typeface="Cambria Math" panose="02040503050406030204" pitchFamily="18" charset="0"/>
                            </a:rPr>
                            <m:t>(</m:t>
                          </m:r>
                          <m:f>
                            <m:fPr>
                              <m:ctrlPr>
                                <a:rPr lang="en-US" sz="140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Sup>
                                <m:sSubSupPr>
                                  <m:ctrlPr>
                                    <a:rPr lang="en-US" sz="1400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1400" i="0">
                                      <a:latin typeface="Cambria Math" panose="02040503050406030204" pitchFamily="18" charset="0"/>
                                    </a:rPr>
                                    <m:t>c</m:t>
                                  </m:r>
                                </m:e>
                                <m:sub>
                                  <m:r>
                                    <a:rPr lang="en-US" sz="1400" i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  <m:sup>
                                  <m:r>
                                    <m:rPr>
                                      <m:sty m:val="p"/>
                                    </m:rPr>
                                    <a:rPr lang="en-US" sz="1400" i="0">
                                      <a:latin typeface="Cambria Math" panose="02040503050406030204" pitchFamily="18" charset="0"/>
                                    </a:rPr>
                                    <m:t>s</m:t>
                                  </m:r>
                                  <m:r>
                                    <a:rPr lang="en-US" sz="1400" i="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US" sz="1400" i="0">
                                      <a:latin typeface="Cambria Math" panose="02040503050406030204" pitchFamily="18" charset="0"/>
                                    </a:rPr>
                                    <m:t>int</m:t>
                                  </m:r>
                                </m:sup>
                              </m:sSubSup>
                            </m:num>
                            <m:den>
                              <m:rad>
                                <m:radPr>
                                  <m:degHide m:val="on"/>
                                  <m:ctrlPr>
                                    <a:rPr lang="en-US" sz="1400"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sSubSup>
                                    <m:sSubSupPr>
                                      <m:ctrlPr>
                                        <a:rPr lang="en-US" sz="140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sz="1400" i="0">
                                          <a:latin typeface="Cambria Math" panose="02040503050406030204" pitchFamily="18" charset="0"/>
                                        </a:rPr>
                                        <m:t>c</m:t>
                                      </m:r>
                                    </m:e>
                                    <m:sub>
                                      <m:r>
                                        <a:rPr lang="en-US" sz="1400" i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  <m:sup>
                                      <m:r>
                                        <m:rPr>
                                          <m:sty m:val="p"/>
                                        </m:rPr>
                                        <a:rPr lang="en-US" sz="1400" i="0">
                                          <a:latin typeface="Cambria Math" panose="02040503050406030204" pitchFamily="18" charset="0"/>
                                        </a:rPr>
                                        <m:t>s</m:t>
                                      </m:r>
                                      <m:r>
                                        <a:rPr lang="en-US" sz="1400" i="0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m:rPr>
                                          <m:sty m:val="p"/>
                                        </m:rPr>
                                        <a:rPr lang="en-US" sz="1400" i="0">
                                          <a:latin typeface="Cambria Math" panose="02040503050406030204" pitchFamily="18" charset="0"/>
                                        </a:rPr>
                                        <m:t>int</m:t>
                                      </m:r>
                                    </m:sup>
                                  </m:sSubSup>
                                  <m:r>
                                    <a:rPr lang="en-US" sz="1400" i="0">
                                      <a:latin typeface="Cambria Math" panose="02040503050406030204" pitchFamily="18" charset="0"/>
                                    </a:rPr>
                                    <m:t>+2</m:t>
                                  </m:r>
                                  <m:sSubSup>
                                    <m:sSubSupPr>
                                      <m:ctrlPr>
                                        <a:rPr lang="en-US" sz="140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sz="1400" i="0">
                                          <a:latin typeface="Cambria Math" panose="02040503050406030204" pitchFamily="18" charset="0"/>
                                        </a:rPr>
                                        <m:t>c</m:t>
                                      </m:r>
                                    </m:e>
                                    <m:sub>
                                      <m:r>
                                        <a:rPr lang="en-US" sz="1400" i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  <m:sup>
                                      <m:r>
                                        <m:rPr>
                                          <m:sty m:val="p"/>
                                        </m:rPr>
                                        <a:rPr lang="en-US" sz="1400" i="0">
                                          <a:latin typeface="Cambria Math" panose="02040503050406030204" pitchFamily="18" charset="0"/>
                                        </a:rPr>
                                        <m:t>s</m:t>
                                      </m:r>
                                      <m:r>
                                        <a:rPr lang="en-US" sz="1400" i="0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m:rPr>
                                          <m:sty m:val="p"/>
                                        </m:rPr>
                                        <a:rPr lang="en-US" sz="1400" i="0">
                                          <a:latin typeface="Cambria Math" panose="02040503050406030204" pitchFamily="18" charset="0"/>
                                        </a:rPr>
                                        <m:t>int</m:t>
                                      </m:r>
                                    </m:sup>
                                  </m:sSubSup>
                                </m:e>
                              </m:rad>
                            </m:den>
                          </m:f>
                          <m:r>
                            <a:rPr lang="en-US" sz="1400" i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d>
                    </m:oMath>
                  </m:oMathPara>
                </a14:m>
                <a:endParaRPr lang="en-US" sz="14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5EAF696A-510C-5B22-5BBD-BC8C9BE0B3A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91796" y="3461012"/>
                <a:ext cx="5486400" cy="80477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5E8EB55F-8D72-FF9A-4C8C-DD4503B3A6A7}"/>
                  </a:ext>
                </a:extLst>
              </p:cNvPr>
              <p:cNvSpPr txBox="1"/>
              <p:nvPr/>
            </p:nvSpPr>
            <p:spPr>
              <a:xfrm>
                <a:off x="5991796" y="4532575"/>
                <a:ext cx="5486400" cy="80477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00" b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14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B</m:t>
                          </m:r>
                        </m:e>
                        <m:sub>
                          <m:r>
                            <a:rPr lang="en-US" sz="14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22</m:t>
                          </m:r>
                        </m:sub>
                      </m:sSub>
                      <m:r>
                        <a:rPr lang="en-US" sz="14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= </m:t>
                      </m:r>
                      <m:f>
                        <m:fPr>
                          <m:ctrlPr>
                            <a:rPr lang="en-US" sz="1400" b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1400" b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1400" b="0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D</m:t>
                              </m:r>
                            </m:e>
                            <m:sub>
                              <m:r>
                                <a:rPr lang="en-US" sz="1400" b="0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22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1400" b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1400" b="0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en-US" sz="1400" b="0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num>
                        <m:den>
                          <m:r>
                            <m:rPr>
                              <m:sty m:val="p"/>
                            </m:rPr>
                            <a:rPr lang="en-US" sz="14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l</m:t>
                          </m:r>
                        </m:den>
                      </m:f>
                      <m:r>
                        <a:rPr lang="en-US" sz="14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400" b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140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1400" i="0">
                                  <a:latin typeface="Cambria Math" panose="02040503050406030204" pitchFamily="18" charset="0"/>
                                </a:rPr>
                                <m:t>D</m:t>
                              </m:r>
                            </m:e>
                            <m:sub>
                              <m:r>
                                <a:rPr lang="en-US" sz="1400" b="0" i="0" smtClean="0">
                                  <a:latin typeface="Cambria Math" panose="02040503050406030204" pitchFamily="18" charset="0"/>
                                </a:rPr>
                                <m:t>22</m:t>
                              </m:r>
                            </m:sub>
                          </m:sSub>
                        </m:num>
                        <m:den>
                          <m:r>
                            <m:rPr>
                              <m:sty m:val="p"/>
                            </m:rPr>
                            <a:rPr lang="en-US" sz="14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l</m:t>
                          </m:r>
                        </m:den>
                      </m:f>
                      <m:d>
                        <m:dPr>
                          <m:ctrlPr>
                            <a:rPr lang="en-US" sz="1400" b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40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140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β</m:t>
                              </m:r>
                            </m:e>
                            <m:sub>
                              <m:r>
                                <a:rPr lang="en-US" sz="1400" i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sz="140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14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β</m:t>
                              </m:r>
                            </m:e>
                            <m:sub>
                              <m:r>
                                <a:rPr lang="en-US" sz="140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1400">
                              <a:latin typeface="Cambria Math" panose="02040503050406030204" pitchFamily="18" charset="0"/>
                            </a:rPr>
                            <m:t>(</m:t>
                          </m:r>
                          <m:f>
                            <m:fPr>
                              <m:ctrlPr>
                                <a:rPr lang="en-US" sz="14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140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ad>
                                <m:radPr>
                                  <m:degHide m:val="on"/>
                                  <m:ctrlP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sSubSup>
                                    <m:sSubSupPr>
                                      <m:ctrlPr>
                                        <a:rPr lang="en-US" sz="1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sz="1400">
                                          <a:latin typeface="Cambria Math" panose="02040503050406030204" pitchFamily="18" charset="0"/>
                                        </a:rPr>
                                        <m:t>c</m:t>
                                      </m:r>
                                    </m:e>
                                    <m:sub>
                                      <m:r>
                                        <a:rPr lang="en-US" sz="140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  <m:sup>
                                      <m:r>
                                        <m:rPr>
                                          <m:sty m:val="p"/>
                                        </m:rPr>
                                        <a:rPr lang="en-US" sz="1400">
                                          <a:latin typeface="Cambria Math" panose="02040503050406030204" pitchFamily="18" charset="0"/>
                                        </a:rPr>
                                        <m:t>s</m:t>
                                      </m:r>
                                      <m:r>
                                        <a:rPr lang="en-US" sz="1400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m:rPr>
                                          <m:sty m:val="p"/>
                                        </m:rPr>
                                        <a:rPr lang="en-US" sz="1400">
                                          <a:latin typeface="Cambria Math" panose="02040503050406030204" pitchFamily="18" charset="0"/>
                                        </a:rPr>
                                        <m:t>int</m:t>
                                      </m:r>
                                    </m:sup>
                                  </m:sSubSup>
                                  <m:r>
                                    <a:rPr lang="en-US" sz="1400">
                                      <a:latin typeface="Cambria Math" panose="02040503050406030204" pitchFamily="18" charset="0"/>
                                    </a:rPr>
                                    <m:t>+2</m:t>
                                  </m:r>
                                  <m:sSubSup>
                                    <m:sSubSupPr>
                                      <m:ctrlPr>
                                        <a:rPr lang="en-US" sz="1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sz="1400">
                                          <a:latin typeface="Cambria Math" panose="02040503050406030204" pitchFamily="18" charset="0"/>
                                        </a:rPr>
                                        <m:t>c</m:t>
                                      </m:r>
                                    </m:e>
                                    <m:sub>
                                      <m:r>
                                        <a:rPr lang="en-US" sz="140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  <m:sup>
                                      <m:r>
                                        <m:rPr>
                                          <m:sty m:val="p"/>
                                        </m:rPr>
                                        <a:rPr lang="en-US" sz="1400">
                                          <a:latin typeface="Cambria Math" panose="02040503050406030204" pitchFamily="18" charset="0"/>
                                        </a:rPr>
                                        <m:t>s</m:t>
                                      </m:r>
                                      <m:r>
                                        <a:rPr lang="en-US" sz="1400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m:rPr>
                                          <m:sty m:val="p"/>
                                        </m:rPr>
                                        <a:rPr lang="en-US" sz="1400">
                                          <a:latin typeface="Cambria Math" panose="02040503050406030204" pitchFamily="18" charset="0"/>
                                        </a:rPr>
                                        <m:t>int</m:t>
                                      </m:r>
                                    </m:sup>
                                  </m:sSubSup>
                                </m:e>
                              </m:rad>
                            </m:den>
                          </m:f>
                          <m:r>
                            <a:rPr lang="en-US" sz="1400">
                              <a:latin typeface="Cambria Math" panose="02040503050406030204" pitchFamily="18" charset="0"/>
                            </a:rPr>
                            <m:t>)+</m:t>
                          </m:r>
                          <m:sSub>
                            <m:sSubPr>
                              <m:ctrlPr>
                                <a:rPr lang="en-US" sz="140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1400" i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β</m:t>
                              </m:r>
                            </m:e>
                            <m:sub>
                              <m:r>
                                <a:rPr lang="en-US" sz="1400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1400" i="0">
                              <a:latin typeface="Cambria Math" panose="02040503050406030204" pitchFamily="18" charset="0"/>
                            </a:rPr>
                            <m:t>(</m:t>
                          </m:r>
                          <m:f>
                            <m:fPr>
                              <m:ctrlPr>
                                <a:rPr lang="en-US" sz="140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Sup>
                                <m:sSubSupPr>
                                  <m:ctrlPr>
                                    <a:rPr lang="en-US" sz="1400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1400" i="0">
                                      <a:latin typeface="Cambria Math" panose="02040503050406030204" pitchFamily="18" charset="0"/>
                                    </a:rPr>
                                    <m:t>c</m:t>
                                  </m:r>
                                </m:e>
                                <m:sub>
                                  <m:r>
                                    <a:rPr lang="en-US" sz="1400" i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  <m:sup>
                                  <m:r>
                                    <m:rPr>
                                      <m:sty m:val="p"/>
                                    </m:rPr>
                                    <a:rPr lang="en-US" sz="1400" i="0">
                                      <a:latin typeface="Cambria Math" panose="02040503050406030204" pitchFamily="18" charset="0"/>
                                    </a:rPr>
                                    <m:t>s</m:t>
                                  </m:r>
                                  <m:r>
                                    <a:rPr lang="en-US" sz="1400" i="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US" sz="1400" i="0">
                                      <a:latin typeface="Cambria Math" panose="02040503050406030204" pitchFamily="18" charset="0"/>
                                    </a:rPr>
                                    <m:t>int</m:t>
                                  </m:r>
                                </m:sup>
                              </m:sSubSup>
                            </m:num>
                            <m:den>
                              <m:rad>
                                <m:radPr>
                                  <m:degHide m:val="on"/>
                                  <m:ctrlPr>
                                    <a:rPr lang="en-US" sz="1400"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sSubSup>
                                    <m:sSubSupPr>
                                      <m:ctrlPr>
                                        <a:rPr lang="en-US" sz="140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sz="1400" i="0">
                                          <a:latin typeface="Cambria Math" panose="02040503050406030204" pitchFamily="18" charset="0"/>
                                        </a:rPr>
                                        <m:t>c</m:t>
                                      </m:r>
                                    </m:e>
                                    <m:sub>
                                      <m:r>
                                        <a:rPr lang="en-US" sz="1400" i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  <m:sup>
                                      <m:r>
                                        <m:rPr>
                                          <m:sty m:val="p"/>
                                        </m:rPr>
                                        <a:rPr lang="en-US" sz="1400" i="0">
                                          <a:latin typeface="Cambria Math" panose="02040503050406030204" pitchFamily="18" charset="0"/>
                                        </a:rPr>
                                        <m:t>s</m:t>
                                      </m:r>
                                      <m:r>
                                        <a:rPr lang="en-US" sz="1400" i="0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m:rPr>
                                          <m:sty m:val="p"/>
                                        </m:rPr>
                                        <a:rPr lang="en-US" sz="1400" i="0">
                                          <a:latin typeface="Cambria Math" panose="02040503050406030204" pitchFamily="18" charset="0"/>
                                        </a:rPr>
                                        <m:t>int</m:t>
                                      </m:r>
                                    </m:sup>
                                  </m:sSubSup>
                                  <m:r>
                                    <a:rPr lang="en-US" sz="1400" i="0">
                                      <a:latin typeface="Cambria Math" panose="02040503050406030204" pitchFamily="18" charset="0"/>
                                    </a:rPr>
                                    <m:t>+2</m:t>
                                  </m:r>
                                  <m:sSubSup>
                                    <m:sSubSupPr>
                                      <m:ctrlPr>
                                        <a:rPr lang="en-US" sz="140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sz="1400" i="0">
                                          <a:latin typeface="Cambria Math" panose="02040503050406030204" pitchFamily="18" charset="0"/>
                                        </a:rPr>
                                        <m:t>c</m:t>
                                      </m:r>
                                    </m:e>
                                    <m:sub>
                                      <m:r>
                                        <a:rPr lang="en-US" sz="1400" i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  <m:sup>
                                      <m:r>
                                        <m:rPr>
                                          <m:sty m:val="p"/>
                                        </m:rPr>
                                        <a:rPr lang="en-US" sz="1400" i="0">
                                          <a:latin typeface="Cambria Math" panose="02040503050406030204" pitchFamily="18" charset="0"/>
                                        </a:rPr>
                                        <m:t>s</m:t>
                                      </m:r>
                                      <m:r>
                                        <a:rPr lang="en-US" sz="1400" i="0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m:rPr>
                                          <m:sty m:val="p"/>
                                        </m:rPr>
                                        <a:rPr lang="en-US" sz="1400" i="0">
                                          <a:latin typeface="Cambria Math" panose="02040503050406030204" pitchFamily="18" charset="0"/>
                                        </a:rPr>
                                        <m:t>int</m:t>
                                      </m:r>
                                    </m:sup>
                                  </m:sSubSup>
                                </m:e>
                              </m:rad>
                            </m:den>
                          </m:f>
                          <m:r>
                            <a:rPr lang="en-US" sz="1400" i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d>
                    </m:oMath>
                  </m:oMathPara>
                </a14:m>
                <a:endParaRPr lang="en-US" sz="14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5E8EB55F-8D72-FF9A-4C8C-DD4503B3A6A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91796" y="4532575"/>
                <a:ext cx="5486400" cy="804772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8F162D80-17D2-9152-CFF0-E35F5C30B01E}"/>
                  </a:ext>
                </a:extLst>
              </p:cNvPr>
              <p:cNvSpPr txBox="1"/>
              <p:nvPr/>
            </p:nvSpPr>
            <p:spPr>
              <a:xfrm>
                <a:off x="2653767" y="5144368"/>
                <a:ext cx="1048724" cy="49423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14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B</m:t>
                      </m:r>
                      <m:r>
                        <a:rPr lang="en-US" sz="14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DH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en-US" sz="14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l</m:t>
                          </m:r>
                        </m:den>
                      </m:f>
                    </m:oMath>
                  </m:oMathPara>
                </a14:m>
                <a:endParaRPr lang="en-US" sz="1400" dirty="0"/>
              </a:p>
            </p:txBody>
          </p:sp>
        </mc:Choice>
        <mc:Fallback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8F162D80-17D2-9152-CFF0-E35F5C30B0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53767" y="5144368"/>
                <a:ext cx="1048724" cy="494238"/>
              </a:xfrm>
              <a:prstGeom prst="rect">
                <a:avLst/>
              </a:prstGeom>
              <a:blipFill>
                <a:blip r:embed="rId12"/>
                <a:stretch>
                  <a:fillRect b="-246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203365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  <p:bldP spid="15" grpId="0"/>
      <p:bldP spid="16" grpId="0"/>
      <p:bldP spid="17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3AAAAA-F72D-40CB-8C66-B1EAFD1E65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C38BF82-10AC-99AC-F2E3-D494D8EE0236}"/>
              </a:ext>
            </a:extLst>
          </p:cNvPr>
          <p:cNvSpPr/>
          <p:nvPr/>
        </p:nvSpPr>
        <p:spPr>
          <a:xfrm>
            <a:off x="0" y="6685181"/>
            <a:ext cx="121920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8FAE854-5E09-D2B7-B5EA-BAAE5FDA17D9}"/>
              </a:ext>
            </a:extLst>
          </p:cNvPr>
          <p:cNvSpPr txBox="1"/>
          <p:nvPr/>
        </p:nvSpPr>
        <p:spPr>
          <a:xfrm>
            <a:off x="0" y="192140"/>
            <a:ext cx="1219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NF270_MC2, 05.08.24_E1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0E5C195-04C8-ECBA-79CC-12FEC2761023}"/>
              </a:ext>
            </a:extLst>
          </p:cNvPr>
          <p:cNvSpPr txBox="1"/>
          <p:nvPr/>
        </p:nvSpPr>
        <p:spPr>
          <a:xfrm>
            <a:off x="48974" y="91811"/>
            <a:ext cx="307522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Multicomponent: </a:t>
            </a:r>
            <a:r>
              <a:rPr lang="en-US" sz="12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NaCl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12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CaCl2</a:t>
            </a:r>
          </a:p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Feed: 10 mM CaCl2</a:t>
            </a:r>
          </a:p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Diafiltrate: 4 mM CaCl2; 50 mM NaCl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E88E257-817B-0247-3B3A-9DD0857E282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8226" y="1711411"/>
            <a:ext cx="5334000" cy="40005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6CE0CF3-F09D-F66F-DC33-44DE37E5BC7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09563" y="1711411"/>
            <a:ext cx="5334000" cy="4000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66682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F513EE-E5B7-101E-5DB6-866F406F7C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5C0C8B93-3C5A-71B3-C170-A8B179EB0584}"/>
              </a:ext>
            </a:extLst>
          </p:cNvPr>
          <p:cNvSpPr/>
          <p:nvPr/>
        </p:nvSpPr>
        <p:spPr>
          <a:xfrm>
            <a:off x="0" y="6685181"/>
            <a:ext cx="121920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0B1DD1D-B2AA-7DB1-5B49-5AE7F4A1C257}"/>
              </a:ext>
            </a:extLst>
          </p:cNvPr>
          <p:cNvSpPr txBox="1"/>
          <p:nvPr/>
        </p:nvSpPr>
        <p:spPr>
          <a:xfrm>
            <a:off x="0" y="192140"/>
            <a:ext cx="1219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NF270_MC2, 05.08.24_E2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843B661-C04F-7A2D-C49A-B69065839EDF}"/>
              </a:ext>
            </a:extLst>
          </p:cNvPr>
          <p:cNvSpPr txBox="1"/>
          <p:nvPr/>
        </p:nvSpPr>
        <p:spPr>
          <a:xfrm>
            <a:off x="104491" y="233780"/>
            <a:ext cx="28738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Multicomponent: </a:t>
            </a:r>
            <a:r>
              <a:rPr lang="en-US" sz="12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NaCl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12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CaCl2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Feed: 20 mM CaCl2</a:t>
            </a:r>
          </a:p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Diafiltrate: 8 mM CaCl2; 50 mM NaCl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B806B5F-2CB4-7FF6-D60E-3CD4CDEDF1C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8957" y="1556090"/>
            <a:ext cx="5334000" cy="40005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587AF1F-B891-8B31-7500-134C0F421B3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58642" y="1556090"/>
            <a:ext cx="5334000" cy="4000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73006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C9A349-F1A8-08A9-31BE-3F10726292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357922B8-AB4E-1ECE-23CB-2B9936617F23}"/>
              </a:ext>
            </a:extLst>
          </p:cNvPr>
          <p:cNvSpPr/>
          <p:nvPr/>
        </p:nvSpPr>
        <p:spPr>
          <a:xfrm>
            <a:off x="0" y="6685181"/>
            <a:ext cx="121920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2366DE4-3184-FFFF-16D3-E6C502D2BD5E}"/>
              </a:ext>
            </a:extLst>
          </p:cNvPr>
          <p:cNvSpPr txBox="1"/>
          <p:nvPr/>
        </p:nvSpPr>
        <p:spPr>
          <a:xfrm>
            <a:off x="0" y="192140"/>
            <a:ext cx="1219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NF270_MC5, 06.05.26_E3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DAA5E5E-56A4-8527-B429-01C54E81BFCD}"/>
              </a:ext>
            </a:extLst>
          </p:cNvPr>
          <p:cNvSpPr txBox="1"/>
          <p:nvPr/>
        </p:nvSpPr>
        <p:spPr>
          <a:xfrm>
            <a:off x="178689" y="127100"/>
            <a:ext cx="271599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Multicomponent: </a:t>
            </a:r>
            <a:r>
              <a:rPr lang="en-US" sz="12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NaCl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12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CaCl2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Feed: 10 mM NaCl</a:t>
            </a:r>
          </a:p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Diafiltrate: 5 mM NaCl; 50 mM CaCl2</a:t>
            </a:r>
          </a:p>
        </p:txBody>
      </p:sp>
    </p:spTree>
    <p:extLst>
      <p:ext uri="{BB962C8B-B14F-4D97-AF65-F5344CB8AC3E}">
        <p14:creationId xmlns:p14="http://schemas.microsoft.com/office/powerpoint/2010/main" val="16480015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1C8FEE-1502-A78D-9353-C19439BAAD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89A6F4B6-0AAC-121D-5067-DE760BF67944}"/>
              </a:ext>
            </a:extLst>
          </p:cNvPr>
          <p:cNvSpPr/>
          <p:nvPr/>
        </p:nvSpPr>
        <p:spPr>
          <a:xfrm>
            <a:off x="0" y="6685181"/>
            <a:ext cx="121920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32B919A-46B6-4BB6-BD5C-03C263043D67}"/>
              </a:ext>
            </a:extLst>
          </p:cNvPr>
          <p:cNvSpPr txBox="1"/>
          <p:nvPr/>
        </p:nvSpPr>
        <p:spPr>
          <a:xfrm>
            <a:off x="0" y="192140"/>
            <a:ext cx="1219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NF270_MC5, 06.05.26_E4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21D0B7F-2159-AE8A-3619-0BC3DF8A51F9}"/>
              </a:ext>
            </a:extLst>
          </p:cNvPr>
          <p:cNvSpPr txBox="1"/>
          <p:nvPr/>
        </p:nvSpPr>
        <p:spPr>
          <a:xfrm>
            <a:off x="87799" y="127100"/>
            <a:ext cx="27976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Multicomponent: </a:t>
            </a:r>
            <a:r>
              <a:rPr lang="en-US" sz="12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NaCl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12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CaCl2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Feed: 20 mM NaCl</a:t>
            </a:r>
          </a:p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Diafiltrate: 10 mM NaCl; 50 mM CaCl2</a:t>
            </a:r>
          </a:p>
        </p:txBody>
      </p:sp>
    </p:spTree>
    <p:extLst>
      <p:ext uri="{BB962C8B-B14F-4D97-AF65-F5344CB8AC3E}">
        <p14:creationId xmlns:p14="http://schemas.microsoft.com/office/powerpoint/2010/main" val="14238403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97693F-67C7-9DDA-B395-36698F1223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92AA6F1D-B8F8-CA33-C4AE-CC4B0A754F02}"/>
              </a:ext>
            </a:extLst>
          </p:cNvPr>
          <p:cNvSpPr/>
          <p:nvPr/>
        </p:nvSpPr>
        <p:spPr>
          <a:xfrm>
            <a:off x="0" y="6685181"/>
            <a:ext cx="121920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D69074D-6B64-7B04-26D7-263FCDDEF603}"/>
              </a:ext>
            </a:extLst>
          </p:cNvPr>
          <p:cNvSpPr txBox="1"/>
          <p:nvPr/>
        </p:nvSpPr>
        <p:spPr>
          <a:xfrm>
            <a:off x="0" y="192140"/>
            <a:ext cx="1219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NF270_MC2, 05.09.24_E5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B63F858-4840-CE7E-37C8-666452EF0AA8}"/>
              </a:ext>
            </a:extLst>
          </p:cNvPr>
          <p:cNvSpPr txBox="1"/>
          <p:nvPr/>
        </p:nvSpPr>
        <p:spPr>
          <a:xfrm>
            <a:off x="94330" y="127100"/>
            <a:ext cx="285206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Multicomponent: </a:t>
            </a:r>
            <a:r>
              <a:rPr lang="en-US" sz="12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NaCl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12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CaCl2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Feed: 10 mM NaCl; 1 mM CaCl2</a:t>
            </a:r>
          </a:p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Diafiltrate: 50 mM NaCl; 50 mM CaCl2</a:t>
            </a:r>
          </a:p>
        </p:txBody>
      </p:sp>
    </p:spTree>
    <p:extLst>
      <p:ext uri="{BB962C8B-B14F-4D97-AF65-F5344CB8AC3E}">
        <p14:creationId xmlns:p14="http://schemas.microsoft.com/office/powerpoint/2010/main" val="192555128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AB68B7-DE9B-3A10-AD1A-0E16465E9B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761EEA2E-1955-E1F8-C0C8-9CD4D45EBD1E}"/>
              </a:ext>
            </a:extLst>
          </p:cNvPr>
          <p:cNvSpPr/>
          <p:nvPr/>
        </p:nvSpPr>
        <p:spPr>
          <a:xfrm>
            <a:off x="0" y="6685181"/>
            <a:ext cx="121920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52511C7-F590-E993-87CC-6AE53532CFFC}"/>
              </a:ext>
            </a:extLst>
          </p:cNvPr>
          <p:cNvSpPr txBox="1"/>
          <p:nvPr/>
        </p:nvSpPr>
        <p:spPr>
          <a:xfrm>
            <a:off x="0" y="192140"/>
            <a:ext cx="1219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NF270_MC2, 05.21.24_E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6</a:t>
            </a:r>
            <a:endParaRPr lang="en-US" sz="2400" b="0" i="0" dirty="0"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FFBF48D-B48E-383E-9E0C-D53E3BA711DB}"/>
              </a:ext>
            </a:extLst>
          </p:cNvPr>
          <p:cNvSpPr txBox="1"/>
          <p:nvPr/>
        </p:nvSpPr>
        <p:spPr>
          <a:xfrm>
            <a:off x="0" y="99806"/>
            <a:ext cx="303168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Multicomponent: </a:t>
            </a:r>
            <a:r>
              <a:rPr lang="en-US" sz="12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CaCl2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1200" dirty="0">
                <a:solidFill>
                  <a:srgbClr val="00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LaCl3</a:t>
            </a:r>
          </a:p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Feed: 5 mM LaCl3</a:t>
            </a:r>
          </a:p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Diafiltrate: 0.4 mM LaCl3; 50 mM CaCl2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318652B-13BB-6762-984B-163532EFF2B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2072" y="1616528"/>
            <a:ext cx="5334000" cy="40005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C1B0FAB-02CD-FE51-1D66-4820D4437B0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2386" y="1616528"/>
            <a:ext cx="5334000" cy="4000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511311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A749AE-D264-4725-ECAA-F6BFB234F8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9EAEE07-8706-63DA-C1DC-5E2B29C514DE}"/>
              </a:ext>
            </a:extLst>
          </p:cNvPr>
          <p:cNvSpPr/>
          <p:nvPr/>
        </p:nvSpPr>
        <p:spPr>
          <a:xfrm>
            <a:off x="0" y="6685181"/>
            <a:ext cx="121920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0B0B3AB-E8DF-6976-57E3-E658310C8F54}"/>
              </a:ext>
            </a:extLst>
          </p:cNvPr>
          <p:cNvSpPr txBox="1"/>
          <p:nvPr/>
        </p:nvSpPr>
        <p:spPr>
          <a:xfrm>
            <a:off x="0" y="192140"/>
            <a:ext cx="1219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NF270_MC2, 05.21.24_E7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1BA17E6-205A-6E60-EFC6-9CF05AE1D15B}"/>
              </a:ext>
            </a:extLst>
          </p:cNvPr>
          <p:cNvSpPr txBox="1"/>
          <p:nvPr/>
        </p:nvSpPr>
        <p:spPr>
          <a:xfrm>
            <a:off x="175617" y="127100"/>
            <a:ext cx="295548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Multicomponent: </a:t>
            </a:r>
            <a:r>
              <a:rPr lang="en-US" sz="12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CaCl2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1200" dirty="0">
                <a:solidFill>
                  <a:srgbClr val="00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LaCl3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Feed: 10 mM LaCl3</a:t>
            </a:r>
          </a:p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Diafiltrate: 0.4 mM LaCl3; 50 mM CaCl2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B193510-F297-FD53-EA4B-BF36DF58DBE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6428" y="1428750"/>
            <a:ext cx="5334000" cy="40005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C7FAED6A-91F0-B847-DCBD-C3C48B00F5D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35485" y="1428750"/>
            <a:ext cx="5334000" cy="4000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098557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780B99-4C3C-F03C-FB2A-9B084FFAF5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273BC859-9AD4-2045-68DC-537181ED367C}"/>
              </a:ext>
            </a:extLst>
          </p:cNvPr>
          <p:cNvSpPr/>
          <p:nvPr/>
        </p:nvSpPr>
        <p:spPr>
          <a:xfrm>
            <a:off x="0" y="6685181"/>
            <a:ext cx="121920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9660628-945E-B7EE-19F8-A86FEF100871}"/>
              </a:ext>
            </a:extLst>
          </p:cNvPr>
          <p:cNvSpPr txBox="1"/>
          <p:nvPr/>
        </p:nvSpPr>
        <p:spPr>
          <a:xfrm>
            <a:off x="0" y="192140"/>
            <a:ext cx="1219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NF270_MC2, 05.22.24_E8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FACAB8B-13EF-54EE-DF7C-2B7D8E427D20}"/>
              </a:ext>
            </a:extLst>
          </p:cNvPr>
          <p:cNvSpPr txBox="1"/>
          <p:nvPr/>
        </p:nvSpPr>
        <p:spPr>
          <a:xfrm>
            <a:off x="129897" y="127100"/>
            <a:ext cx="288472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Multicomponent: </a:t>
            </a:r>
            <a:r>
              <a:rPr lang="en-US" sz="12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CaCl2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1200" dirty="0">
                <a:solidFill>
                  <a:srgbClr val="00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LaCl3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Feed: 10 mM CaCl2</a:t>
            </a:r>
          </a:p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Diafiltrate: 6 mM CaCl2; 15 mM LaCl3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C98D296-A2EC-4A9E-C263-853CD503538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1486" y="1428750"/>
            <a:ext cx="5334000" cy="40005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DCF0D91-79AC-94CE-6931-F58DD8A07AE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16409" y="1428750"/>
            <a:ext cx="5334000" cy="4000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889753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9D2423-7352-6476-0731-962D089F32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901FDC1F-52E3-DAA8-F26B-D602BF72EEE4}"/>
              </a:ext>
            </a:extLst>
          </p:cNvPr>
          <p:cNvSpPr/>
          <p:nvPr/>
        </p:nvSpPr>
        <p:spPr>
          <a:xfrm>
            <a:off x="0" y="6685181"/>
            <a:ext cx="121920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95344EF-5BC8-9D42-60E2-9D81F3B427FC}"/>
              </a:ext>
            </a:extLst>
          </p:cNvPr>
          <p:cNvSpPr txBox="1"/>
          <p:nvPr/>
        </p:nvSpPr>
        <p:spPr>
          <a:xfrm>
            <a:off x="79688" y="192140"/>
            <a:ext cx="289016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Multicomponent: </a:t>
            </a:r>
            <a:r>
              <a:rPr lang="en-US" sz="12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CaCl2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1200" dirty="0">
                <a:solidFill>
                  <a:srgbClr val="00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LaCl3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Feed: 20 mM CaCl2</a:t>
            </a:r>
          </a:p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Diafiltrate: 12 mM CaCl2; 15 mM LaCl3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28D0C9B-DC01-3E3E-F28C-9BF3AB156A16}"/>
              </a:ext>
            </a:extLst>
          </p:cNvPr>
          <p:cNvSpPr txBox="1"/>
          <p:nvPr/>
        </p:nvSpPr>
        <p:spPr>
          <a:xfrm>
            <a:off x="0" y="192140"/>
            <a:ext cx="1219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NF270_MC5, 09.08.25_E9</a:t>
            </a:r>
          </a:p>
        </p:txBody>
      </p:sp>
    </p:spTree>
    <p:extLst>
      <p:ext uri="{BB962C8B-B14F-4D97-AF65-F5344CB8AC3E}">
        <p14:creationId xmlns:p14="http://schemas.microsoft.com/office/powerpoint/2010/main" val="90988222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9ED1D1-D6AE-81FD-62DD-4132FE2003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4B09350-24A3-D8B2-2B5C-E82E3FDB3430}"/>
              </a:ext>
            </a:extLst>
          </p:cNvPr>
          <p:cNvSpPr/>
          <p:nvPr/>
        </p:nvSpPr>
        <p:spPr>
          <a:xfrm>
            <a:off x="0" y="6685181"/>
            <a:ext cx="121920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0ADD7A0-4D88-956F-BDBC-A3430572B735}"/>
              </a:ext>
            </a:extLst>
          </p:cNvPr>
          <p:cNvSpPr txBox="1"/>
          <p:nvPr/>
        </p:nvSpPr>
        <p:spPr>
          <a:xfrm>
            <a:off x="150580" y="192140"/>
            <a:ext cx="296092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Multicomponent: </a:t>
            </a:r>
            <a:r>
              <a:rPr lang="en-US" sz="12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CaCl2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1200" dirty="0">
                <a:solidFill>
                  <a:srgbClr val="00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LaCl3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Feed: 1 mM LaCl3; 5 mM CaCl2</a:t>
            </a:r>
          </a:p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Diafiltrate: 10 mM LaCl3; 25 mM CaCl2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9FCDADE-5E0B-8696-C28E-4183F4ABFD83}"/>
              </a:ext>
            </a:extLst>
          </p:cNvPr>
          <p:cNvSpPr txBox="1"/>
          <p:nvPr/>
        </p:nvSpPr>
        <p:spPr>
          <a:xfrm>
            <a:off x="0" y="192140"/>
            <a:ext cx="1219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NF270_MC2, 05.22.24_E10</a:t>
            </a:r>
          </a:p>
        </p:txBody>
      </p:sp>
    </p:spTree>
    <p:extLst>
      <p:ext uri="{BB962C8B-B14F-4D97-AF65-F5344CB8AC3E}">
        <p14:creationId xmlns:p14="http://schemas.microsoft.com/office/powerpoint/2010/main" val="188684268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70B7B1-292A-6A5F-7C00-95EC9CA684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EC141F9-60CC-2E36-FC39-33066D154148}"/>
              </a:ext>
            </a:extLst>
          </p:cNvPr>
          <p:cNvSpPr/>
          <p:nvPr/>
        </p:nvSpPr>
        <p:spPr>
          <a:xfrm>
            <a:off x="0" y="6685181"/>
            <a:ext cx="121920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A60F53E-28D7-8A8F-2814-216C5FB4DAA0}"/>
              </a:ext>
            </a:extLst>
          </p:cNvPr>
          <p:cNvSpPr txBox="1"/>
          <p:nvPr/>
        </p:nvSpPr>
        <p:spPr>
          <a:xfrm>
            <a:off x="0" y="192140"/>
            <a:ext cx="1219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NF270_MC4, 07.16.24_E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17</a:t>
            </a:r>
            <a:endParaRPr lang="en-US" sz="2400" b="0" i="0" dirty="0"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E382F82-86E5-13C4-10EB-A29ADBBD3B54}"/>
              </a:ext>
            </a:extLst>
          </p:cNvPr>
          <p:cNvSpPr txBox="1"/>
          <p:nvPr/>
        </p:nvSpPr>
        <p:spPr>
          <a:xfrm>
            <a:off x="148034" y="127100"/>
            <a:ext cx="252005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Multicomponent: </a:t>
            </a:r>
            <a:r>
              <a:rPr lang="en-US" sz="12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CaCl2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1200" dirty="0">
                <a:solidFill>
                  <a:srgbClr val="00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LaCl3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Feed: 50 mM CaCl2; 1 mM LaCl3</a:t>
            </a:r>
          </a:p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Diafiltrate: 20 mM LaCl3</a:t>
            </a:r>
          </a:p>
        </p:txBody>
      </p:sp>
    </p:spTree>
    <p:extLst>
      <p:ext uri="{BB962C8B-B14F-4D97-AF65-F5344CB8AC3E}">
        <p14:creationId xmlns:p14="http://schemas.microsoft.com/office/powerpoint/2010/main" val="389073061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68D012-5AF0-FB99-15F3-FAA8C5DD01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804AD5E8-70C5-B7DE-9816-119927821CE2}"/>
              </a:ext>
            </a:extLst>
          </p:cNvPr>
          <p:cNvSpPr/>
          <p:nvPr/>
        </p:nvSpPr>
        <p:spPr>
          <a:xfrm>
            <a:off x="0" y="6685181"/>
            <a:ext cx="121920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5F26CB2-D3F3-6B21-5FA2-2914D2BB3D1D}"/>
              </a:ext>
            </a:extLst>
          </p:cNvPr>
          <p:cNvSpPr txBox="1"/>
          <p:nvPr/>
        </p:nvSpPr>
        <p:spPr>
          <a:xfrm>
            <a:off x="0" y="192140"/>
            <a:ext cx="1219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NF270_MC2, 05.28.24_E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11</a:t>
            </a:r>
            <a:endParaRPr lang="en-US" sz="2400" b="0" i="0" dirty="0"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93CA46E-7CD7-1E44-F1D9-0C02DFA73350}"/>
              </a:ext>
            </a:extLst>
          </p:cNvPr>
          <p:cNvSpPr txBox="1"/>
          <p:nvPr/>
        </p:nvSpPr>
        <p:spPr>
          <a:xfrm>
            <a:off x="269240" y="99806"/>
            <a:ext cx="284662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Multicomponent: </a:t>
            </a:r>
            <a:r>
              <a:rPr lang="en-US" sz="12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NaCl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120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LaCl3</a:t>
            </a:r>
          </a:p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Feed: 10 mM NaCl</a:t>
            </a:r>
          </a:p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Diafiltrate: 5 mM NaCl; 15 mM LaCl3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03AE8A0-840C-AE30-6A86-6F5BF92AD10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98029" y="1313563"/>
            <a:ext cx="5334000" cy="40005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3DD11A6-7DB1-B4EF-3AF2-9EC9A05B044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0115" y="1313563"/>
            <a:ext cx="5334000" cy="4000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061558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006499-B768-909F-3358-E255E14F96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546DC2DD-36E0-08FD-7C0A-599DA80CB4B3}"/>
              </a:ext>
            </a:extLst>
          </p:cNvPr>
          <p:cNvSpPr/>
          <p:nvPr/>
        </p:nvSpPr>
        <p:spPr>
          <a:xfrm>
            <a:off x="0" y="6685181"/>
            <a:ext cx="121920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51CA633-E9CE-9865-3D57-E63A5F67C6ED}"/>
              </a:ext>
            </a:extLst>
          </p:cNvPr>
          <p:cNvSpPr txBox="1"/>
          <p:nvPr/>
        </p:nvSpPr>
        <p:spPr>
          <a:xfrm>
            <a:off x="0" y="192140"/>
            <a:ext cx="1219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NF270_MC2, 05.28.24_E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12</a:t>
            </a:r>
            <a:endParaRPr lang="en-US" sz="2400" b="0" i="0" dirty="0"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9D59DFA-9971-E85B-C201-B8F3647473E6}"/>
              </a:ext>
            </a:extLst>
          </p:cNvPr>
          <p:cNvSpPr txBox="1"/>
          <p:nvPr/>
        </p:nvSpPr>
        <p:spPr>
          <a:xfrm>
            <a:off x="145675" y="127100"/>
            <a:ext cx="280852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Multicomponent: </a:t>
            </a:r>
            <a:r>
              <a:rPr lang="en-US" sz="12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NaCl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120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LaCl3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Feed: 20 mM NaCl</a:t>
            </a:r>
          </a:p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Diafiltrate: 10 mM NaCl; 15 mM LaCl3</a:t>
            </a:r>
          </a:p>
        </p:txBody>
      </p:sp>
    </p:spTree>
    <p:extLst>
      <p:ext uri="{BB962C8B-B14F-4D97-AF65-F5344CB8AC3E}">
        <p14:creationId xmlns:p14="http://schemas.microsoft.com/office/powerpoint/2010/main" val="102509545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968B5E-77C8-77A3-7198-7061AC012E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AE21BFF2-5FC5-2291-BDD9-E49CF1DCA0AB}"/>
              </a:ext>
            </a:extLst>
          </p:cNvPr>
          <p:cNvSpPr/>
          <p:nvPr/>
        </p:nvSpPr>
        <p:spPr>
          <a:xfrm>
            <a:off x="0" y="6685181"/>
            <a:ext cx="121920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DDB092C-AF84-2540-C47F-DA933FA01AE6}"/>
              </a:ext>
            </a:extLst>
          </p:cNvPr>
          <p:cNvSpPr txBox="1"/>
          <p:nvPr/>
        </p:nvSpPr>
        <p:spPr>
          <a:xfrm>
            <a:off x="0" y="192140"/>
            <a:ext cx="1219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NF270_MC4, 07.12.24_E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13</a:t>
            </a:r>
            <a:endParaRPr lang="en-US" sz="2400" b="0" i="0" dirty="0"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5CEF2CF-7940-F4DF-788C-C81908217410}"/>
              </a:ext>
            </a:extLst>
          </p:cNvPr>
          <p:cNvSpPr txBox="1"/>
          <p:nvPr/>
        </p:nvSpPr>
        <p:spPr>
          <a:xfrm>
            <a:off x="174522" y="192140"/>
            <a:ext cx="283029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Multicomponent: </a:t>
            </a:r>
            <a:r>
              <a:rPr lang="en-US" sz="12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NaCl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120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LaCl3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Feed: 5 mM LaCl3</a:t>
            </a:r>
          </a:p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Diafiltrate: 0.2 mM LaCl3; 50 mM NaCl</a:t>
            </a:r>
          </a:p>
        </p:txBody>
      </p:sp>
    </p:spTree>
    <p:extLst>
      <p:ext uri="{BB962C8B-B14F-4D97-AF65-F5344CB8AC3E}">
        <p14:creationId xmlns:p14="http://schemas.microsoft.com/office/powerpoint/2010/main" val="357697656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FA692F-9D5B-8DD1-AF21-421AF2F407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3199ADF4-B0E0-A04F-7C39-8A1C69F4C6BB}"/>
              </a:ext>
            </a:extLst>
          </p:cNvPr>
          <p:cNvSpPr/>
          <p:nvPr/>
        </p:nvSpPr>
        <p:spPr>
          <a:xfrm>
            <a:off x="0" y="6685181"/>
            <a:ext cx="121920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24EBBEA-C197-C173-C0E5-83142EEB7D2C}"/>
              </a:ext>
            </a:extLst>
          </p:cNvPr>
          <p:cNvSpPr txBox="1"/>
          <p:nvPr/>
        </p:nvSpPr>
        <p:spPr>
          <a:xfrm>
            <a:off x="0" y="192140"/>
            <a:ext cx="1219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NF270_MC5,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09.09.25_</a:t>
            </a:r>
            <a:r>
              <a:rPr lang="en-US" sz="24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14</a:t>
            </a:r>
            <a:endParaRPr lang="en-US" sz="2400" b="0" i="0" dirty="0"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E60C1BA-F537-51C2-6DF3-4CC909388115}"/>
              </a:ext>
            </a:extLst>
          </p:cNvPr>
          <p:cNvSpPr txBox="1"/>
          <p:nvPr/>
        </p:nvSpPr>
        <p:spPr>
          <a:xfrm>
            <a:off x="80553" y="192140"/>
            <a:ext cx="280488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Multicomponent: </a:t>
            </a:r>
            <a:r>
              <a:rPr lang="en-US" sz="12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NaCl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120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LaCl3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Feed: 10 mM LaCl3</a:t>
            </a:r>
          </a:p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Diafiltrate: 0.4 mM LaCl3; 50 mM NaCl</a:t>
            </a:r>
          </a:p>
        </p:txBody>
      </p:sp>
    </p:spTree>
    <p:extLst>
      <p:ext uri="{BB962C8B-B14F-4D97-AF65-F5344CB8AC3E}">
        <p14:creationId xmlns:p14="http://schemas.microsoft.com/office/powerpoint/2010/main" val="408385874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3507E4-633B-1321-7672-07F7EF08DB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D3C5E743-2C70-6430-B957-0D16555AB874}"/>
              </a:ext>
            </a:extLst>
          </p:cNvPr>
          <p:cNvSpPr/>
          <p:nvPr/>
        </p:nvSpPr>
        <p:spPr>
          <a:xfrm>
            <a:off x="0" y="6685181"/>
            <a:ext cx="121920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963D7C3-D231-AE4C-72EF-729E5790BF43}"/>
              </a:ext>
            </a:extLst>
          </p:cNvPr>
          <p:cNvSpPr txBox="1"/>
          <p:nvPr/>
        </p:nvSpPr>
        <p:spPr>
          <a:xfrm>
            <a:off x="0" y="192140"/>
            <a:ext cx="1219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NF270_MC2, 05.30.24_E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15</a:t>
            </a:r>
            <a:endParaRPr lang="en-US" sz="2400" b="0" i="0" dirty="0"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F9E5D4B-2475-97CF-C3F7-A738E94E2AAE}"/>
              </a:ext>
            </a:extLst>
          </p:cNvPr>
          <p:cNvSpPr txBox="1"/>
          <p:nvPr/>
        </p:nvSpPr>
        <p:spPr>
          <a:xfrm>
            <a:off x="114288" y="127100"/>
            <a:ext cx="278131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>
                <a:latin typeface="Arial" panose="020B0604020202020204" pitchFamily="34" charset="0"/>
                <a:cs typeface="Arial" panose="020B0604020202020204" pitchFamily="34" charset="0"/>
              </a:rPr>
              <a:t>Multicomponent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en-US" sz="12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NaCl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120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LaCl3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Feed: 10 mM NaCl; 1 mM LaCl3</a:t>
            </a:r>
          </a:p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Diafiltrate: 50 mM NaCl; 10 mM LaCl3</a:t>
            </a:r>
          </a:p>
        </p:txBody>
      </p:sp>
    </p:spTree>
    <p:extLst>
      <p:ext uri="{BB962C8B-B14F-4D97-AF65-F5344CB8AC3E}">
        <p14:creationId xmlns:p14="http://schemas.microsoft.com/office/powerpoint/2010/main" val="255218844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F0A6BE-41B0-2D2B-F2E9-E3B4F9B43A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DCF92AE-3B19-1F73-182E-B7AF61A60844}"/>
              </a:ext>
            </a:extLst>
          </p:cNvPr>
          <p:cNvSpPr/>
          <p:nvPr/>
        </p:nvSpPr>
        <p:spPr>
          <a:xfrm>
            <a:off x="0" y="6685181"/>
            <a:ext cx="121920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C4B9EA2-12D1-506F-DC44-B15881224C4E}"/>
              </a:ext>
            </a:extLst>
          </p:cNvPr>
          <p:cNvSpPr txBox="1"/>
          <p:nvPr/>
        </p:nvSpPr>
        <p:spPr>
          <a:xfrm>
            <a:off x="0" y="192140"/>
            <a:ext cx="1219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NF270_MC4, 07.16.24_E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16</a:t>
            </a:r>
            <a:endParaRPr lang="en-US" sz="2400" b="0" i="0" dirty="0"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69F52FC-541F-D21D-3680-59C79A000176}"/>
              </a:ext>
            </a:extLst>
          </p:cNvPr>
          <p:cNvSpPr txBox="1"/>
          <p:nvPr/>
        </p:nvSpPr>
        <p:spPr>
          <a:xfrm>
            <a:off x="153477" y="192140"/>
            <a:ext cx="279219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Multicomponent: </a:t>
            </a:r>
            <a:r>
              <a:rPr lang="en-US" sz="12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NaCl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120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LaCl3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Feed: 50 mM NaCl; 1 mM LaCl3</a:t>
            </a:r>
          </a:p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Diafiltrate: 10 mM NaCl; 20 mM LaCl3</a:t>
            </a:r>
          </a:p>
        </p:txBody>
      </p:sp>
    </p:spTree>
    <p:extLst>
      <p:ext uri="{BB962C8B-B14F-4D97-AF65-F5344CB8AC3E}">
        <p14:creationId xmlns:p14="http://schemas.microsoft.com/office/powerpoint/2010/main" val="15535475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TM04033917[[fn=Berlin]]</Template>
  <TotalTime>197993</TotalTime>
  <Words>720</Words>
  <Application>Microsoft Office PowerPoint</Application>
  <PresentationFormat>Widescreen</PresentationFormat>
  <Paragraphs>134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7" baseType="lpstr">
      <vt:lpstr>Arial</vt:lpstr>
      <vt:lpstr>Calibri</vt:lpstr>
      <vt:lpstr>Calibri Light</vt:lpstr>
      <vt:lpstr>Cambria Math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One On one 05/07/2020</dc:title>
  <dc:creator>Jonathan Ouimet</dc:creator>
  <cp:lastModifiedBy>Laurianne Estrada</cp:lastModifiedBy>
  <cp:revision>1448</cp:revision>
  <dcterms:created xsi:type="dcterms:W3CDTF">2020-05-07T13:25:50Z</dcterms:created>
  <dcterms:modified xsi:type="dcterms:W3CDTF">2026-06-19T14:43:22Z</dcterms:modified>
</cp:coreProperties>
</file>