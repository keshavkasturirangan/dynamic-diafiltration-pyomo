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65"/>
    <p:restoredTop sz="94699"/>
  </p:normalViewPr>
  <p:slideViewPr>
    <p:cSldViewPr snapToGrid="0" snapToObjects="1">
      <p:cViewPr varScale="1">
        <p:scale>
          <a:sx n="114" d="100"/>
          <a:sy n="114" d="100"/>
        </p:scale>
        <p:origin x="1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4400" b="1" i="0">
                <a:solidFill>
                  <a:srgbClr val="1A1A1A"/>
                </a:solidFill>
                <a:latin typeface="Calibri"/>
              </a:rPr>
              <a:t>DATA3 — Contour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23160"/>
            <a:ext cx="1124712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800" b="0" i="1">
                <a:solidFill>
                  <a:srgbClr val="555555"/>
                </a:solidFill>
                <a:latin typeface="Calibri"/>
              </a:rPr>
              <a:t>Three stages of parameter identifiability across all 11 NF270 single-salt sheets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337560"/>
            <a:ext cx="3840480" cy="18288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3456432"/>
            <a:ext cx="38404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1" i="0">
                <a:solidFill>
                  <a:srgbClr val="1E7C3F"/>
                </a:solidFill>
                <a:latin typeface="Calibri"/>
              </a:rPr>
              <a:t>STAGE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94760"/>
            <a:ext cx="38404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Well-identified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160520"/>
            <a:ext cx="38404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2 sheets · NaCl:  MC3 SNaCl + MC5 S2NaCl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53128"/>
            <a:ext cx="384048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Lp identified two ways: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(a) interior σ via concentrating run,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(b) σ-harmless via diluting 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3337560"/>
            <a:ext cx="3840480" cy="182880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15968" y="3456432"/>
            <a:ext cx="38404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1" i="0">
                <a:solidFill>
                  <a:srgbClr val="A87000"/>
                </a:solidFill>
                <a:latin typeface="Calibri"/>
              </a:rP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3794760"/>
            <a:ext cx="38404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Inconsistent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4160520"/>
            <a:ext cx="38404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7 sheets:  4 NaCl + 3 CaCl₂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4453128"/>
            <a:ext cx="384048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Channels each find a minimum,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but at different (σ, Lp) walls.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Lp tight, σ rail-pinned.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6" y="3337560"/>
            <a:ext cx="3840480" cy="1828800"/>
          </a:xfrm>
          <a:prstGeom prst="roundRect">
            <a:avLst/>
          </a:prstGeom>
          <a:solidFill>
            <a:srgbClr val="FCE3E3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66176" y="3456432"/>
            <a:ext cx="38404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1" i="0">
                <a:solidFill>
                  <a:srgbClr val="B02121"/>
                </a:solidFill>
                <a:latin typeface="Calibri"/>
              </a:rPr>
              <a:t>STAGE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3794760"/>
            <a:ext cx="38404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Not estimable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4160520"/>
            <a:ext cx="38404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2 sheets:  MC2 + MC4 LaCl₃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4453128"/>
            <a:ext cx="384048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Same wrong-model bias on both: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the constant-(σ,B) Spiegler-Kedem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cannot represent La³⁺ ion-pairing.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112471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1">
                <a:solidFill>
                  <a:srgbClr val="C0392B"/>
                </a:solidFill>
                <a:latin typeface="Calibri"/>
              </a:rPr>
              <a:t>What we trust most → what we trust least.   Agreement across the 5 measurement channels = trust.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0" i="1">
                <a:solidFill>
                  <a:srgbClr val="8A8A8A"/>
                </a:solidFill>
                <a:latin typeface="Calibri"/>
              </a:rPr>
              <a:t>Discussion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01 · CONTEXT — parameter bounds in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L_p ∈ [0.5, 50] and σ ∈ [0, 1] inherited from DATA1/DATA2 KCl; per-salt B bound is the only new knob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1338560" cy="685800"/>
          </a:xfrm>
          <a:prstGeom prst="roundRect">
            <a:avLst/>
          </a:prstGeom>
          <a:solidFill>
            <a:srgbClr val="F6F8F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sz="1200" b="1">
                <a:solidFill>
                  <a:srgbClr val="1A1A1A"/>
                </a:solidFill>
              </a:rPr>
              <a:t>KCl baseline (inherited from DATA1/DATA2):  </a:t>
            </a:r>
            <a:r>
              <a:rPr sz="1200" b="0">
                <a:solidFill>
                  <a:srgbClr val="1A1A1A"/>
                </a:solidFill>
              </a:rPr>
              <a:t>L_p ∈ [0.5, 50] L/(m²·hr·bar),    B ∈ [0, 30] µm/s,    σ ∈ [0,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331720"/>
            <a:ext cx="11338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Per-salt B upper bound — halve per +1 of cation charge: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2651760"/>
          <a:ext cx="113385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Salt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B bound [µm/s]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[0, 30]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monovalent — same as KCl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[0, 15]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divalent — halved</a:t>
                      </a:r>
                    </a:p>
                  </a:txBody>
                  <a:tcPr marL="50000" marR="50000" marT="30000" marB="30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LaCl₃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[0, 10]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trivalent — third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846320"/>
            <a:ext cx="11338560" cy="1645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How the contour panels are built:  at every (σ, Lp) grid point we forward-simulate the full Spiegler-Kedem DAE (B fixed at warm-start, S0/S also at warm-start), then evaluate the weighted sum-of-squared-residuals per channel.  5 channels per panel:  mass, permeate concentration, retentate concentration, permeate conductivity, retentate conductivity.  No fitting — pure forward-simulation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02 · ALL 11 SHEETS — warm-start θ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where the optimizer landed on every sheet — color-coded by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11338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Warm-start fits across the campaign (sorted by salt, then by sheet ID):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755648"/>
          <a:ext cx="11338560" cy="4590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Sheet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Salt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L_p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B [µm/s]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σ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WSSE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Stage assignment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MC2.05.07.24_NaCl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9.95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9.73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4357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wall, concentrating regime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7C3F"/>
                          </a:solidFill>
                          <a:latin typeface="Calibri"/>
                        </a:rPr>
                        <a:t>MC3.07.22.24_SNaCl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8.22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14.68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556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E7C3F"/>
                          </a:solidFill>
                          <a:latin typeface="Calibri"/>
                        </a:rPr>
                        <a:t>Stage 1 · interior σ — concentrating run probed σ-sensitive regime (gold)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MC4.07.11.24_SNaCl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7.79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2.02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0.00 ↓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9536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σ=0, diluting regime BUT poor WSSE — data-quality issue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MC5.07.23.24_NaCl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10.02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3.70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5794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wall, concentrating regime</a:t>
                      </a:r>
                    </a:p>
                  </a:txBody>
                  <a:tcPr marL="50000" marR="50000" marT="30000" marB="30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MC5.07.23.24_SNaCl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9.45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3.07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4764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wall, concentrating regime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7C3F"/>
                          </a:solidFill>
                          <a:latin typeface="Calibri"/>
                        </a:rPr>
                        <a:t>MC5.07.23.24_S2NaCl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7.38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10.14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0.00 ↓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830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E7C3F"/>
                          </a:solidFill>
                          <a:latin typeface="Calibri"/>
                        </a:rPr>
                        <a:t>Stage 1 · σ=0 harmless — diluting run, Lp identified by mass (2nd best WSSE)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MC2.05.07.24_CaCl2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6717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channels split by side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MC3.07.11.24_SCaCl2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5.53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9.11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4080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at wall</a:t>
                      </a:r>
                    </a:p>
                  </a:txBody>
                  <a:tcPr marL="50000" marR="50000" marT="30000" marB="30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MC3.07.12.24_S2CaCl2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4.63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30.00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9252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AND B at walls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B02121"/>
                          </a:solidFill>
                          <a:latin typeface="Calibri"/>
                        </a:rPr>
                        <a:t>MC2.05.21.24_LaCl3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LaCl₃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2.49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17711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B02121"/>
                          </a:solidFill>
                          <a:latin typeface="Calibri"/>
                        </a:rPr>
                        <a:t>Stage 3 · wrong model — every channel disagrees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B02121"/>
                          </a:solidFill>
                          <a:latin typeface="Calibri"/>
                        </a:rPr>
                        <a:t>MC4.07.11.24_SLaCl3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LaCl₃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2.78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0.17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21345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B02121"/>
                          </a:solidFill>
                          <a:latin typeface="Calibri"/>
                        </a:rPr>
                        <a:t>Stage 3 · wrong model — replicate of MC2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↑ / ↓ marks parameters pinned at a bound.  Only MC3.07.22.24_SNaCl landed at an interior σ — that's our reference case for 'well-identified'.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03 · TWO PATHS TO WELL-IDENTIFIED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the same Lp can be pinned by the data two completely different 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sz="1000" b="1">
                <a:solidFill>
                  <a:srgbClr val="1E7C3F"/>
                </a:solidFill>
              </a:rPr>
              <a:t>STAGE 1 · Well-identified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11338560" cy="10972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There are two physically distinct ways the data can pin (Lp, σ, B):  either we run conditions that PROBE σ directly so the contour shows an interior σ minimum, OR we run conditions where σ doesn't matter so we don't need to probe it.  Both give us a usable Lp.  The campaign has one sheet in each category.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697480"/>
            <a:ext cx="5577840" cy="301752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52120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1E7C3F"/>
                </a:solidFill>
                <a:latin typeface="Calibri"/>
              </a:rPr>
              <a:t>PATH A · probe σ directly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54680"/>
            <a:ext cx="52120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MC3.07.22.24_SNaCl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66160"/>
            <a:ext cx="52120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1">
                <a:solidFill>
                  <a:srgbClr val="1A1A1A"/>
                </a:solidFill>
                <a:latin typeface="Calibri"/>
              </a:rPr>
              <a:t>Lp = 8.22    B = 14.68    σ = 0.45    WSSE = 556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31920"/>
            <a:ext cx="5212080" cy="1691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Concentrating regime, but the run conditions excited σ — probably a wider pressure-driving-force sweep, lower feed, or a pressure step.  σ leaves a fingerprint in the data, so the optimizer finds an interior minimum at σ = 0.45.  All 5 channels converge.  This is the textbook well-identified case.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97480"/>
            <a:ext cx="5577840" cy="301752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2834640"/>
            <a:ext cx="52120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1E7C3F"/>
                </a:solidFill>
                <a:latin typeface="Calibri"/>
              </a:rPr>
              <a:t>PATH B · bypass σ (diluting regime)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154680"/>
            <a:ext cx="52120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MC5.07.23.24_S2NaCl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566160"/>
            <a:ext cx="52120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1">
                <a:solidFill>
                  <a:srgbClr val="1A1A1A"/>
                </a:solidFill>
                <a:latin typeface="Calibri"/>
              </a:rPr>
              <a:t>Lp = 7.38    B = 10.14    σ = 0.00 ↓    WSSE = 830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931920"/>
            <a:ext cx="5212080" cy="1691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Diluting regime — cF shrinks over the run, so σ · Δπ → 0 by the end no matter what σ is.  σ literally cannot leave a fingerprint here.  Optimizer drifts to σ = 0 because the gradient is flat, not because data says σ = 0.  Lp is still pinned tightly by the mass channel.  WSSE = 830 — 2nd best in the campaign.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897880"/>
            <a:ext cx="11338560" cy="685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/>
          <a:lstStyle/>
          <a:p>
            <a:pPr algn="l"/>
            <a:r>
              <a:rPr sz="1100" b="1">
                <a:solidFill>
                  <a:srgbClr val="1E7C3F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Same destination, two different roads.  Path A needs careful experimental design; Path B comes free if you happen to run a diluting experiment.  Either way Lp is trustworthy.  Knowing which path each sheet is on tells us where the σ value can be trusted (Path A) and where σ is unconstrained but irrelevant (Path B).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04 · STAGE 1 (path A) — MC3.07.22.24_SNaCl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interior σ via concentrating run — the gold standard fit (WSSE = 556)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sz="1000" b="1">
                <a:solidFill>
                  <a:srgbClr val="1E7C3F"/>
                </a:solidFill>
              </a:rPr>
              <a:t>STAGE 1 · Well-identified</a:t>
            </a:r>
          </a:p>
        </p:txBody>
      </p:sp>
      <p:pic>
        <p:nvPicPr>
          <p:cNvPr id="6" name="Picture 5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296084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577840"/>
            <a:ext cx="11338560" cy="1005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/>
          <a:lstStyle/>
          <a:p>
            <a:pPr algn="l"/>
            <a:r>
              <a:rPr sz="1100" b="1">
                <a:solidFill>
                  <a:srgbClr val="1E7C3F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Look at the mass and permeate-concentration panels — both argmin at interior σ (0.86 and 0.64) near Lp ≈ 8.6.  Retentate channels still pin at σ=0 (the 0.3 % cF over-weighting effect), but the joint WSSE is dominated by mass + perm-conc, so the warm-start θ landed interior at σ = 0.45.  This is the only NaCl sheet where σ leaves a real fingerprint.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05 · STAGE 1 (path B) — MC5.07.23.24_S2NaCl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diluting run — σ harmless, Lp pinned anyway (WSSE = 830)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sz="1000" b="1">
                <a:solidFill>
                  <a:srgbClr val="1E7C3F"/>
                </a:solidFill>
              </a:rPr>
              <a:t>STAGE 1 · Well-identified</a:t>
            </a:r>
          </a:p>
        </p:txBody>
      </p:sp>
      <p:pic>
        <p:nvPicPr>
          <p:cNvPr id="6" name="Picture 5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296084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577840"/>
            <a:ext cx="11338560" cy="1005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/>
          <a:lstStyle/>
          <a:p>
            <a:pPr algn="l"/>
            <a:r>
              <a:rPr sz="1100" b="1">
                <a:solidFill>
                  <a:srgbClr val="1E7C3F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Four channels argmin at Lp ≈ 7.7 — tight cluster.  σ slides to ~0 because the gradient is flat in the diluting regime (σ·Δπ → 0 at end of run), but Lp is well-identified by the mass channel.  WSSE = 830 — 2nd best in the entire campaign.  Diluting experiments are 'free' identifiability for Lp.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06 · STAGE 2 — NaCl (the 4 concentrating-regime sheets at the σ=1 wall)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Lp tight (8.6 ± 1.1) but σ pinned — these sheets ran concentrating without probing σ-sensitive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sz="1000" b="1">
                <a:solidFill>
                  <a:srgbClr val="A87000"/>
                </a:solidFill>
              </a:rPr>
              <a:t>STAGE 2 · Inconsistent</a:t>
            </a:r>
          </a:p>
        </p:txBody>
      </p:sp>
      <p:pic>
        <p:nvPicPr>
          <p:cNvPr id="6" name="Picture 5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295209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577840"/>
            <a:ext cx="11338560" cy="1005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/>
          <a:lstStyle/>
          <a:p>
            <a:pPr algn="l"/>
            <a:r>
              <a:rPr sz="1100" b="1">
                <a:solidFill>
                  <a:srgbClr val="A87000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MC2 NaCl shown here — same story on MC5 NaCl, MC5 SNaCl, and the concentrating part of MC4 SNaCl.  4 of 5 channels converge on Lp ≈ 9.95 (Lp well-identified), but σ pins at the σ=1 wall and the wall is hiding a B-vs-Lp trade-off.  Concentrating regime + no σ-probing conditions = inconsistent across channels.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07 · STAGE 2 — CaCl₂ (all 3 sheets)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every sheet pins σ at σ=1 wall in the warm-start fit;  contour shows channels split by membrane 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sz="1000" b="1">
                <a:solidFill>
                  <a:srgbClr val="A87000"/>
                </a:solidFill>
              </a:rPr>
              <a:t>STAGE 2 · Inconsistent</a:t>
            </a:r>
          </a:p>
        </p:txBody>
      </p:sp>
      <p:pic>
        <p:nvPicPr>
          <p:cNvPr id="6" name="Picture 5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29658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577840"/>
            <a:ext cx="11338560" cy="1005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/>
          <a:lstStyle/>
          <a:p>
            <a:pPr algn="l"/>
            <a:r>
              <a:rPr sz="1100" b="1">
                <a:solidFill>
                  <a:srgbClr val="A87000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All 3 CaCl₂ sheets pin σ at σ=1 (and one pins B at the upper bound too).  Physics expects interior σ (divalent counter-ion → weaker Donnan exclusion → lower σ on NF270) — pinning at σ=1 is a weighting problem, not a model-form problem.  Both permeate channels want σ=0; both retentate channels want σ=1.  Split by membrane side, not by physics.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08 · STAGE 3 — LaCl₃ (both sheets)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warm-start θ nearly identical between sheets, but WSSE ~20× worse than NaCl gold standard → shared wrong-model bias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FCE3E3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sz="1000" b="1">
                <a:solidFill>
                  <a:srgbClr val="B02121"/>
                </a:solidFill>
              </a:rPr>
              <a:t>STAGE 3 · Not estimable</a:t>
            </a:r>
          </a:p>
        </p:txBody>
      </p:sp>
      <p:pic>
        <p:nvPicPr>
          <p:cNvPr id="6" name="Picture 5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29658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577840"/>
            <a:ext cx="1133856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/>
          <a:lstStyle/>
          <a:p>
            <a:pPr algn="l"/>
            <a:r>
              <a:rPr sz="1100" b="1">
                <a:solidFill>
                  <a:srgbClr val="B02121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Both LaCl₃ sheets warm-start to nearly identical θ — but fit the data ~20× worse than NaCl MC3 SNaCl.  Same wrong-model bias both times, not measurement noise.  The constant-(σ, B) Spiegler-Kedem model is structurally wrong for trivalent ions — probably because of LaCl²⁺ / LaCl⁺ ion-pairing the model can't see.  AND we only have 2 sheets:  that's an anecdote, not a sample size.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09 · WHAT DATA SHOULD WE COLLECT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what would unblock the campaign — prioritized by leverage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1338560" cy="150876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1463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1E7C3F"/>
                </a:solidFill>
                <a:latin typeface="Calibri"/>
              </a:rPr>
              <a:t>PRIORITY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508760"/>
            <a:ext cx="95554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Pure-water L_p before and after every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11064240" cy="9601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Single highest-leverage experiment.  Pins L_p independently of the salt-transport data so σ and B don't have to compensate for it.  Also doubles as a fouling check — if pre-run and post-run L_p drift, we know the membrane changed during the experiment and the constant-parameter fit was never going to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108960"/>
            <a:ext cx="11338560" cy="150876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1463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A87000"/>
                </a:solidFill>
                <a:latin typeface="Calibri"/>
              </a:rPr>
              <a:t>PRIORITY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200400"/>
            <a:ext cx="95554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Multi-pressure sweeps within a single run  +  dilute concentration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66160"/>
            <a:ext cx="11064240" cy="9601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Pinning σ for CaCl₂ and LaCl₃ requires breaking the σ-B correlation.  σ couples to Δπ, B doesn't — so stepping ΔP across a wide range during one run changes the relative leverage of σ vs B.  Dilute runs (1-5 mM NaCl, sub-mM LaCl₃) push into the diffusion-limited regime where σ identifies.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800600"/>
            <a:ext cx="11338560" cy="1508760"/>
          </a:xfrm>
          <a:prstGeom prst="roundRect">
            <a:avLst/>
          </a:prstGeom>
          <a:solidFill>
            <a:srgbClr val="FCE3E3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892040"/>
            <a:ext cx="1463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PRIORITY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892040"/>
            <a:ext cx="95554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3-5 more LaCl₃ sheets + retentate-side conductivity probe + UV-Vis / ICP speciation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57800"/>
            <a:ext cx="11064240" cy="9601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n = 2 LaCl₃ sheets is not statistics — we need at least 5 before any 'not estimable' claim carries weight.  Adding high-frequency conductivity on the retentate (we only have it on permeate) eliminates the CaCl₂ side-split weighting problem.  Speciation directly tests the LaCl²⁺ / LaCl⁺ ion-pairing hypothesis rather than inferring it from model failure.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10 · QUESTIONS FOR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what I'd like your read on before the campaign re-run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4572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1.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9728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Does the 3-stage diagnosis match what you'd intuit physically?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64208"/>
            <a:ext cx="1097280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Anionic NF270 + chloride co-ion + increasing cation valence → identifiability should degrade with valence.  That's what we see.  But is the σ=1 wall on the NaCl/CaCl₂ sheets really a regime problem, or is it the 0.3 % cF scaling forcing the optimizer there?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77440"/>
            <a:ext cx="4572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2.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09728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MC3 SNaCl and MC5 S2NaCl — two different paths to well-identified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1097280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MC3 SNaCl probed σ-sensitive conditions and got interior σ = 0.45.  MC5 S2NaCl ran diluting so σ was irrelevant — same Lp identifiability for free.  What do the run-sheet metadata show that's different from the other 4 NaCl sheets?  Pressure span, feed concentration, run duration?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383280"/>
            <a:ext cx="4572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2b.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109728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MC4 SNaCl — diluting but poor fit (WSSE = 9536)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75888"/>
            <a:ext cx="1097280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MC4 SNaCl looks like a diluting-regime run (σ = 0 wall), but its WSSE is ~10× worse than MC5 S2NaCl.  Same regime, same salt, same membrane — different fit quality.  Likely a data-quality issue (fouling, leak, calibration drift) rather than a model issue.  Worth a closer look.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4572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3.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89120"/>
            <a:ext cx="109728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LaCl₃ ion-pairing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81728"/>
            <a:ext cx="1097280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Stage 3 confirms the v10-deck slide 12 'physics gap' diagnosis.  Should we (a) parameterize σ(cF) explicitly, (b) add an ion-pairing equilibrium block with LaCl²⁺ / LaCl⁺ partition, or (c) fit only the diluting-regime portion?  Need at least 3-5 more LaCl₃ sheets either 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394960"/>
            <a:ext cx="4572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4.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94960"/>
            <a:ext cx="109728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Priority 1 data — pure-water L_p calibration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87568"/>
            <a:ext cx="1097280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I think this is the single highest-leverage experiment.  Is it feasible to add to every NF270 run going forward?  Roughly:  10 minutes of DI water at the operating ΔP before and after the salt run.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00800"/>
            <a:ext cx="4572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5.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00800"/>
            <a:ext cx="109728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Per-salt B bounds in the optimizer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693408"/>
            <a:ext cx="1097280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We've landed NaCl [0, 30], CaCl₂ [0, 15], LaCl₃ [0, 10] in the library (Architecture.md §17).  Anything you'd revise before re-running the full campaign?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11 · ALL 11 SHEETS — σ × Lp small-multiples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05998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 dirty="0">
                <a:solidFill>
                  <a:srgbClr val="555555"/>
                </a:solidFill>
                <a:latin typeface="Calibri"/>
              </a:rPr>
              <a:t>every sheet's contour, color-tabbed by stage — visual evidence for the categorization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42192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1E7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69624"/>
            <a:ext cx="2834640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2688112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1E7C3F"/>
                </a:solidFill>
                <a:latin typeface="Calibri"/>
              </a:rPr>
              <a:t>MC3 SNaCl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64408" y="1042192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1E7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objcontour-x_sigma-y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069624"/>
            <a:ext cx="2834640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91840" y="2688112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1E7C3F"/>
                </a:solidFill>
                <a:latin typeface="Calibri"/>
              </a:rPr>
              <a:t>MC5 S2NaCl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042192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objcontour-x_sigma-y_L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069624"/>
            <a:ext cx="2834640" cy="1600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2688112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MC2 NaCl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25128" y="1042192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objcontour-x_sigma-y_L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59" y="1069624"/>
            <a:ext cx="2834640" cy="1600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52559" y="2688112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MC4 SNaCl 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962432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objcontour-x_sigma-y_L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2989864"/>
            <a:ext cx="2834640" cy="1600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4608352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MC5 NaCl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64408" y="2962432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objcontour-x_sigma-y_L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2989864"/>
            <a:ext cx="2834640" cy="1600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291840" y="4608352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MC5 SNaCl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2962432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objcontour-x_sigma-y_L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2989864"/>
            <a:ext cx="2834640" cy="1600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172200" y="4608352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MC2 CaCl₂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5128" y="2962432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objcontour-x_sigma-y_L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2559" y="2989864"/>
            <a:ext cx="2834640" cy="1600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52559" y="4608352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MC3 SCaCl₂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882672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objcontour-x_sigma-y_L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4910104"/>
            <a:ext cx="2834640" cy="16002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1480" y="6528592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MC3 S2CaCl₂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64408" y="4882672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B0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objcontour-x_sigma-y_L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1840" y="4910104"/>
            <a:ext cx="2834640" cy="1600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291840" y="6528592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B02121"/>
                </a:solidFill>
                <a:latin typeface="Calibri"/>
              </a:rPr>
              <a:t>MC2 LaCl₃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4768" y="4882672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B0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objcontour-x_sigma-y_L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2200" y="4910104"/>
            <a:ext cx="2834640" cy="16002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172200" y="6528592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B02121"/>
                </a:solidFill>
                <a:latin typeface="Calibri"/>
              </a:rPr>
              <a:t>MC4 SLaCl₃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A1 · APPENDIX — MC2 NaCl B × Lp contour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σ fixed at warm-start (σ=1) · B × Lp swept · supports the 'σ=1 wall hides B-Lp trade-off' claim</a:t>
            </a:r>
          </a:p>
        </p:txBody>
      </p:sp>
      <p:pic>
        <p:nvPicPr>
          <p:cNvPr id="5" name="Picture 4" descr="objcontour-x_B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29508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A2 · APPENDIX — MC2 NaCl B × σ contour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Lp fixed at warm-start (Lp=9.95) · B × σ swept · mass argmins at interior σ ≈ 0.32 — interesting</a:t>
            </a:r>
          </a:p>
        </p:txBody>
      </p:sp>
      <p:pic>
        <p:nvPicPr>
          <p:cNvPr id="5" name="Picture 4" descr="objcontour-x_B-y_si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417320"/>
            <a:ext cx="11521440" cy="29564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A3 · APPENDIX — 3D L_p × B × σ slice composite, NaCl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5" name="Picture 4" descr="MC2.05.07.24_NaCl_grid3d_sl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296" y="1417320"/>
            <a:ext cx="235110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A4 · APPENDIX — 3D L_p × B × σ slice composite, CaCl₂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5" name="Picture 4" descr="MC2.05.07.24_CaCl2_grid3d_sl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095" y="1417320"/>
            <a:ext cx="2349505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2341</Words>
  <Application>Microsoft Macintosh PowerPoint</Application>
  <PresentationFormat>Widescreen</PresentationFormat>
  <Paragraphs>227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Keshav Kasturi Rangan</cp:lastModifiedBy>
  <cp:revision>2</cp:revision>
  <dcterms:created xsi:type="dcterms:W3CDTF">2013-01-27T09:14:16Z</dcterms:created>
  <dcterms:modified xsi:type="dcterms:W3CDTF">2026-06-04T15:56:02Z</dcterms:modified>
  <cp:category/>
</cp:coreProperties>
</file>