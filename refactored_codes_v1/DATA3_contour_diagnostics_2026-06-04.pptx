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alibri"/>
              </a:rPr>
              <a:t>DATA3 — Contour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Three stages of parameter identifiability on NF270 single-salt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749039"/>
            <a:ext cx="3749039" cy="13716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840479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7C3F"/>
                </a:solidFill>
                <a:latin typeface="Calibri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33087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Well-identified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8848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MC2 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3168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4 of 5 objective channels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converge at the warm-start 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749039" cy="13716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840479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A87000"/>
                </a:solidFill>
                <a:latin typeface="Calibri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133087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Inconsistent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498848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MC2 CaCl₂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773168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Channels each find a minimum,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but at opposite (σ, Lp) walls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749039"/>
            <a:ext cx="3749039" cy="13716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840479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B02121"/>
                </a:solidFill>
                <a:latin typeface="Calibri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33087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Not estimable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98848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MC2 LaCl₃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773168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Every channel argmins at a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different Lp — no shared basin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Discussion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01 · CONTEXT — parameter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L_p ∈ [0.5, 50] and σ ∈ [0, 1] inherited from DATA1/DATA2 KCl;  per-salt B bounds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33856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l"/>
            <a:r>
              <a:rPr sz="1200" b="1">
                <a:solidFill>
                  <a:srgbClr val="1A1A1A"/>
                </a:solidFill>
              </a:rPr>
              <a:t>KCl baseline (inherited):  </a:t>
            </a:r>
            <a:r>
              <a:rPr sz="1200" b="0">
                <a:solidFill>
                  <a:srgbClr val="1A1A1A"/>
                </a:solidFill>
              </a:rPr>
              <a:t>L_p ∈ [0.5, 50] L/(m²·hr·bar),    B ∈ [0, 30] µm/s,    σ ∈ [0,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Per-salt B upper bound (physics-informed — halve per +1 valence):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65176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223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 bound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30]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monovalent — same as KCl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15]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divalent counter-ion — halved</a:t>
                      </a:r>
                    </a:p>
                  </a:txBody>
                  <a:tcPr marL="50000" marR="50000" marT="30000" marB="30000" anchor="ctr"/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trivalent — third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846320"/>
            <a:ext cx="11338560" cy="1645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How the contour panels below are built:  for every (σ, Lp) grid point we forward-simulate the full Spiegler-Kedem DAE (B and the state initialization fixed at warm-start values), then compute the weighted sum-of-squared-residuals per channel.  5 channels per panel:  mass + permeate concentration + retentate concentration + permeate conductivity + retentate conductivity.  No fitting — pure forward-simulation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02 · MC2 NaCl — Well-identified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 fixed at warm-start (9.73 µm/s) · σ × Lp swept · all 5 channel SSRs evaluated at every cell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20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4 of 5 channels converge at the warm-start θ = (σ=1, Lp=9.95):  mass, permeate concentration, retentate concentration, and retentate conductivity all argmin at the same point.  The five channels collectively pin down (σ, Lp) — the parameters are well-identified by the data.  (Permeate conductivity wants Lp ≈ 15.9 — a subtle wrinkle revisited later.)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03 · MC2 CaCl₂ — Inconsistent across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 fixed at warm-start (0.51 µm/s) · σ × Lp swept · channels split by side of the membrane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Each channel finds its own minimum — the objective is minimized, but at inconsistent (σ, Lp).  Both permeate channels (concentration + conductivity) argmin at σ=0 wall, Lp=8.  Both retentate channels argmin at σ=1 wall, Lp=4.  Mass disagrees with all — interior σ ≈ 0.53.  The channels can be fit individually but no shared θ satisfies all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04 · MC2 LaCl₃ — Parameters not estimable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 fixed at warm-start (0.31 µm/s) · σ × Lp swept · every channel argmins at a different 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  <a:r>
              <a:rPr sz="1000" b="1">
                <a:solidFill>
                  <a:srgbClr val="B02121"/>
                </a:solidFill>
              </a:rPr>
              <a:t>STAGE 3 · Not estimable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8686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B02121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Every channel argmins at a different Lp:  mass=4.98, perm conc=0.75, ret conc=2.49, perm cond=1.25, ret cond=2.99.  The objective is bumpy across the entire (σ, Lp) plane — no consistent basin.  Single-point ParmEst will pick whichever channel dominates the weighted sum.  Path forward:  ion-pairing physics (LaCl²⁺/LaCl⁺ equilibria) + σ(cF) sub-model — slide 12 of v10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05 · CROSS-SHEET SUMMARY — argmin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valence progression — the same σ × Lp sweep applied to three 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Argmin L_p [L/(m²·hr·bar)] per channel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55648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1554480"/>
                <a:gridCol w="1645920"/>
                <a:gridCol w="1645920"/>
                <a:gridCol w="164592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Mass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Perm conc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Ret conc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Perm cond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Ret cond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Warm-start Lp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E7C3F"/>
                          </a:solidFill>
                          <a:latin typeface="Calibri"/>
                        </a:rPr>
                        <a:t>NaCl ✓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C0392B"/>
                          </a:solidFill>
                          <a:latin typeface="Calibri"/>
                        </a:rPr>
                        <a:t>15.93 ↑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A87000"/>
                          </a:solidFill>
                          <a:latin typeface="Calibri"/>
                        </a:rPr>
                        <a:t>CaCl₂ ⚠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B02121"/>
                          </a:solidFill>
                          <a:latin typeface="Calibri"/>
                        </a:rPr>
                        <a:t>LaCl₃ ✗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4.98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2.99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749039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Argmin σ per channel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087368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920240"/>
                <a:gridCol w="1920240"/>
                <a:gridCol w="2286000"/>
                <a:gridCol w="24231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Mass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Perm conc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Ret conc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Perm cond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Ret cond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E7C3F"/>
                          </a:solidFill>
                          <a:latin typeface="Calibri"/>
                        </a:rPr>
                        <a:t>NaCl ✓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A87000"/>
                          </a:solidFill>
                          <a:latin typeface="Calibri"/>
                        </a:rPr>
                        <a:t>CaCl₂ ⚠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0.53 interior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0.00 wall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1.00 wall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0.00 wall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1.00 wall</a:t>
                      </a:r>
                    </a:p>
                  </a:txBody>
                  <a:tcPr marL="50000" marR="50000" marT="30000" marB="30000"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B02121"/>
                          </a:solidFill>
                          <a:latin typeface="Calibri"/>
                        </a:rPr>
                        <a:t>LaCl₃ ✗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0.16 interior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1.00 wall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1.00 wall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0.00 wall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1.00 wall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126480"/>
            <a:ext cx="11338560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Identifiability degrades monotonically with cation valence:  NaCl (well-identified) → CaCl₂ (inconsistent, σ pinned at opposite walls per channel) → LaCl₃ (not estimable).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06 · MC2 NaCl REVISITED — limits of 'well-identified'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if we also sweep B (in addition to σ × Lp at fixed B)?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Argmin (x, y, log₁₀ SSR) per channel × parameter-pair sweep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828800"/>
          <a:ext cx="113385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65376"/>
                <a:gridCol w="1865376"/>
                <a:gridCol w="1865376"/>
                <a:gridCol w="1865376"/>
                <a:gridCol w="1865376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Pair (x × y)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Mass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Perm conc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Ret conc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Perm cond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Calibri"/>
                        </a:rPr>
                        <a:t>Ret cond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σ × Lp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(B fixed = 9.73)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Lp=9.95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log₁₀=0.96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Lp=9.95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log₁₀=2.01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Lp=9.95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log₁₀=3.63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Lp=15.93 ↑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log₁₀=3.33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Lp=9.95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log₁₀=1.60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B × Lp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(σ fixed = 1.00)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B=4.74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Lp=10.95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log₁₀=0.76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B=26.84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Lp=6.97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log₁₀=1.95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B=30.00 ↑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Lp=10.95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log₁₀=3.62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B=1.58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Lp=19.91 ↑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log₁₀=2.40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B=30.00 ↑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Lp=10.95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C0392B"/>
                          </a:solidFill>
                          <a:latin typeface="Calibri"/>
                        </a:rPr>
                        <a:t>log₁₀=1.59</a:t>
                      </a:r>
                    </a:p>
                  </a:txBody>
                  <a:tcPr marL="50000" marR="50000" marT="30000" marB="30000" anchor="ctr"/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B × σ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1A1A1A"/>
                          </a:solidFill>
                          <a:latin typeface="Calibri"/>
                        </a:rPr>
                        <a:t>(Lp fixed = 9.95)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B=0.00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σ=0.32 (int)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log₁₀=0.90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B=9.47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log₁₀=2.01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B=17.37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log₁₀=3.63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B=1.58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σ=0.00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log₁₀=2.70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B=15.79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σ=1.00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A1A1A"/>
                          </a:solidFill>
                          <a:latin typeface="Calibri"/>
                        </a:rPr>
                        <a:t>log₁₀=1.60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349240"/>
            <a:ext cx="11338560" cy="11887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When σ is pinned at the σ=1 wall (B × Lp row), both retentate channels want B = 30 — the upper bound.  When Lp is pinned at the warm-start (B × σ row), mass argmins at interior σ ≈ 0.32 with B near 0.  Even the 'well-identified' σ × Lp picture has subtle limits — the σ=1 wall on Stage 1 was hiding a B-vs-Lp trade-off.  Worth flagging:  the NaCl identifiability is good but not perfect.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07A · MC2 NaCl B × Lp contour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σ fixed at warm-start (σ=1) · B × Lp swept · supports slide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6" name="Picture 5" descr="objcontour-x_B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08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07B · MC2 NaCl B × σ contour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fixed at warm-start (Lp=9.95) · B × σ swept · supports slide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6" name="Picture 5" descr="objcontour-x_B-y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6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08A · 3D L_p × B × σ — 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 of slide 02.</a:t>
            </a:r>
          </a:p>
        </p:txBody>
      </p:sp>
      <p:pic>
        <p:nvPicPr>
          <p:cNvPr id="5" name="Picture 4" descr="MC2.05.07.24_NaCl_grid3d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361" y="1417320"/>
            <a:ext cx="241297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08B · 3D L_p × B × σ — CaCl₂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Note how basin shape morphs between σ=0 and σ=1 — the side-split of slide 03.</a:t>
            </a:r>
          </a:p>
        </p:txBody>
      </p:sp>
      <p:pic>
        <p:nvPicPr>
          <p:cNvPr id="5" name="Picture 4" descr="MC2.05.07.24_CaCl2_grid3d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180" y="1417320"/>
            <a:ext cx="241133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09 · 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I'd like your sanity check on before publishing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1.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Three-stage diagnostic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Does the well-identified → inconsistent → not-estimable framing match what you'd intuit from the underlying physics (anionic NF270 + chloride co-ion + increasing cation valence)?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Permeate conductivity divergence on 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Even the well-identified Stage 1 has permeate conductivity wanting Lp ≈ 15.9 vs all others at 9.95.  Is this (a) m.cH-vs-cV physics that the warm-start under-fits, or (b) Shedlovsky-forward calibration?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37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3.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Per-salt B bounds in the optimizer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We've landed NaCl [0,30], CaCl₂ [0,15], LaCl₃ [0,10] in the library.  Anything you'd revise before re-running the full fit campaign?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9768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4.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LaCl₃ ion-pairing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Stage 3 confirms slide 12's 'physics gap' diagnosis.  Should we (a) parameterize σ(cF) explicitly, (b) add an ion-pairing equilibrium block, or (c) fit only the diluting-regime portion?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25780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5.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Which subset for the next campaign meeting?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Lead with the three-stage roadmap (slide 1) + the three Stage slides?  Or save Stage 1 wrinkles (slide 06) and the 3D appendix for follow-up?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