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across all 11 NF270 single-salt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337560"/>
            <a:ext cx="3840480" cy="18288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 · NaCl:  MC3 SNaCl + MC5 S2NaCl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identified two ways: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(a) interior σ via concentrating run,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(b) σ-harmless via diluting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337560"/>
            <a:ext cx="3840480" cy="18288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7 sheets:  4 NaCl + 3 CaCl₂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different (σ, Lp) walls.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tight, σ rail-pinned.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3337560"/>
            <a:ext cx="3840480" cy="18288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sheets:  MC2 + MC4 LaCl₃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Same wrong-model bias on both: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the constant-(σ,B) Spiegler-Kedem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cannot represent La³⁺ ion-pairing.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What we trust most → what we trust least.   Agreement across the 5 measurement channels =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01 · CONTEXT — parameter bounds in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per-salt B bound is the only new knob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 from DATA1/DATA2):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— halve per +1 of cation charge: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223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— halved</a:t>
                      </a:r>
                    </a:p>
                  </a:txBody>
                  <a:tcPr marL="50000" marR="50000" marT="30000" marB="30000" anchor="ctr"/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are built:  at every (σ, Lp) grid point we forward-simulate the full Spiegler-Kedem DAE (B fixed at warm-start, S0/S also at warm-start), then evaluate the weighted sum-of-squared-residuals per channel.  5 channels per panel:  mass, permeate concentration, retentate concentration, permeate conductivity,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02 · ALL 11 SHEETS — warm-start θ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the optimizer landed on every sheet — color-coded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Warm-start fits across the campaign (sorted by salt, then by sheet ID):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1133856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97280"/>
                <a:gridCol w="1005840"/>
                <a:gridCol w="1280160"/>
                <a:gridCol w="3840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B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WSSE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Stage assignment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4357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MC3.07.22.24_SNaCl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8.22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14.68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interior σ — concentrating run probed σ-sensitive regime (gold)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MC4.07.11.24_SNaCl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9536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σ=0, diluting regime BUT poor WSSE — data-quality issue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10.02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3.70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5794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/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9.45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4764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MC5.07.23.24_S2NaCl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10.14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σ=0 harmless — diluting run, Lp identified by mass (2nd best WSSE)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6717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channels split by side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MC3.07.11.24_SCaCl2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5.53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4080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at wall</a:t>
                      </a:r>
                    </a:p>
                  </a:txBody>
                  <a:tcPr marL="50000" marR="50000" marT="30000" marB="30000" anchor="ctr"/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MC3.07.12.24_S2CaCl2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9252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AND B at walls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MC2.05.21.24_LaCl3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17711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every channel disagrees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MC4.07.11.24_SLaCl3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2.78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21345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replicate of MC2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↑ / ↓ marks parameters pinned at a bound.  Only MC3.07.22.24_SNaCl landed at an interior σ — that's our reference case for 'well-identified'.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03 · TWO PATHS TO WELL-IDENTIFIED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same Lp can be pinned by the data two completely different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There are two physically distinct ways the data can pin (Lp, σ, B):  either we run conditions that PROBE σ directly so the contour shows an interior σ minimum, OR we run conditions where σ doesn't matter so we don't need to probe it.  Both give us a usable Lp.  The campaign has one sheet in each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5212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A · probe σ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MC3.07.22.24_SNaCl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5212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8.22    B = 14.68    σ = 0.45    WSSE = 556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5212080" cy="1691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Concentrating regime, but the run conditions excited σ — probably a wider pressure-driving-force sweep, lower feed, or a pressure step.  σ leaves a fingerprint in the data, so the optimizer finds an interior minimum at σ = 0.45.  All 5 channels converge.  This is the textbook well-identified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B · bypass σ (diluting regime)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546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MC5.07.23.24_S2NaCl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66160"/>
            <a:ext cx="5212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7.38    B = 10.14    σ = 0.00 ↓    WSSE = 830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20"/>
            <a:ext cx="5212080" cy="1691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Diluting regime — cF shrinks over the run, so σ · Δπ → 0 by the end no matter what σ is.  σ literally cannot leave a fingerprint here.  Optimizer drifts to σ = 0 because the gradient is flat, not because data says σ = 0.  Lp is still pinned tightly by the mass channel.  WSSE = 830 — 2nd best in the campaign.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897880"/>
            <a:ext cx="1133856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Same destination, two different roads.  Path A needs careful experimental design; Path B comes free if you happen to run a diluting experiment.  Either way Lp is trustworthy.  Knowing which path each sheet is on tells us where the σ value can be trusted (Path A) and where σ is unconstrained but irrelevant (Path 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04 · STAGE 1 (path A) — MC3.07.22.24_SNaCl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interior σ via concentrating run — the gold standard fit in the entire campaign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417320"/>
            <a:ext cx="7680960" cy="11887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1100" b="1">
                <a:solidFill>
                  <a:srgbClr val="1E7C3F"/>
                </a:solidFill>
              </a:rPr>
              <a:t>Warm-start fit</a:t>
            </a:r>
          </a:p>
          <a:p>
            <a:pPr algn="ctr">
              <a:spcBef>
                <a:spcPts val="600"/>
              </a:spcBef>
            </a:pPr>
            <a:r>
              <a:rPr sz="1800" b="1">
                <a:solidFill>
                  <a:srgbClr val="1A1A1A"/>
                </a:solidFill>
              </a:rPr>
              <a:t>L_p = 8.22    B = 14.68 µm/s    σ = 0.45 (interior)    WSSE = 556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1338560" cy="3017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MC3.07.22.24_SNaCl is the only sheet where the operating conditions excited the σ-sensitive part of the response.  WSSE of 556 is an order of magnitude better than all other concentrating-regime sheets, and the interior σ = 0.45 means the optimizer found a real minimum — not a wall.  This sheet is the existence proof:  σ CAN be identified for NaCl on NF270, if we run the right conditions.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Best guess on what made it special:  a wider pressure-driving-force sweep, lower feed concentration, or an in-run pressure step.  The run-sheet metadata should tell us — Q2 for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989320"/>
            <a:ext cx="11338560" cy="777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When the experiment probes σ, the data identifies σ.  Lp is identified by the mass channel; σ and B together come out of the salt-flux channels.  All 5 channels converge.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05 · STAGE 1 (path B) — MC5.07.23.24_S2NaCl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diluting run — σ bypassed because σ · Δπ → 0;  Lp identified by mass anyway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417320"/>
            <a:ext cx="7680960" cy="11887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1100" b="1">
                <a:solidFill>
                  <a:srgbClr val="1E7C3F"/>
                </a:solidFill>
              </a:rPr>
              <a:t>Warm-start fit</a:t>
            </a:r>
          </a:p>
          <a:p>
            <a:pPr algn="ctr">
              <a:spcBef>
                <a:spcPts val="600"/>
              </a:spcBef>
            </a:pPr>
            <a:r>
              <a:rPr sz="1800" b="1">
                <a:solidFill>
                  <a:srgbClr val="1A1A1A"/>
                </a:solidFill>
              </a:rPr>
              <a:t>L_p = 7.38    B = 10.14 µm/s    σ = 0.00 ↓ (harmless wall)    WSSE = 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1338560" cy="3017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In a diluting run, cF shrinks over the experiment, so the osmotic term σ · Δπ goes to zero by the end regardless of σ.  The water flux equation collapses to Jw ≈ Lp · ΔP — pure Darcy — and σ has no leverage on the observations.  The optimizer drifts to σ = 0 because the gradient is flat, not because the data says σ = 0.  But Lp is still pinned tightly by the mass channel.</a:t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WSSE = 830 — 2nd best in the entire campaign, behind only MC3 SNaCl.  The diluting regime is the cleanest path to a Lp estimate that doesn't depend on σ being correctly identified.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989320"/>
            <a:ext cx="11338560" cy="7772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σ at σ=0 wall is NOT a problem when cF is shrinking — σ is irrelevant to the flux equation in that regime.  Lp comes out clean from the mass channel.  Worth highlighting:  diluting experiments are 'free' identifiability.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06 · STAGE 2 — NaCl (the 4 concentrating-regime sheets at the σ=1 wall)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tight (8.6 ± 1.1) but σ pinned — these sheets ran concentrating without probing σ-sensitive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MC2 NaCl shown here — same story on MC5 NaCl, MC5 SNaCl, and the concentrating part of MC4 SNaCl.  4 of 5 channels converge on Lp ≈ 9.95 (Lp well-identified), but σ pins at the σ=1 wall and the wall is hiding a B-vs-Lp trade-off.  Concentrating regime + no σ-probing conditions = inconsistent across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07 · STAGE 2 — CaCl₂ (all 3 sheets)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 pins σ at σ=1 wall in the warm-start fit;  contour shows channels split by membrane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All 3 CaCl₂ sheets pin σ at σ=1 (and one pins B at the upper bound too).  Physics expects interior σ (divalent counter-ion → weaker Donnan exclusion → lower σ on NF270) — pinning at σ=1 is a weighting problem, not a model-form problem.  Both permeate channels want σ=0; both retentate channels want σ=1.  Split by membrane side, not by physics.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08 · STAGE 3 — LaCl₃ (both sheets)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warm-start θ nearly identical between sheets, but WSSE ~20× worse than NaCl gold standard → shared wrong-model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Both LaCl₃ sheets warm-start to nearly identical θ — but fit the data ~20× worse than NaCl MC3 SNaCl.  Same wrong-model bias both times, not measurement noise.  The constant-(σ, B) Spiegler-Kedem model is structurally wrong for trivalent ions — probably because of LaCl²⁺ / LaCl⁺ ion-pairing the model can't see.  AND we only have 2 sheets:  that's an anecdote, not a sample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09 · WHAT DATA SHOULD WE 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would unblock the campaign — prioritized by leverage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338560" cy="15087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E7C3F"/>
                </a:solidFill>
                <a:latin typeface="Calibri"/>
              </a:rPr>
              <a:t>PRIORITY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Pure-water L_p before and after every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Single highest-leverage experiment.  Pins L_p independently of the salt-transport data so σ and B don't have to compensate for it.  Also doubles as a fouling check — if pre-run and post-run L_p drift, we know the membrane changed during the experiment and the constant-parameter fit was never going to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11338560" cy="150876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A87000"/>
                </a:solidFill>
                <a:latin typeface="Calibri"/>
              </a:rPr>
              <a:t>PRIORITY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Multi-pressure sweeps within a single run  +  dilute concentration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Pinning σ for CaCl₂ and LaCl₃ requires breaking the σ-B correlation.  σ couples to Δπ, B doesn't — so stepping ΔP across a wide range during one run changes the relative leverage of σ vs B.  Dilute runs (1-5 mM NaCl, sub-mM LaCl₃) push into the diffusion-limited regime where σ identifies.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800600"/>
            <a:ext cx="11338560" cy="150876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PRIORITY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89204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3-5 more LaCl₃ sheets + retentate-side conductivity probe + UV-Vis / ICP speciation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 = 2 LaCl₃ sheets is not statistics — we need at least 5 before any 'not estimable' claim carries weight.  Adding high-frequency conductivity on the retentate (we only have it on permeate) eliminates the CaCl₂ side-split weighting problem.  Speciation directly tests the LaCl²⁺ / LaCl⁺ ion-pairing hypothesis rather than inferring it from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10 · 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read on before the campaign re-run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Does the 3-stage diagnosis match what you'd intuit physically?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Anionic NF270 + chloride co-ion + increasing cation valence → identifiability should degrade with valence.  That's what we see.  But is the σ=1 wall on the NaCl/CaCl₂ sheets really a regime problem, or is it the 0.3 % cF scaling forcing the optimizer there?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MC3 SNaCl and MC5 S2NaCl — two different paths to well-identified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MC3 SNaCl probed σ-sensitive conditions and got interior σ = 0.45.  MC5 S2NaCl ran diluting so σ was irrelevant — same Lp identifiability for free.  What do the run-sheet metadata show that's different from the other 4 NaCl sheets?  Pressure span, feed concentration, run duration?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MC4 SNaCl — diluting but poor fit (WSSE = 9536)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MC4 SNaCl looks like a diluting-regime run (σ = 0 wall), but its WSSE is ~10× worse than MC5 S2NaCl.  Same regime, same salt, same membrane — different fit quality.  Likely a data-quality issue (fouling, leak, calibration drift) rather than a model issue.  Worth a closer look.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Stage 3 confirms the v10-deck slide 12 'physics gap' diagnosis.  Should we (a) parameterize σ(cF) explicitly, (b) add an ion-pairing equilibrium block with LaCl²⁺ / LaCl⁺ partition, or (c) fit only the diluting-regime portion?  Need at least 3-5 more LaCl₃ sheets either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94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Priority 1 data — pure-water L_p 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 think this is the single highest-leverage experiment.  Is it feasible to add to every NF270 run going forward?  Roughly:  10 minutes of DI water at the operating ΔP before and after the salt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0080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69340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We've landed NaCl [0, 30], CaCl₂ [0, 15], LaCl₃ [0, 10] in the library (Architecture.md §17).  Anything you'd revise before re-running the full campaign?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A1 · APPENDIX — MC2 NaCl B × Lp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the 'σ=1 wall hides B-Lp trade-off' claim</a:t>
            </a:r>
          </a:p>
        </p:txBody>
      </p:sp>
      <p:pic>
        <p:nvPicPr>
          <p:cNvPr id="5" name="Picture 4" descr="objcontour-x_B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A2 · APPENDIX — MC2 NaCl B × σ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mass argmins at interior σ ≈ 0.32 — interesting</a:t>
            </a:r>
          </a:p>
        </p:txBody>
      </p:sp>
      <p:pic>
        <p:nvPicPr>
          <p:cNvPr id="5" name="Picture 4" descr="objcontour-x_B-y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A3 · APPENDIX — 3D L_p × B × σ slice composite, 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5" name="Picture 4" descr="MC2.05.07.24_NaCl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96" y="1417320"/>
            <a:ext cx="23511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A4 · APPENDIX — 3D L_p × B × σ slice composite, CaCl₂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5" name="Picture 4" descr="MC2.05.07.24_CaCl2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095" y="1417320"/>
            <a:ext cx="2349505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