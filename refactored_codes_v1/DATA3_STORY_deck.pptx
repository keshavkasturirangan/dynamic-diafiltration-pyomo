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1945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F375B"/>
                </a:solidFill>
              </a:rPr>
              <a:t>DATA3 NF270 — Choosing B(c), the transport regime,</a:t>
            </a:r>
          </a:p>
          <a:p>
            <a:pPr algn="l"/>
            <a:r>
              <a:rPr sz="3400" b="1">
                <a:solidFill>
                  <a:srgbClr val="1F375B"/>
                </a:solidFill>
              </a:rPr>
              <a:t>and whether experiments inform each other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444444"/>
                </a:solidFill>
              </a:rPr>
              <a:t>Single-salt diafiltration: NaCl · CaCl₂ · LaCl₃   |   per-response AIC · Peclet regime · multi-experiment pooling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Generated from the session analyses — auto-updates as the contour campaign completes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A02C"/>
                </a:solidFill>
              </a:rPr>
              <a:t>01 · THE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75B"/>
                </a:solidFill>
              </a:rPr>
              <a:t>What sets the solute permeability B, and does it depend on concentration?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444444"/>
                </a:solidFill>
              </a:rPr>
              <a:t>• B is the membrane solute permeability: Jₛ = Jw·B·(c_in − c_H).</a:t>
            </a:r>
          </a:p>
          <a:p>
            <a:pPr algn="l"/>
            <a:r>
              <a:rPr sz="1700" b="0">
                <a:solidFill>
                  <a:srgbClr val="444444"/>
                </a:solidFill>
              </a:rPr>
              <a:t>• DATA1/DATA2 transport theory: B = Dₘ·H/L — a partition (H) and a diffusion length.</a:t>
            </a:r>
          </a:p>
          <a:p>
            <a:pPr algn="l"/>
            <a:r>
              <a:rPr sz="1700" b="0">
                <a:solidFill>
                  <a:srgbClr val="444444"/>
                </a:solidFill>
              </a:rPr>
              <a:t>• Whether B is constant or concentration-dependent is set by the Peclet number Pe = Jw·L/Dₘ:</a:t>
            </a:r>
          </a:p>
          <a:p>
            <a:pPr algn="l"/>
            <a:r>
              <a:rPr sz="1700" b="0">
                <a:solidFill>
                  <a:srgbClr val="444444"/>
                </a:solidFill>
              </a:rPr>
              <a:t>        – Pe → 0 (diffusion-dominated): B = DₘH/L = CONSTANT</a:t>
            </a:r>
          </a:p>
          <a:p>
            <a:pPr algn="l"/>
            <a:r>
              <a:rPr sz="1700" b="0">
                <a:solidFill>
                  <a:srgbClr val="444444"/>
                </a:solidFill>
              </a:rPr>
              <a:t>        – Pe ~ 1+ (convection + diffusion): B = Jw·Σ βᵢ cⁱ (concentration-dependent Taylor form)</a:t>
            </a:r>
          </a:p>
          <a:p>
            <a:pPr algn="l"/>
            <a:r>
              <a:rPr sz="1700" b="0">
                <a:solidFill>
                  <a:srgbClr val="444444"/>
                </a:solidFill>
              </a:rPr>
              <a:t>• Under a constant-B fit, σ and B and Lₚ are coupled and σ rails — the identifiability problem we solve here.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093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375B"/>
                </a:solidFill>
              </a:rPr>
              <a:t>→ Three threads: which B(c) form (AIC), why it depends on c (Peclet), and can pooling experiments fix identifiability.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A02C"/>
                </a:solidFill>
              </a:rPr>
              <a:t>02 · WHY B DEPENDS ON c — THE PECLET REGIME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75B"/>
                </a:solidFill>
              </a:rPr>
              <a:t>Regression MSE vs Pe (≙ DATA2 Fig 8): which regime each salt is in</a:t>
            </a:r>
          </a:p>
        </p:txBody>
      </p:sp>
      <p:pic>
        <p:nvPicPr>
          <p:cNvPr id="4" name="Picture 3" descr="peclet_m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0"/>
            <a:ext cx="11430000" cy="37490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3093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375B"/>
                </a:solidFill>
              </a:rPr>
              <a:t>→ Diluting NaCl → Pe→0 (diffusion, B≈const). CaCl₂ / concentrating-NaCl / LaCl₃ → Pe≫1 (convection+diffusion, B(c)). The regime direction is the robust signal.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A02C"/>
                </a:solidFill>
              </a:rPr>
              <a:t>03 · WHICH B(c) ORDER — DATA2 PER-RESPONSE AIC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75B"/>
                </a:solidFill>
              </a:rPr>
              <a:t>Order chosen by the per-channel AIC (eq 39), not raw WSSE3</a:t>
            </a:r>
          </a:p>
        </p:txBody>
      </p:sp>
      <p:pic>
        <p:nvPicPr>
          <p:cNvPr id="4" name="Picture 3" descr="aic_sel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0"/>
            <a:ext cx="11430000" cy="37490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3093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375B"/>
                </a:solidFill>
              </a:rPr>
              <a:t>→ CaCl₂ → quadratic/linear, cubic REJECTED (Δ=8–25). NaCl cubic 'wins' are mass-channel/convergence artifacts. Use the per-response AIC, not the pooled JSON AIC.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A02C"/>
                </a:solidFill>
              </a:rPr>
              <a:t>04 · THE IDENTIFIABILITY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75B"/>
                </a:solidFill>
              </a:rPr>
              <a:t>Per-experiment σ rails; the σ–B–Lₚ landscape is ill-conditioned</a:t>
            </a:r>
          </a:p>
        </p:txBody>
      </p:sp>
      <p:pic>
        <p:nvPicPr>
          <p:cNvPr id="4" name="Picture 3" descr="stage1_identifi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0"/>
            <a:ext cx="11430000" cy="37490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3093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375B"/>
                </a:solidFill>
              </a:rPr>
              <a:t>→ σ rails in 9/11 single experiments; condition numbers 10⁶–10¹². A single experiment cannot pin σ.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A02C"/>
                </a:solidFill>
              </a:rPr>
              <a:t>05 · POOLING RESOLVES IT — SHARED 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75B"/>
                </a:solidFill>
              </a:rPr>
              <a:t>One shared σ per salt-regime group costs ~nothing — and comes off the rail</a:t>
            </a:r>
          </a:p>
        </p:txBody>
      </p:sp>
      <p:pic>
        <p:nvPicPr>
          <p:cNvPr id="4" name="Picture 3" descr="sharesigma_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0"/>
            <a:ext cx="11430000" cy="37490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3093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375B"/>
                </a:solidFill>
              </a:rPr>
              <a:t>→ Cost ≈1× (sharing σ is nearly free → σ is a salt property). Diluting-NaCl identifies σ*=0.75, OFF the individual rails (1.0/0.38).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A02C"/>
                </a:solidFill>
              </a:rPr>
              <a:t>06 · EXPERIMENTS INFORM EACH OTHER — STACKED LANDSCAPES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75B"/>
                </a:solidFill>
              </a:rPr>
              <a:t>Summing the objective surfaces = summing Fisher information → a sharper pooled minimum</a:t>
            </a:r>
          </a:p>
        </p:txBody>
      </p:sp>
      <p:pic>
        <p:nvPicPr>
          <p:cNvPr id="4" name="Picture 3" descr="stack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0"/>
            <a:ext cx="11430000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389120"/>
            <a:ext cx="11247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44444"/>
                </a:solidFill>
              </a:rPr>
              <a:t>Per channel across a group: Σ mass → Lₚ, Σ permeate-conc → B, Σ retentate-conc → σ. White ○ = each experiment's scattered own minimum; red ★ = the pooled minimum (joint-fit seed). The transport model is evaluated at every node (slice = forward-sim, legacy calc_contour_2d; profile = re-solve B(c)).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375B"/>
                </a:solidFill>
              </a:rPr>
              <a:t>→ Where individuals are sloppy, the summed surface localizes — the visual proof that pooling improves identifiability.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A02C"/>
                </a:solidFill>
              </a:rPr>
              <a:t>07 · PER B(c)-FORM σ×Lₚ MAPS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75B"/>
                </a:solidFill>
              </a:rPr>
              <a:t>Each concentration-function of B reshapes the σ/Lₚ identifiability (CaCl₂)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32588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F375B"/>
                </a:solidFill>
              </a:rPr>
              <a:t>constant</a:t>
            </a:r>
          </a:p>
        </p:txBody>
      </p:sp>
      <p:pic>
        <p:nvPicPr>
          <p:cNvPr id="5" name="Picture 4" descr="stack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54480"/>
            <a:ext cx="3749039" cy="2011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297680" y="132588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F375B"/>
                </a:solidFill>
              </a:rPr>
              <a:t>linear</a:t>
            </a:r>
          </a:p>
        </p:txBody>
      </p:sp>
      <p:pic>
        <p:nvPicPr>
          <p:cNvPr id="7" name="Picture 6" descr="stack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554480"/>
            <a:ext cx="3749039" cy="2011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0" y="132588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F375B"/>
                </a:solidFill>
              </a:rPr>
              <a:t>quadratic</a:t>
            </a:r>
          </a:p>
        </p:txBody>
      </p:sp>
      <p:pic>
        <p:nvPicPr>
          <p:cNvPr id="9" name="Picture 8" descr="stack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1554480"/>
            <a:ext cx="3749039" cy="2011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5760" y="36576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F375B"/>
                </a:solidFill>
              </a:rPr>
              <a:t>cubic</a:t>
            </a:r>
          </a:p>
        </p:txBody>
      </p:sp>
      <p:pic>
        <p:nvPicPr>
          <p:cNvPr id="11" name="Picture 10" descr="stack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3886200"/>
            <a:ext cx="3749039" cy="20116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297680" y="36576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F375B"/>
                </a:solidFill>
              </a:rPr>
              <a:t>saturating</a:t>
            </a:r>
          </a:p>
        </p:txBody>
      </p:sp>
      <p:pic>
        <p:nvPicPr>
          <p:cNvPr id="13" name="Picture 12" descr="stack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7680" y="3886200"/>
            <a:ext cx="3749039" cy="20116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29600" y="36576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F375B"/>
                </a:solidFill>
              </a:rPr>
              <a:t>Donnan</a:t>
            </a:r>
          </a:p>
        </p:txBody>
      </p:sp>
      <p:pic>
        <p:nvPicPr>
          <p:cNvPr id="15" name="Picture 14" descr="stack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0" y="3886200"/>
            <a:ext cx="3749039" cy="20116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7200" y="63093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375B"/>
                </a:solidFill>
              </a:rPr>
              <a:t>→ Comparing forms: constant rails σ; the concentration-dependent forms relax the σ/Lₚ trade-off differently.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A02C"/>
                </a:solidFill>
              </a:rPr>
              <a:t>08 · CONSTANT-B FIT — MEASURED vs PREDICTED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75B"/>
                </a:solidFill>
              </a:rPr>
              <a:t>The first B-form (constant B) at the optimized parameters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32588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F375B"/>
                </a:solidFill>
              </a:rPr>
              <a:t>NaCl diluting</a:t>
            </a:r>
          </a:p>
        </p:txBody>
      </p:sp>
      <p:pic>
        <p:nvPicPr>
          <p:cNvPr id="5" name="Picture 4" descr="concentration-JAO_072224_NF270_MC3_SNaCl_NaCl_07.22.24_SNa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54480"/>
            <a:ext cx="5577840" cy="2103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0" y="132588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F375B"/>
                </a:solidFill>
              </a:rPr>
              <a:t>NaCl concentrating</a:t>
            </a:r>
          </a:p>
        </p:txBody>
      </p:sp>
      <p:pic>
        <p:nvPicPr>
          <p:cNvPr id="7" name="Picture 6" descr="concentration-JAO_050724_NF270_MC2_NaCl_NaCl_05.07.24_NaC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554480"/>
            <a:ext cx="5577840" cy="2103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365760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F375B"/>
                </a:solidFill>
              </a:rPr>
              <a:t>CaCl2</a:t>
            </a:r>
          </a:p>
        </p:txBody>
      </p:sp>
      <p:pic>
        <p:nvPicPr>
          <p:cNvPr id="9" name="Picture 8" descr="concentration-JAO_050724_NF270_MC2_CaCl2_CaCl2_05.07.24_CaCl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886200"/>
            <a:ext cx="5577840" cy="2103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17920" y="365760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F375B"/>
                </a:solidFill>
              </a:rPr>
              <a:t>LaCl3</a:t>
            </a:r>
          </a:p>
        </p:txBody>
      </p:sp>
      <p:pic>
        <p:nvPicPr>
          <p:cNvPr id="11" name="Picture 10" descr="concentration-JAO_052124_NF270_MC2_LaCl3_LaCl3_05.21.24_LaCl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3886200"/>
            <a:ext cx="5577840" cy="21031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63093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375B"/>
                </a:solidFill>
              </a:rPr>
              <a:t>→ Constant-B tracks NaCl well (flat B); for CaCl₂/LaCl₃ the constant-B residual motivates B(c).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A02C"/>
                </a:solidFill>
              </a:rPr>
              <a:t>09 · THE COHERENT 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44444"/>
                </a:solidFill>
              </a:rPr>
              <a:t>1.  B is constant when diffusion dominates (Pe→0) and concentration-dependent when convection matters (Pe≫1).</a:t>
            </a:r>
          </a:p>
          <a:p>
            <a:pPr algn="l"/>
            <a:r>
              <a:rPr sz="1600" b="0">
                <a:solidFill>
                  <a:srgbClr val="444444"/>
                </a:solidFill>
              </a:rPr>
              <a:t>      The Peclet analysis separates the salts: diluting-NaCl diffusion-limited; CaCl₂/LaCl₃/conc-NaCl convection.</a:t>
            </a:r>
          </a:p>
          <a:p>
            <a:pPr algn="l"/>
          </a:p>
          <a:p>
            <a:pPr algn="l"/>
            <a:r>
              <a:rPr sz="1600" b="0">
                <a:solidFill>
                  <a:srgbClr val="444444"/>
                </a:solidFill>
              </a:rPr>
              <a:t>2.  Among concentration-functions of B, the DATA2 per-response AIC selects LOW order — quadratic/linear for CaCl₂,</a:t>
            </a:r>
          </a:p>
          <a:p>
            <a:pPr algn="l"/>
            <a:r>
              <a:rPr sz="1600" b="0">
                <a:solidFill>
                  <a:srgbClr val="444444"/>
                </a:solidFill>
              </a:rPr>
              <a:t>      cubic rejected. Raw WSSE3 over-selects; the per-channel likelihood is the honest criterion.</a:t>
            </a:r>
          </a:p>
          <a:p>
            <a:pPr algn="l"/>
          </a:p>
          <a:p>
            <a:pPr algn="l"/>
            <a:r>
              <a:rPr sz="1600" b="0">
                <a:solidFill>
                  <a:srgbClr val="444444"/>
                </a:solidFill>
              </a:rPr>
              <a:t>3.  A single experiment cannot identify σ (it rails; cond 10⁶–10¹²). Pooling experiments of the same salt+regime</a:t>
            </a:r>
          </a:p>
          <a:p>
            <a:pPr algn="l"/>
            <a:r>
              <a:rPr sz="1600" b="0">
                <a:solidFill>
                  <a:srgbClr val="444444"/>
                </a:solidFill>
              </a:rPr>
              <a:t>      shares σ at ~zero cost and resolves the rail (diluting-NaCl σ*=0.75). Stacked objective landscapes show the</a:t>
            </a:r>
          </a:p>
          <a:p>
            <a:pPr algn="l"/>
            <a:r>
              <a:rPr sz="1600" b="0">
                <a:solidFill>
                  <a:srgbClr val="444444"/>
                </a:solidFill>
              </a:rPr>
              <a:t>      experiments informing each other: the summed surface has a sharper minimum than any individual.</a:t>
            </a:r>
          </a:p>
          <a:p>
            <a:pPr algn="l"/>
          </a:p>
          <a:p>
            <a:pPr algn="l"/>
            <a:r>
              <a:rPr sz="1600" b="0">
                <a:solidFill>
                  <a:srgbClr val="444444"/>
                </a:solidFill>
              </a:rPr>
              <a:t>4.  Same NF270 membrane across DATA3 → Lₚ is consistent; the within-group scatter was identifiability noise that</a:t>
            </a:r>
          </a:p>
          <a:p>
            <a:pPr algn="l"/>
            <a:r>
              <a:rPr sz="1600" b="0">
                <a:solidFill>
                  <a:srgbClr val="444444"/>
                </a:solidFill>
              </a:rPr>
              <a:t>      pooling removes. The stacked minimum is the warm-start for the joint multi-experiment fit.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