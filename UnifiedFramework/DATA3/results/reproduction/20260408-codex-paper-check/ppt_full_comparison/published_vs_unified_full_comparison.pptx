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DATA2 Figure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Unified Regenerated</a:t>
            </a:r>
          </a:p>
        </p:txBody>
      </p:sp>
      <p:pic>
        <p:nvPicPr>
          <p:cNvPr id="5" name="Picture 4" descr="img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303520" cy="3370718"/>
          </a:xfrm>
          <a:prstGeom prst="rect">
            <a:avLst/>
          </a:prstGeom>
        </p:spPr>
      </p:pic>
      <p:pic>
        <p:nvPicPr>
          <p:cNvPr id="6" name="Picture 5" descr="data2_img007_unified_ex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60120"/>
            <a:ext cx="5440680" cy="33401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Published figure on the left and current unified-codebase regeneration on the right.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DATA2 Figure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Unified Regenerated</a:t>
            </a:r>
          </a:p>
        </p:txBody>
      </p:sp>
      <p:pic>
        <p:nvPicPr>
          <p:cNvPr id="5" name="Picture 4" descr="img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303520" cy="14026101"/>
          </a:xfrm>
          <a:prstGeom prst="rect">
            <a:avLst/>
          </a:prstGeom>
        </p:spPr>
      </p:pic>
      <p:pic>
        <p:nvPicPr>
          <p:cNvPr id="6" name="Picture 5" descr="data2_img008_unified_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60120"/>
            <a:ext cx="5440680" cy="155081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Unified workflow reproduces the three published panels using the current DATA2 artifact path.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DATA2 Figure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Unified Regenerated</a:t>
            </a:r>
          </a:p>
        </p:txBody>
      </p:sp>
      <p:pic>
        <p:nvPicPr>
          <p:cNvPr id="5" name="Picture 4" descr="img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303520" cy="14868939"/>
          </a:xfrm>
          <a:prstGeom prst="rect">
            <a:avLst/>
          </a:prstGeom>
        </p:spPr>
      </p:pic>
      <p:pic>
        <p:nvPicPr>
          <p:cNvPr id="6" name="Picture 5" descr="partition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60120"/>
            <a:ext cx="5440680" cy="152793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Unified workflow reproduces the partition-sensitivity contour figure.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DATA2 Figure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Unified Regenerated</a:t>
            </a:r>
          </a:p>
        </p:txBody>
      </p:sp>
      <p:pic>
        <p:nvPicPr>
          <p:cNvPr id="5" name="Picture 4" descr="img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303520" cy="5962845"/>
          </a:xfrm>
          <a:prstGeom prst="rect">
            <a:avLst/>
          </a:prstGeom>
        </p:spPr>
      </p:pic>
      <p:pic>
        <p:nvPicPr>
          <p:cNvPr id="6" name="Picture 5" descr="data2_img010_unified_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60120"/>
            <a:ext cx="5440680" cy="6097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Unified workflow reproduces the startup-improvement panel and residuals boxplot.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DATA1 Figure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Unified Regenerated</a:t>
            </a:r>
          </a:p>
        </p:txBody>
      </p:sp>
      <p:pic>
        <p:nvPicPr>
          <p:cNvPr id="5" name="Picture 4" descr="img-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303520" cy="4985309"/>
          </a:xfrm>
          <a:prstGeom prst="rect">
            <a:avLst/>
          </a:prstGeom>
        </p:spPr>
      </p:pic>
      <p:pic>
        <p:nvPicPr>
          <p:cNvPr id="6" name="Picture 5" descr="data1_img004_unified_ex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60120"/>
            <a:ext cx="5440680" cy="485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Unified workflow reproduces the four-panel mass and concentration comparison figure.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DATA1 Figure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Unified Regenerated</a:t>
            </a:r>
          </a:p>
        </p:txBody>
      </p:sp>
      <p:pic>
        <p:nvPicPr>
          <p:cNvPr id="5" name="Picture 4" descr="img-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303520" cy="5055692"/>
          </a:xfrm>
          <a:prstGeom prst="rect">
            <a:avLst/>
          </a:prstGeom>
        </p:spPr>
      </p:pic>
      <p:pic>
        <p:nvPicPr>
          <p:cNvPr id="6" name="Picture 5" descr="concentration_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60120"/>
            <a:ext cx="5440680" cy="53238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Unified workflow reproduces the experiment-space concentration-range figure.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DATA1 Figure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Unified Regenerated</a:t>
            </a:r>
          </a:p>
        </p:txBody>
      </p:sp>
      <p:pic>
        <p:nvPicPr>
          <p:cNvPr id="5" name="Picture 4" descr="img-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303520" cy="3311385"/>
          </a:xfrm>
          <a:prstGeom prst="rect">
            <a:avLst/>
          </a:prstGeom>
        </p:spPr>
      </p:pic>
      <p:pic>
        <p:nvPicPr>
          <p:cNvPr id="6" name="Picture 5" descr="data1_img006_unified_ex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60120"/>
            <a:ext cx="5440680" cy="33071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Unified workflow reproduces the sigma-sensitivity figure across mass, permeate, and retentate panels.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DATA1 Figure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Unified Regenerated</a:t>
            </a:r>
          </a:p>
        </p:txBody>
      </p:sp>
      <p:pic>
        <p:nvPicPr>
          <p:cNvPr id="5" name="Picture 4" descr="img-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303520" cy="5233955"/>
          </a:xfrm>
          <a:prstGeom prst="rect">
            <a:avLst/>
          </a:prstGeom>
        </p:spPr>
      </p:pic>
      <p:pic>
        <p:nvPicPr>
          <p:cNvPr id="6" name="Picture 5" descr="data1_img007_unified_ex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60120"/>
            <a:ext cx="5440680" cy="53848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Unified workflow reproduces the fixed-sigma contour maps over sigma and Lp-style sweeps.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DATA1 Figure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7132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/>
              <a:t>Unified Regenerated</a:t>
            </a:r>
          </a:p>
        </p:txBody>
      </p:sp>
      <p:pic>
        <p:nvPicPr>
          <p:cNvPr id="5" name="Picture 4" descr="img-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303520" cy="5220704"/>
          </a:xfrm>
          <a:prstGeom prst="rect">
            <a:avLst/>
          </a:prstGeom>
        </p:spPr>
      </p:pic>
      <p:pic>
        <p:nvPicPr>
          <p:cNvPr id="6" name="Picture 5" descr="data1_img008_unified_ex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60120"/>
            <a:ext cx="5440680" cy="53862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Unified workflow reproduces the fixed-B contour maps over B and Lp sweeps.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