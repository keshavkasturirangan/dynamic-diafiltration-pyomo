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Unified-Only Published Figure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/>
              <a:t>This deck includes only figures whose regenerated counterparts come from the current unified workflow.
Included:
- DATA2 img-008, img-009, img-010
- DATA1 img-005
Excluded for now:
- DATA2 img-007
- DATA1 img-004, img-006, img-007, img-008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/>
              <a:t>DATA2 Published img-008 vs Unified Regenerated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Published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6858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Unified Regenerated</a:t>
            </a:r>
          </a:p>
        </p:txBody>
      </p:sp>
      <p:pic>
        <p:nvPicPr>
          <p:cNvPr id="5" name="Picture 4" descr="img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5486400" cy="14509760"/>
          </a:xfrm>
          <a:prstGeom prst="rect">
            <a:avLst/>
          </a:prstGeom>
        </p:spPr>
      </p:pic>
      <p:pic>
        <p:nvPicPr>
          <p:cNvPr id="6" name="Picture 5" descr="Js_predic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914400"/>
            <a:ext cx="5303520" cy="5065311"/>
          </a:xfrm>
          <a:prstGeom prst="rect">
            <a:avLst/>
          </a:prstGeom>
        </p:spPr>
      </p:pic>
      <p:pic>
        <p:nvPicPr>
          <p:cNvPr id="7" name="Picture 6" descr="Jw_predi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560320"/>
            <a:ext cx="5303520" cy="4939725"/>
          </a:xfrm>
          <a:prstGeom prst="rect">
            <a:avLst/>
          </a:prstGeom>
        </p:spPr>
      </p:pic>
      <p:pic>
        <p:nvPicPr>
          <p:cNvPr id="8" name="Picture 7" descr="Js_predict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206240"/>
            <a:ext cx="5303520" cy="49747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Unified output reproduces the three published panels: concentration vs time, Jw vs time, and Js vs cin,f.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/>
              <a:t>DATA2 Published img-009 vs Unified Regenerated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Published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6858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Unified Regenerated</a:t>
            </a:r>
          </a:p>
        </p:txBody>
      </p:sp>
      <p:pic>
        <p:nvPicPr>
          <p:cNvPr id="5" name="Picture 4" descr="img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303520" cy="14868939"/>
          </a:xfrm>
          <a:prstGeom prst="rect">
            <a:avLst/>
          </a:prstGeom>
        </p:spPr>
      </p:pic>
      <p:pic>
        <p:nvPicPr>
          <p:cNvPr id="6" name="Picture 5" descr="partition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5486400" cy="154077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Unified output reproduces the partition-sensitivity contour figure.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/>
              <a:t>DATA2 Published img-010 vs Unified Regenerated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Published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6858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Unified Regenerated</a:t>
            </a:r>
          </a:p>
        </p:txBody>
      </p:sp>
      <p:pic>
        <p:nvPicPr>
          <p:cNvPr id="5" name="Picture 4" descr="img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5486400" cy="6168461"/>
          </a:xfrm>
          <a:prstGeom prst="rect">
            <a:avLst/>
          </a:prstGeom>
        </p:spPr>
      </p:pic>
      <p:pic>
        <p:nvPicPr>
          <p:cNvPr id="6" name="Picture 5" descr="startup_bar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914400"/>
            <a:ext cx="5303520" cy="3005328"/>
          </a:xfrm>
          <a:prstGeom prst="rect">
            <a:avLst/>
          </a:prstGeom>
        </p:spPr>
      </p:pic>
      <p:pic>
        <p:nvPicPr>
          <p:cNvPr id="7" name="Picture 6" descr="concentrating_residuals_box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560320"/>
            <a:ext cx="5303520" cy="36812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Unified output reproduces the startup-information panel and the concentrating residuals boxplot.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/>
              <a:t>DATA1 Published img-005 vs Unified Regenerated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Published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6858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Unified Regenerated</a:t>
            </a:r>
          </a:p>
        </p:txBody>
      </p:sp>
      <p:pic>
        <p:nvPicPr>
          <p:cNvPr id="5" name="Picture 4" descr="img-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303520" cy="5055692"/>
          </a:xfrm>
          <a:prstGeom prst="rect">
            <a:avLst/>
          </a:prstGeom>
        </p:spPr>
      </p:pic>
      <p:pic>
        <p:nvPicPr>
          <p:cNvPr id="6" name="Picture 5" descr="concentration_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5486400" cy="53685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Unified output reproduces the concentration-range figure.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/>
              <a:t>Published Figures Still Missing Exact Unified Matches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DATA2 img-007.png
DATA1 img-004.jpg
DATA1 img-006.jpg
DATA1 img-007.jpg
DATA1 img-008.jpg
These should not be presented as unified-regenerated yet.
Only the four comparison slides in this deck are exact unified-output matches.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